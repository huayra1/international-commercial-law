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bookmarkIdSeed="4">
  <p:sldMasterIdLst>
    <p:sldMasterId id="2147483661" r:id="rId4"/>
  </p:sldMasterIdLst>
  <p:notesMasterIdLst>
    <p:notesMasterId r:id="rId37"/>
  </p:notesMasterIdLst>
  <p:sldIdLst>
    <p:sldId id="526" r:id="rId5"/>
    <p:sldId id="262" r:id="rId6"/>
    <p:sldId id="557" r:id="rId7"/>
    <p:sldId id="560" r:id="rId8"/>
    <p:sldId id="688" r:id="rId9"/>
    <p:sldId id="714" r:id="rId10"/>
    <p:sldId id="727" r:id="rId11"/>
    <p:sldId id="702" r:id="rId12"/>
    <p:sldId id="715" r:id="rId13"/>
    <p:sldId id="729" r:id="rId14"/>
    <p:sldId id="728" r:id="rId15"/>
    <p:sldId id="716" r:id="rId16"/>
    <p:sldId id="730" r:id="rId17"/>
    <p:sldId id="717" r:id="rId18"/>
    <p:sldId id="731" r:id="rId19"/>
    <p:sldId id="718" r:id="rId20"/>
    <p:sldId id="732" r:id="rId21"/>
    <p:sldId id="719" r:id="rId22"/>
    <p:sldId id="720" r:id="rId23"/>
    <p:sldId id="733" r:id="rId24"/>
    <p:sldId id="721" r:id="rId25"/>
    <p:sldId id="722" r:id="rId26"/>
    <p:sldId id="723" r:id="rId27"/>
    <p:sldId id="734" r:id="rId28"/>
    <p:sldId id="735" r:id="rId29"/>
    <p:sldId id="724" r:id="rId30"/>
    <p:sldId id="725" r:id="rId31"/>
    <p:sldId id="736" r:id="rId32"/>
    <p:sldId id="726" r:id="rId33"/>
    <p:sldId id="737" r:id="rId34"/>
    <p:sldId id="738" r:id="rId35"/>
    <p:sldId id="468" r:id="rId36"/>
  </p:sldIdLst>
  <p:sldSz cx="12192000" cy="6858000"/>
  <p:notesSz cx="6858000" cy="9144000"/>
  <p:embeddedFontLst>
    <p:embeddedFont>
      <p:font typeface="Calibri" panose="020F0502020204030204" pitchFamily="34" charset="0"/>
      <p:regular r:id="rId38"/>
      <p:bold r:id="rId39"/>
      <p:italic r:id="rId40"/>
      <p:boldItalic r:id="rId41"/>
    </p:embeddedFont>
    <p:embeddedFont>
      <p:font typeface="Source Sans Pro Light" panose="020B0403030403020204" pitchFamily="34" charset="0"/>
      <p:regular r:id="rId42"/>
      <p:italic r:id="rId43"/>
    </p:embeddedFont>
  </p:embeddedFontLst>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EEE"/>
    <a:srgbClr val="4490C2"/>
    <a:srgbClr val="CAE9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9AE1C4-C922-49D4-8941-AC409D92A24D}" v="3814" dt="2020-02-25T19:07:05.3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1" autoAdjust="0"/>
    <p:restoredTop sz="94660"/>
  </p:normalViewPr>
  <p:slideViewPr>
    <p:cSldViewPr snapToGrid="0">
      <p:cViewPr varScale="1">
        <p:scale>
          <a:sx n="164" d="100"/>
          <a:sy n="164" d="100"/>
        </p:scale>
        <p:origin x="172" y="1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2.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5.fntdata"/><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6.fntdata"/><Relationship Id="rId48"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1.fntdata"/><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los Novovic" userId="a1d7132c96a2f9fa" providerId="LiveId" clId="{B39AE1C4-C922-49D4-8941-AC409D92A24D}"/>
    <pc:docChg chg="custSel addSld delSld modSld sldOrd">
      <pc:chgData name="Milos Novovic" userId="a1d7132c96a2f9fa" providerId="LiveId" clId="{B39AE1C4-C922-49D4-8941-AC409D92A24D}" dt="2020-02-25T19:07:05.349" v="4083" actId="1076"/>
      <pc:docMkLst>
        <pc:docMk/>
      </pc:docMkLst>
      <pc:sldChg chg="modSp modAnim">
        <pc:chgData name="Milos Novovic" userId="a1d7132c96a2f9fa" providerId="LiveId" clId="{B39AE1C4-C922-49D4-8941-AC409D92A24D}" dt="2020-02-25T18:47:04.656" v="3685" actId="14100"/>
        <pc:sldMkLst>
          <pc:docMk/>
          <pc:sldMk cId="2497270382" sldId="262"/>
        </pc:sldMkLst>
        <pc:spChg chg="mod">
          <ac:chgData name="Milos Novovic" userId="a1d7132c96a2f9fa" providerId="LiveId" clId="{B39AE1C4-C922-49D4-8941-AC409D92A24D}" dt="2020-02-25T18:47:04.656" v="3685" actId="14100"/>
          <ac:spMkLst>
            <pc:docMk/>
            <pc:sldMk cId="2497270382" sldId="262"/>
            <ac:spMk id="25" creationId="{00000000-0000-0000-0000-000000000000}"/>
          </ac:spMkLst>
        </pc:spChg>
      </pc:sldChg>
      <pc:sldChg chg="del">
        <pc:chgData name="Milos Novovic" userId="a1d7132c96a2f9fa" providerId="LiveId" clId="{B39AE1C4-C922-49D4-8941-AC409D92A24D}" dt="2020-02-25T15:18:06.542" v="0" actId="47"/>
        <pc:sldMkLst>
          <pc:docMk/>
          <pc:sldMk cId="2299194770" sldId="319"/>
        </pc:sldMkLst>
      </pc:sldChg>
      <pc:sldChg chg="del">
        <pc:chgData name="Milos Novovic" userId="a1d7132c96a2f9fa" providerId="LiveId" clId="{B39AE1C4-C922-49D4-8941-AC409D92A24D}" dt="2020-02-25T15:18:06.542" v="0" actId="47"/>
        <pc:sldMkLst>
          <pc:docMk/>
          <pc:sldMk cId="1247477733" sldId="326"/>
        </pc:sldMkLst>
      </pc:sldChg>
      <pc:sldChg chg="modSp">
        <pc:chgData name="Milos Novovic" userId="a1d7132c96a2f9fa" providerId="LiveId" clId="{B39AE1C4-C922-49D4-8941-AC409D92A24D}" dt="2020-02-25T18:45:40.783" v="3442" actId="20577"/>
        <pc:sldMkLst>
          <pc:docMk/>
          <pc:sldMk cId="3836151005" sldId="526"/>
        </pc:sldMkLst>
        <pc:spChg chg="mod">
          <ac:chgData name="Milos Novovic" userId="a1d7132c96a2f9fa" providerId="LiveId" clId="{B39AE1C4-C922-49D4-8941-AC409D92A24D}" dt="2020-02-25T18:45:40.783" v="3442" actId="20577"/>
          <ac:spMkLst>
            <pc:docMk/>
            <pc:sldMk cId="3836151005" sldId="526"/>
            <ac:spMk id="23" creationId="{00000000-0000-0000-0000-000000000000}"/>
          </ac:spMkLst>
        </pc:spChg>
      </pc:sldChg>
      <pc:sldChg chg="modSp modAnim">
        <pc:chgData name="Milos Novovic" userId="a1d7132c96a2f9fa" providerId="LiveId" clId="{B39AE1C4-C922-49D4-8941-AC409D92A24D}" dt="2020-02-25T18:45:20.783" v="3393" actId="20577"/>
        <pc:sldMkLst>
          <pc:docMk/>
          <pc:sldMk cId="917890868" sldId="557"/>
        </pc:sldMkLst>
        <pc:spChg chg="mod">
          <ac:chgData name="Milos Novovic" userId="a1d7132c96a2f9fa" providerId="LiveId" clId="{B39AE1C4-C922-49D4-8941-AC409D92A24D}" dt="2020-02-25T18:45:20.783" v="3393" actId="20577"/>
          <ac:spMkLst>
            <pc:docMk/>
            <pc:sldMk cId="917890868" sldId="557"/>
            <ac:spMk id="25" creationId="{00000000-0000-0000-0000-000000000000}"/>
          </ac:spMkLst>
        </pc:spChg>
      </pc:sldChg>
      <pc:sldChg chg="del">
        <pc:chgData name="Milos Novovic" userId="a1d7132c96a2f9fa" providerId="LiveId" clId="{B39AE1C4-C922-49D4-8941-AC409D92A24D}" dt="2020-02-25T15:18:06.542" v="0" actId="47"/>
        <pc:sldMkLst>
          <pc:docMk/>
          <pc:sldMk cId="2239534278" sldId="672"/>
        </pc:sldMkLst>
      </pc:sldChg>
      <pc:sldChg chg="del">
        <pc:chgData name="Milos Novovic" userId="a1d7132c96a2f9fa" providerId="LiveId" clId="{B39AE1C4-C922-49D4-8941-AC409D92A24D}" dt="2020-02-25T15:18:06.542" v="0" actId="47"/>
        <pc:sldMkLst>
          <pc:docMk/>
          <pc:sldMk cId="75330942" sldId="673"/>
        </pc:sldMkLst>
      </pc:sldChg>
      <pc:sldChg chg="del">
        <pc:chgData name="Milos Novovic" userId="a1d7132c96a2f9fa" providerId="LiveId" clId="{B39AE1C4-C922-49D4-8941-AC409D92A24D}" dt="2020-02-25T15:18:06.542" v="0" actId="47"/>
        <pc:sldMkLst>
          <pc:docMk/>
          <pc:sldMk cId="3637398541" sldId="674"/>
        </pc:sldMkLst>
      </pc:sldChg>
      <pc:sldChg chg="del">
        <pc:chgData name="Milos Novovic" userId="a1d7132c96a2f9fa" providerId="LiveId" clId="{B39AE1C4-C922-49D4-8941-AC409D92A24D}" dt="2020-02-25T15:18:06.542" v="0" actId="47"/>
        <pc:sldMkLst>
          <pc:docMk/>
          <pc:sldMk cId="2955433722" sldId="675"/>
        </pc:sldMkLst>
      </pc:sldChg>
      <pc:sldChg chg="del">
        <pc:chgData name="Milos Novovic" userId="a1d7132c96a2f9fa" providerId="LiveId" clId="{B39AE1C4-C922-49D4-8941-AC409D92A24D}" dt="2020-02-25T15:18:06.542" v="0" actId="47"/>
        <pc:sldMkLst>
          <pc:docMk/>
          <pc:sldMk cId="1220069305" sldId="676"/>
        </pc:sldMkLst>
      </pc:sldChg>
      <pc:sldChg chg="del">
        <pc:chgData name="Milos Novovic" userId="a1d7132c96a2f9fa" providerId="LiveId" clId="{B39AE1C4-C922-49D4-8941-AC409D92A24D}" dt="2020-02-25T15:18:06.542" v="0" actId="47"/>
        <pc:sldMkLst>
          <pc:docMk/>
          <pc:sldMk cId="622335049" sldId="677"/>
        </pc:sldMkLst>
      </pc:sldChg>
      <pc:sldChg chg="del">
        <pc:chgData name="Milos Novovic" userId="a1d7132c96a2f9fa" providerId="LiveId" clId="{B39AE1C4-C922-49D4-8941-AC409D92A24D}" dt="2020-02-25T15:18:06.542" v="0" actId="47"/>
        <pc:sldMkLst>
          <pc:docMk/>
          <pc:sldMk cId="699207687" sldId="678"/>
        </pc:sldMkLst>
      </pc:sldChg>
      <pc:sldChg chg="del">
        <pc:chgData name="Milos Novovic" userId="a1d7132c96a2f9fa" providerId="LiveId" clId="{B39AE1C4-C922-49D4-8941-AC409D92A24D}" dt="2020-02-25T15:18:06.542" v="0" actId="47"/>
        <pc:sldMkLst>
          <pc:docMk/>
          <pc:sldMk cId="555008948" sldId="679"/>
        </pc:sldMkLst>
      </pc:sldChg>
      <pc:sldChg chg="del">
        <pc:chgData name="Milos Novovic" userId="a1d7132c96a2f9fa" providerId="LiveId" clId="{B39AE1C4-C922-49D4-8941-AC409D92A24D}" dt="2020-02-25T15:18:06.542" v="0" actId="47"/>
        <pc:sldMkLst>
          <pc:docMk/>
          <pc:sldMk cId="3857579498" sldId="683"/>
        </pc:sldMkLst>
      </pc:sldChg>
      <pc:sldChg chg="del">
        <pc:chgData name="Milos Novovic" userId="a1d7132c96a2f9fa" providerId="LiveId" clId="{B39AE1C4-C922-49D4-8941-AC409D92A24D}" dt="2020-02-25T15:18:06.542" v="0" actId="47"/>
        <pc:sldMkLst>
          <pc:docMk/>
          <pc:sldMk cId="3103269259" sldId="685"/>
        </pc:sldMkLst>
      </pc:sldChg>
      <pc:sldChg chg="del">
        <pc:chgData name="Milos Novovic" userId="a1d7132c96a2f9fa" providerId="LiveId" clId="{B39AE1C4-C922-49D4-8941-AC409D92A24D}" dt="2020-02-25T15:18:06.542" v="0" actId="47"/>
        <pc:sldMkLst>
          <pc:docMk/>
          <pc:sldMk cId="96272663" sldId="686"/>
        </pc:sldMkLst>
      </pc:sldChg>
      <pc:sldChg chg="del">
        <pc:chgData name="Milos Novovic" userId="a1d7132c96a2f9fa" providerId="LiveId" clId="{B39AE1C4-C922-49D4-8941-AC409D92A24D}" dt="2020-02-25T15:18:06.542" v="0" actId="47"/>
        <pc:sldMkLst>
          <pc:docMk/>
          <pc:sldMk cId="322111240" sldId="687"/>
        </pc:sldMkLst>
      </pc:sldChg>
      <pc:sldChg chg="modSp modAnim">
        <pc:chgData name="Milos Novovic" userId="a1d7132c96a2f9fa" providerId="LiveId" clId="{B39AE1C4-C922-49D4-8941-AC409D92A24D}" dt="2020-02-25T15:25:50.152" v="117" actId="403"/>
        <pc:sldMkLst>
          <pc:docMk/>
          <pc:sldMk cId="4197717090" sldId="688"/>
        </pc:sldMkLst>
        <pc:spChg chg="mod">
          <ac:chgData name="Milos Novovic" userId="a1d7132c96a2f9fa" providerId="LiveId" clId="{B39AE1C4-C922-49D4-8941-AC409D92A24D}" dt="2020-02-25T15:20:08.547" v="40" actId="1076"/>
          <ac:spMkLst>
            <pc:docMk/>
            <pc:sldMk cId="4197717090" sldId="688"/>
            <ac:spMk id="2" creationId="{00000000-0000-0000-0000-000000000000}"/>
          </ac:spMkLst>
        </pc:spChg>
        <pc:spChg chg="mod">
          <ac:chgData name="Milos Novovic" userId="a1d7132c96a2f9fa" providerId="LiveId" clId="{B39AE1C4-C922-49D4-8941-AC409D92A24D}" dt="2020-02-25T15:25:50.152" v="117" actId="403"/>
          <ac:spMkLst>
            <pc:docMk/>
            <pc:sldMk cId="4197717090" sldId="688"/>
            <ac:spMk id="18" creationId="{5210D2C2-0658-44B4-89E4-416861006014}"/>
          </ac:spMkLst>
        </pc:spChg>
      </pc:sldChg>
      <pc:sldChg chg="del">
        <pc:chgData name="Milos Novovic" userId="a1d7132c96a2f9fa" providerId="LiveId" clId="{B39AE1C4-C922-49D4-8941-AC409D92A24D}" dt="2020-02-25T15:26:07.577" v="118" actId="47"/>
        <pc:sldMkLst>
          <pc:docMk/>
          <pc:sldMk cId="1678103569" sldId="689"/>
        </pc:sldMkLst>
      </pc:sldChg>
      <pc:sldChg chg="del">
        <pc:chgData name="Milos Novovic" userId="a1d7132c96a2f9fa" providerId="LiveId" clId="{B39AE1C4-C922-49D4-8941-AC409D92A24D}" dt="2020-02-25T15:26:07.577" v="118" actId="47"/>
        <pc:sldMkLst>
          <pc:docMk/>
          <pc:sldMk cId="1233735652" sldId="690"/>
        </pc:sldMkLst>
      </pc:sldChg>
      <pc:sldChg chg="del">
        <pc:chgData name="Milos Novovic" userId="a1d7132c96a2f9fa" providerId="LiveId" clId="{B39AE1C4-C922-49D4-8941-AC409D92A24D}" dt="2020-02-25T15:26:07.577" v="118" actId="47"/>
        <pc:sldMkLst>
          <pc:docMk/>
          <pc:sldMk cId="1027218258" sldId="691"/>
        </pc:sldMkLst>
      </pc:sldChg>
      <pc:sldChg chg="del">
        <pc:chgData name="Milos Novovic" userId="a1d7132c96a2f9fa" providerId="LiveId" clId="{B39AE1C4-C922-49D4-8941-AC409D92A24D}" dt="2020-02-25T15:26:07.577" v="118" actId="47"/>
        <pc:sldMkLst>
          <pc:docMk/>
          <pc:sldMk cId="2239594033" sldId="692"/>
        </pc:sldMkLst>
      </pc:sldChg>
      <pc:sldChg chg="del">
        <pc:chgData name="Milos Novovic" userId="a1d7132c96a2f9fa" providerId="LiveId" clId="{B39AE1C4-C922-49D4-8941-AC409D92A24D}" dt="2020-02-25T16:26:36.147" v="430" actId="47"/>
        <pc:sldMkLst>
          <pc:docMk/>
          <pc:sldMk cId="21728108" sldId="694"/>
        </pc:sldMkLst>
      </pc:sldChg>
      <pc:sldChg chg="del">
        <pc:chgData name="Milos Novovic" userId="a1d7132c96a2f9fa" providerId="LiveId" clId="{B39AE1C4-C922-49D4-8941-AC409D92A24D}" dt="2020-02-25T16:26:36.147" v="430" actId="47"/>
        <pc:sldMkLst>
          <pc:docMk/>
          <pc:sldMk cId="874174133" sldId="695"/>
        </pc:sldMkLst>
      </pc:sldChg>
      <pc:sldChg chg="del">
        <pc:chgData name="Milos Novovic" userId="a1d7132c96a2f9fa" providerId="LiveId" clId="{B39AE1C4-C922-49D4-8941-AC409D92A24D}" dt="2020-02-25T16:26:36.147" v="430" actId="47"/>
        <pc:sldMkLst>
          <pc:docMk/>
          <pc:sldMk cId="3506866498" sldId="696"/>
        </pc:sldMkLst>
      </pc:sldChg>
      <pc:sldChg chg="modSp del">
        <pc:chgData name="Milos Novovic" userId="a1d7132c96a2f9fa" providerId="LiveId" clId="{B39AE1C4-C922-49D4-8941-AC409D92A24D}" dt="2020-02-25T15:26:13.503" v="119" actId="47"/>
        <pc:sldMkLst>
          <pc:docMk/>
          <pc:sldMk cId="1834957317" sldId="697"/>
        </pc:sldMkLst>
        <pc:spChg chg="mod">
          <ac:chgData name="Milos Novovic" userId="a1d7132c96a2f9fa" providerId="LiveId" clId="{B39AE1C4-C922-49D4-8941-AC409D92A24D}" dt="2020-02-25T15:18:17.271" v="2" actId="1076"/>
          <ac:spMkLst>
            <pc:docMk/>
            <pc:sldMk cId="1834957317" sldId="697"/>
            <ac:spMk id="2" creationId="{00000000-0000-0000-0000-000000000000}"/>
          </ac:spMkLst>
        </pc:spChg>
        <pc:spChg chg="mod">
          <ac:chgData name="Milos Novovic" userId="a1d7132c96a2f9fa" providerId="LiveId" clId="{B39AE1C4-C922-49D4-8941-AC409D92A24D}" dt="2020-02-25T15:18:20.323" v="3" actId="1076"/>
          <ac:spMkLst>
            <pc:docMk/>
            <pc:sldMk cId="1834957317" sldId="697"/>
            <ac:spMk id="3" creationId="{00000000-0000-0000-0000-000000000000}"/>
          </ac:spMkLst>
        </pc:spChg>
      </pc:sldChg>
      <pc:sldChg chg="del">
        <pc:chgData name="Milos Novovic" userId="a1d7132c96a2f9fa" providerId="LiveId" clId="{B39AE1C4-C922-49D4-8941-AC409D92A24D}" dt="2020-02-25T15:26:07.577" v="118" actId="47"/>
        <pc:sldMkLst>
          <pc:docMk/>
          <pc:sldMk cId="492150434" sldId="698"/>
        </pc:sldMkLst>
      </pc:sldChg>
      <pc:sldChg chg="del">
        <pc:chgData name="Milos Novovic" userId="a1d7132c96a2f9fa" providerId="LiveId" clId="{B39AE1C4-C922-49D4-8941-AC409D92A24D}" dt="2020-02-25T15:26:07.577" v="118" actId="47"/>
        <pc:sldMkLst>
          <pc:docMk/>
          <pc:sldMk cId="434395331" sldId="699"/>
        </pc:sldMkLst>
      </pc:sldChg>
      <pc:sldChg chg="del">
        <pc:chgData name="Milos Novovic" userId="a1d7132c96a2f9fa" providerId="LiveId" clId="{B39AE1C4-C922-49D4-8941-AC409D92A24D}" dt="2020-02-25T15:26:07.577" v="118" actId="47"/>
        <pc:sldMkLst>
          <pc:docMk/>
          <pc:sldMk cId="2174742814" sldId="700"/>
        </pc:sldMkLst>
      </pc:sldChg>
      <pc:sldChg chg="modSp ord modAnim">
        <pc:chgData name="Milos Novovic" userId="a1d7132c96a2f9fa" providerId="LiveId" clId="{B39AE1C4-C922-49D4-8941-AC409D92A24D}" dt="2020-02-25T17:44:37.990" v="1243" actId="1076"/>
        <pc:sldMkLst>
          <pc:docMk/>
          <pc:sldMk cId="1687747492" sldId="702"/>
        </pc:sldMkLst>
        <pc:spChg chg="mod">
          <ac:chgData name="Milos Novovic" userId="a1d7132c96a2f9fa" providerId="LiveId" clId="{B39AE1C4-C922-49D4-8941-AC409D92A24D}" dt="2020-02-25T17:44:37.990" v="1243" actId="1076"/>
          <ac:spMkLst>
            <pc:docMk/>
            <pc:sldMk cId="1687747492" sldId="702"/>
            <ac:spMk id="18" creationId="{5210D2C2-0658-44B4-89E4-416861006014}"/>
          </ac:spMkLst>
        </pc:spChg>
      </pc:sldChg>
      <pc:sldChg chg="del">
        <pc:chgData name="Milos Novovic" userId="a1d7132c96a2f9fa" providerId="LiveId" clId="{B39AE1C4-C922-49D4-8941-AC409D92A24D}" dt="2020-02-25T16:26:36.147" v="430" actId="47"/>
        <pc:sldMkLst>
          <pc:docMk/>
          <pc:sldMk cId="1038221137" sldId="703"/>
        </pc:sldMkLst>
      </pc:sldChg>
      <pc:sldChg chg="del">
        <pc:chgData name="Milos Novovic" userId="a1d7132c96a2f9fa" providerId="LiveId" clId="{B39AE1C4-C922-49D4-8941-AC409D92A24D}" dt="2020-02-25T16:26:36.147" v="430" actId="47"/>
        <pc:sldMkLst>
          <pc:docMk/>
          <pc:sldMk cId="4021726844" sldId="704"/>
        </pc:sldMkLst>
      </pc:sldChg>
      <pc:sldChg chg="del">
        <pc:chgData name="Milos Novovic" userId="a1d7132c96a2f9fa" providerId="LiveId" clId="{B39AE1C4-C922-49D4-8941-AC409D92A24D}" dt="2020-02-25T16:26:36.147" v="430" actId="47"/>
        <pc:sldMkLst>
          <pc:docMk/>
          <pc:sldMk cId="1933977687" sldId="705"/>
        </pc:sldMkLst>
      </pc:sldChg>
      <pc:sldChg chg="del">
        <pc:chgData name="Milos Novovic" userId="a1d7132c96a2f9fa" providerId="LiveId" clId="{B39AE1C4-C922-49D4-8941-AC409D92A24D}" dt="2020-02-25T16:26:36.147" v="430" actId="47"/>
        <pc:sldMkLst>
          <pc:docMk/>
          <pc:sldMk cId="641359069" sldId="706"/>
        </pc:sldMkLst>
      </pc:sldChg>
      <pc:sldChg chg="del">
        <pc:chgData name="Milos Novovic" userId="a1d7132c96a2f9fa" providerId="LiveId" clId="{B39AE1C4-C922-49D4-8941-AC409D92A24D}" dt="2020-02-25T16:26:36.147" v="430" actId="47"/>
        <pc:sldMkLst>
          <pc:docMk/>
          <pc:sldMk cId="3443629564" sldId="707"/>
        </pc:sldMkLst>
      </pc:sldChg>
      <pc:sldChg chg="del">
        <pc:chgData name="Milos Novovic" userId="a1d7132c96a2f9fa" providerId="LiveId" clId="{B39AE1C4-C922-49D4-8941-AC409D92A24D}" dt="2020-02-25T16:26:36.147" v="430" actId="47"/>
        <pc:sldMkLst>
          <pc:docMk/>
          <pc:sldMk cId="942729397" sldId="708"/>
        </pc:sldMkLst>
      </pc:sldChg>
      <pc:sldChg chg="del">
        <pc:chgData name="Milos Novovic" userId="a1d7132c96a2f9fa" providerId="LiveId" clId="{B39AE1C4-C922-49D4-8941-AC409D92A24D}" dt="2020-02-25T16:26:36.147" v="430" actId="47"/>
        <pc:sldMkLst>
          <pc:docMk/>
          <pc:sldMk cId="311343247" sldId="709"/>
        </pc:sldMkLst>
      </pc:sldChg>
      <pc:sldChg chg="del">
        <pc:chgData name="Milos Novovic" userId="a1d7132c96a2f9fa" providerId="LiveId" clId="{B39AE1C4-C922-49D4-8941-AC409D92A24D}" dt="2020-02-25T16:26:36.147" v="430" actId="47"/>
        <pc:sldMkLst>
          <pc:docMk/>
          <pc:sldMk cId="2407280204" sldId="710"/>
        </pc:sldMkLst>
      </pc:sldChg>
      <pc:sldChg chg="del">
        <pc:chgData name="Milos Novovic" userId="a1d7132c96a2f9fa" providerId="LiveId" clId="{B39AE1C4-C922-49D4-8941-AC409D92A24D}" dt="2020-02-25T16:26:36.147" v="430" actId="47"/>
        <pc:sldMkLst>
          <pc:docMk/>
          <pc:sldMk cId="4169045824" sldId="711"/>
        </pc:sldMkLst>
      </pc:sldChg>
      <pc:sldChg chg="del">
        <pc:chgData name="Milos Novovic" userId="a1d7132c96a2f9fa" providerId="LiveId" clId="{B39AE1C4-C922-49D4-8941-AC409D92A24D}" dt="2020-02-25T16:26:36.147" v="430" actId="47"/>
        <pc:sldMkLst>
          <pc:docMk/>
          <pc:sldMk cId="1942102437" sldId="712"/>
        </pc:sldMkLst>
      </pc:sldChg>
      <pc:sldChg chg="del">
        <pc:chgData name="Milos Novovic" userId="a1d7132c96a2f9fa" providerId="LiveId" clId="{B39AE1C4-C922-49D4-8941-AC409D92A24D}" dt="2020-02-25T16:26:36.147" v="430" actId="47"/>
        <pc:sldMkLst>
          <pc:docMk/>
          <pc:sldMk cId="2252808612" sldId="713"/>
        </pc:sldMkLst>
      </pc:sldChg>
      <pc:sldChg chg="modSp add modAnim">
        <pc:chgData name="Milos Novovic" userId="a1d7132c96a2f9fa" providerId="LiveId" clId="{B39AE1C4-C922-49D4-8941-AC409D92A24D}" dt="2020-02-25T17:37:14.293" v="439" actId="20577"/>
        <pc:sldMkLst>
          <pc:docMk/>
          <pc:sldMk cId="3323937365" sldId="714"/>
        </pc:sldMkLst>
        <pc:spChg chg="mod">
          <ac:chgData name="Milos Novovic" userId="a1d7132c96a2f9fa" providerId="LiveId" clId="{B39AE1C4-C922-49D4-8941-AC409D92A24D}" dt="2020-02-25T15:22:31.351" v="83" actId="20577"/>
          <ac:spMkLst>
            <pc:docMk/>
            <pc:sldMk cId="3323937365" sldId="714"/>
            <ac:spMk id="2" creationId="{00000000-0000-0000-0000-000000000000}"/>
          </ac:spMkLst>
        </pc:spChg>
        <pc:spChg chg="mod">
          <ac:chgData name="Milos Novovic" userId="a1d7132c96a2f9fa" providerId="LiveId" clId="{B39AE1C4-C922-49D4-8941-AC409D92A24D}" dt="2020-02-25T15:24:11.611" v="94" actId="14100"/>
          <ac:spMkLst>
            <pc:docMk/>
            <pc:sldMk cId="3323937365" sldId="714"/>
            <ac:spMk id="6" creationId="{86DB26A0-D433-4749-9192-9D723BBD7E2A}"/>
          </ac:spMkLst>
        </pc:spChg>
        <pc:spChg chg="mod">
          <ac:chgData name="Milos Novovic" userId="a1d7132c96a2f9fa" providerId="LiveId" clId="{B39AE1C4-C922-49D4-8941-AC409D92A24D}" dt="2020-02-25T17:37:14.293" v="439" actId="20577"/>
          <ac:spMkLst>
            <pc:docMk/>
            <pc:sldMk cId="3323937365" sldId="714"/>
            <ac:spMk id="18" creationId="{5210D2C2-0658-44B4-89E4-416861006014}"/>
          </ac:spMkLst>
        </pc:spChg>
      </pc:sldChg>
      <pc:sldChg chg="addSp delSp modSp add modAnim">
        <pc:chgData name="Milos Novovic" userId="a1d7132c96a2f9fa" providerId="LiveId" clId="{B39AE1C4-C922-49D4-8941-AC409D92A24D}" dt="2020-02-25T15:25:41.169" v="116" actId="115"/>
        <pc:sldMkLst>
          <pc:docMk/>
          <pc:sldMk cId="1640081991" sldId="715"/>
        </pc:sldMkLst>
        <pc:spChg chg="mod">
          <ac:chgData name="Milos Novovic" userId="a1d7132c96a2f9fa" providerId="LiveId" clId="{B39AE1C4-C922-49D4-8941-AC409D92A24D}" dt="2020-02-25T15:24:40.218" v="99" actId="20577"/>
          <ac:spMkLst>
            <pc:docMk/>
            <pc:sldMk cId="1640081991" sldId="715"/>
            <ac:spMk id="2" creationId="{00000000-0000-0000-0000-000000000000}"/>
          </ac:spMkLst>
        </pc:spChg>
        <pc:spChg chg="add del">
          <ac:chgData name="Milos Novovic" userId="a1d7132c96a2f9fa" providerId="LiveId" clId="{B39AE1C4-C922-49D4-8941-AC409D92A24D}" dt="2020-02-25T15:24:47.607" v="101"/>
          <ac:spMkLst>
            <pc:docMk/>
            <pc:sldMk cId="1640081991" sldId="715"/>
            <ac:spMk id="3" creationId="{BC8755E9-99E4-4A73-A47C-1351142AF067}"/>
          </ac:spMkLst>
        </pc:spChg>
        <pc:spChg chg="mod">
          <ac:chgData name="Milos Novovic" userId="a1d7132c96a2f9fa" providerId="LiveId" clId="{B39AE1C4-C922-49D4-8941-AC409D92A24D}" dt="2020-02-25T15:25:41.169" v="116" actId="115"/>
          <ac:spMkLst>
            <pc:docMk/>
            <pc:sldMk cId="1640081991" sldId="715"/>
            <ac:spMk id="18" creationId="{5210D2C2-0658-44B4-89E4-416861006014}"/>
          </ac:spMkLst>
        </pc:spChg>
      </pc:sldChg>
      <pc:sldChg chg="addSp delSp modSp add ord modAnim">
        <pc:chgData name="Milos Novovic" userId="a1d7132c96a2f9fa" providerId="LiveId" clId="{B39AE1C4-C922-49D4-8941-AC409D92A24D}" dt="2020-02-25T16:24:05.353" v="425" actId="1076"/>
        <pc:sldMkLst>
          <pc:docMk/>
          <pc:sldMk cId="2105907489" sldId="716"/>
        </pc:sldMkLst>
        <pc:spChg chg="mod">
          <ac:chgData name="Milos Novovic" userId="a1d7132c96a2f9fa" providerId="LiveId" clId="{B39AE1C4-C922-49D4-8941-AC409D92A24D}" dt="2020-02-25T16:24:05.353" v="425" actId="1076"/>
          <ac:spMkLst>
            <pc:docMk/>
            <pc:sldMk cId="2105907489" sldId="716"/>
            <ac:spMk id="2" creationId="{00000000-0000-0000-0000-000000000000}"/>
          </ac:spMkLst>
        </pc:spChg>
        <pc:spChg chg="add del">
          <ac:chgData name="Milos Novovic" userId="a1d7132c96a2f9fa" providerId="LiveId" clId="{B39AE1C4-C922-49D4-8941-AC409D92A24D}" dt="2020-02-25T15:40:25.790" v="143"/>
          <ac:spMkLst>
            <pc:docMk/>
            <pc:sldMk cId="2105907489" sldId="716"/>
            <ac:spMk id="3" creationId="{75B085C8-8A38-46E4-85AF-0604E46CDAE2}"/>
          </ac:spMkLst>
        </pc:spChg>
        <pc:spChg chg="mod">
          <ac:chgData name="Milos Novovic" userId="a1d7132c96a2f9fa" providerId="LiveId" clId="{B39AE1C4-C922-49D4-8941-AC409D92A24D}" dt="2020-02-25T16:24:02.228" v="424" actId="1076"/>
          <ac:spMkLst>
            <pc:docMk/>
            <pc:sldMk cId="2105907489" sldId="716"/>
            <ac:spMk id="18" creationId="{5210D2C2-0658-44B4-89E4-416861006014}"/>
          </ac:spMkLst>
        </pc:spChg>
      </pc:sldChg>
      <pc:sldChg chg="modSp add modAnim">
        <pc:chgData name="Milos Novovic" userId="a1d7132c96a2f9fa" providerId="LiveId" clId="{B39AE1C4-C922-49D4-8941-AC409D92A24D}" dt="2020-02-25T17:55:02.699" v="1722" actId="113"/>
        <pc:sldMkLst>
          <pc:docMk/>
          <pc:sldMk cId="1204146147" sldId="717"/>
        </pc:sldMkLst>
        <pc:spChg chg="mod">
          <ac:chgData name="Milos Novovic" userId="a1d7132c96a2f9fa" providerId="LiveId" clId="{B39AE1C4-C922-49D4-8941-AC409D92A24D}" dt="2020-02-25T15:42:40.441" v="173" actId="14100"/>
          <ac:spMkLst>
            <pc:docMk/>
            <pc:sldMk cId="1204146147" sldId="717"/>
            <ac:spMk id="4" creationId="{F821AD68-8397-4202-BC9A-F410A880D30C}"/>
          </ac:spMkLst>
        </pc:spChg>
        <pc:spChg chg="mod">
          <ac:chgData name="Milos Novovic" userId="a1d7132c96a2f9fa" providerId="LiveId" clId="{B39AE1C4-C922-49D4-8941-AC409D92A24D}" dt="2020-02-25T15:42:40.441" v="173" actId="14100"/>
          <ac:spMkLst>
            <pc:docMk/>
            <pc:sldMk cId="1204146147" sldId="717"/>
            <ac:spMk id="5" creationId="{5D4CEE22-56E2-4BCA-8225-BA93BA9BBE44}"/>
          </ac:spMkLst>
        </pc:spChg>
        <pc:spChg chg="mod">
          <ac:chgData name="Milos Novovic" userId="a1d7132c96a2f9fa" providerId="LiveId" clId="{B39AE1C4-C922-49D4-8941-AC409D92A24D}" dt="2020-02-25T15:42:40.441" v="173" actId="14100"/>
          <ac:spMkLst>
            <pc:docMk/>
            <pc:sldMk cId="1204146147" sldId="717"/>
            <ac:spMk id="6" creationId="{86DB26A0-D433-4749-9192-9D723BBD7E2A}"/>
          </ac:spMkLst>
        </pc:spChg>
        <pc:spChg chg="mod">
          <ac:chgData name="Milos Novovic" userId="a1d7132c96a2f9fa" providerId="LiveId" clId="{B39AE1C4-C922-49D4-8941-AC409D92A24D}" dt="2020-02-25T15:42:40.441" v="173" actId="14100"/>
          <ac:spMkLst>
            <pc:docMk/>
            <pc:sldMk cId="1204146147" sldId="717"/>
            <ac:spMk id="7" creationId="{72C80CB7-0D9D-4C47-B69D-922EB778837D}"/>
          </ac:spMkLst>
        </pc:spChg>
        <pc:spChg chg="mod">
          <ac:chgData name="Milos Novovic" userId="a1d7132c96a2f9fa" providerId="LiveId" clId="{B39AE1C4-C922-49D4-8941-AC409D92A24D}" dt="2020-02-25T16:24:13.398" v="426" actId="14100"/>
          <ac:spMkLst>
            <pc:docMk/>
            <pc:sldMk cId="1204146147" sldId="717"/>
            <ac:spMk id="8" creationId="{8809B82E-CDDF-4E39-A700-087A98641B8E}"/>
          </ac:spMkLst>
        </pc:spChg>
        <pc:spChg chg="mod">
          <ac:chgData name="Milos Novovic" userId="a1d7132c96a2f9fa" providerId="LiveId" clId="{B39AE1C4-C922-49D4-8941-AC409D92A24D}" dt="2020-02-25T15:42:40.441" v="173" actId="14100"/>
          <ac:spMkLst>
            <pc:docMk/>
            <pc:sldMk cId="1204146147" sldId="717"/>
            <ac:spMk id="9" creationId="{5761EFD3-8F67-458B-B7A7-CA1C3810462D}"/>
          </ac:spMkLst>
        </pc:spChg>
        <pc:spChg chg="mod">
          <ac:chgData name="Milos Novovic" userId="a1d7132c96a2f9fa" providerId="LiveId" clId="{B39AE1C4-C922-49D4-8941-AC409D92A24D}" dt="2020-02-25T17:55:02.699" v="1722" actId="113"/>
          <ac:spMkLst>
            <pc:docMk/>
            <pc:sldMk cId="1204146147" sldId="717"/>
            <ac:spMk id="18" creationId="{5210D2C2-0658-44B4-89E4-416861006014}"/>
          </ac:spMkLst>
        </pc:spChg>
        <pc:cxnChg chg="mod">
          <ac:chgData name="Milos Novovic" userId="a1d7132c96a2f9fa" providerId="LiveId" clId="{B39AE1C4-C922-49D4-8941-AC409D92A24D}" dt="2020-02-25T15:42:44.826" v="174" actId="14100"/>
          <ac:cxnSpMkLst>
            <pc:docMk/>
            <pc:sldMk cId="1204146147" sldId="717"/>
            <ac:cxnSpMk id="17" creationId="{4D6F55E7-A484-4C3F-9E4D-63D0ACAC0629}"/>
          </ac:cxnSpMkLst>
        </pc:cxnChg>
      </pc:sldChg>
      <pc:sldChg chg="modSp add modAnim">
        <pc:chgData name="Milos Novovic" userId="a1d7132c96a2f9fa" providerId="LiveId" clId="{B39AE1C4-C922-49D4-8941-AC409D92A24D}" dt="2020-02-25T16:24:28.307" v="429" actId="113"/>
        <pc:sldMkLst>
          <pc:docMk/>
          <pc:sldMk cId="1422608361" sldId="718"/>
        </pc:sldMkLst>
        <pc:spChg chg="mod">
          <ac:chgData name="Milos Novovic" userId="a1d7132c96a2f9fa" providerId="LiveId" clId="{B39AE1C4-C922-49D4-8941-AC409D92A24D}" dt="2020-02-25T16:24:28.307" v="429" actId="113"/>
          <ac:spMkLst>
            <pc:docMk/>
            <pc:sldMk cId="1422608361" sldId="718"/>
            <ac:spMk id="18" creationId="{5210D2C2-0658-44B4-89E4-416861006014}"/>
          </ac:spMkLst>
        </pc:spChg>
      </pc:sldChg>
      <pc:sldChg chg="modSp add modAnim">
        <pc:chgData name="Milos Novovic" userId="a1d7132c96a2f9fa" providerId="LiveId" clId="{B39AE1C4-C922-49D4-8941-AC409D92A24D}" dt="2020-02-25T15:46:55.430" v="219" actId="113"/>
        <pc:sldMkLst>
          <pc:docMk/>
          <pc:sldMk cId="24900954" sldId="719"/>
        </pc:sldMkLst>
        <pc:spChg chg="mod">
          <ac:chgData name="Milos Novovic" userId="a1d7132c96a2f9fa" providerId="LiveId" clId="{B39AE1C4-C922-49D4-8941-AC409D92A24D}" dt="2020-02-25T15:46:23.228" v="212" actId="20577"/>
          <ac:spMkLst>
            <pc:docMk/>
            <pc:sldMk cId="24900954" sldId="719"/>
            <ac:spMk id="2" creationId="{00000000-0000-0000-0000-000000000000}"/>
          </ac:spMkLst>
        </pc:spChg>
        <pc:spChg chg="mod">
          <ac:chgData name="Milos Novovic" userId="a1d7132c96a2f9fa" providerId="LiveId" clId="{B39AE1C4-C922-49D4-8941-AC409D92A24D}" dt="2020-02-25T15:46:55.430" v="219" actId="113"/>
          <ac:spMkLst>
            <pc:docMk/>
            <pc:sldMk cId="24900954" sldId="719"/>
            <ac:spMk id="18" creationId="{5210D2C2-0658-44B4-89E4-416861006014}"/>
          </ac:spMkLst>
        </pc:spChg>
      </pc:sldChg>
      <pc:sldChg chg="modSp add">
        <pc:chgData name="Milos Novovic" userId="a1d7132c96a2f9fa" providerId="LiveId" clId="{B39AE1C4-C922-49D4-8941-AC409D92A24D}" dt="2020-02-25T18:35:29.808" v="2773" actId="113"/>
        <pc:sldMkLst>
          <pc:docMk/>
          <pc:sldMk cId="441780276" sldId="720"/>
        </pc:sldMkLst>
        <pc:spChg chg="mod">
          <ac:chgData name="Milos Novovic" userId="a1d7132c96a2f9fa" providerId="LiveId" clId="{B39AE1C4-C922-49D4-8941-AC409D92A24D}" dt="2020-02-25T15:48:00.973" v="242" actId="1076"/>
          <ac:spMkLst>
            <pc:docMk/>
            <pc:sldMk cId="441780276" sldId="720"/>
            <ac:spMk id="2" creationId="{00000000-0000-0000-0000-000000000000}"/>
          </ac:spMkLst>
        </pc:spChg>
        <pc:spChg chg="mod">
          <ac:chgData name="Milos Novovic" userId="a1d7132c96a2f9fa" providerId="LiveId" clId="{B39AE1C4-C922-49D4-8941-AC409D92A24D}" dt="2020-02-25T18:35:29.808" v="2773" actId="113"/>
          <ac:spMkLst>
            <pc:docMk/>
            <pc:sldMk cId="441780276" sldId="720"/>
            <ac:spMk id="18" creationId="{5210D2C2-0658-44B4-89E4-416861006014}"/>
          </ac:spMkLst>
        </pc:spChg>
      </pc:sldChg>
      <pc:sldChg chg="modSp add">
        <pc:chgData name="Milos Novovic" userId="a1d7132c96a2f9fa" providerId="LiveId" clId="{B39AE1C4-C922-49D4-8941-AC409D92A24D}" dt="2020-02-25T15:52:18.580" v="281" actId="113"/>
        <pc:sldMkLst>
          <pc:docMk/>
          <pc:sldMk cId="4179182728" sldId="721"/>
        </pc:sldMkLst>
        <pc:spChg chg="mod">
          <ac:chgData name="Milos Novovic" userId="a1d7132c96a2f9fa" providerId="LiveId" clId="{B39AE1C4-C922-49D4-8941-AC409D92A24D}" dt="2020-02-25T15:52:08.702" v="279" actId="20577"/>
          <ac:spMkLst>
            <pc:docMk/>
            <pc:sldMk cId="4179182728" sldId="721"/>
            <ac:spMk id="2" creationId="{00000000-0000-0000-0000-000000000000}"/>
          </ac:spMkLst>
        </pc:spChg>
        <pc:spChg chg="mod">
          <ac:chgData name="Milos Novovic" userId="a1d7132c96a2f9fa" providerId="LiveId" clId="{B39AE1C4-C922-49D4-8941-AC409D92A24D}" dt="2020-02-25T15:52:18.580" v="281" actId="113"/>
          <ac:spMkLst>
            <pc:docMk/>
            <pc:sldMk cId="4179182728" sldId="721"/>
            <ac:spMk id="18" creationId="{5210D2C2-0658-44B4-89E4-416861006014}"/>
          </ac:spMkLst>
        </pc:spChg>
      </pc:sldChg>
      <pc:sldChg chg="modSp add">
        <pc:chgData name="Milos Novovic" userId="a1d7132c96a2f9fa" providerId="LiveId" clId="{B39AE1C4-C922-49D4-8941-AC409D92A24D}" dt="2020-02-25T16:16:54.672" v="316" actId="113"/>
        <pc:sldMkLst>
          <pc:docMk/>
          <pc:sldMk cId="3979275518" sldId="722"/>
        </pc:sldMkLst>
        <pc:spChg chg="mod">
          <ac:chgData name="Milos Novovic" userId="a1d7132c96a2f9fa" providerId="LiveId" clId="{B39AE1C4-C922-49D4-8941-AC409D92A24D}" dt="2020-02-25T16:16:06.853" v="306" actId="20577"/>
          <ac:spMkLst>
            <pc:docMk/>
            <pc:sldMk cId="3979275518" sldId="722"/>
            <ac:spMk id="2" creationId="{00000000-0000-0000-0000-000000000000}"/>
          </ac:spMkLst>
        </pc:spChg>
        <pc:spChg chg="mod">
          <ac:chgData name="Milos Novovic" userId="a1d7132c96a2f9fa" providerId="LiveId" clId="{B39AE1C4-C922-49D4-8941-AC409D92A24D}" dt="2020-02-25T16:16:54.672" v="316" actId="113"/>
          <ac:spMkLst>
            <pc:docMk/>
            <pc:sldMk cId="3979275518" sldId="722"/>
            <ac:spMk id="18" creationId="{5210D2C2-0658-44B4-89E4-416861006014}"/>
          </ac:spMkLst>
        </pc:spChg>
      </pc:sldChg>
      <pc:sldChg chg="modSp add">
        <pc:chgData name="Milos Novovic" userId="a1d7132c96a2f9fa" providerId="LiveId" clId="{B39AE1C4-C922-49D4-8941-AC409D92A24D}" dt="2020-02-25T16:17:46.944" v="327" actId="113"/>
        <pc:sldMkLst>
          <pc:docMk/>
          <pc:sldMk cId="3057489761" sldId="723"/>
        </pc:sldMkLst>
        <pc:spChg chg="mod">
          <ac:chgData name="Milos Novovic" userId="a1d7132c96a2f9fa" providerId="LiveId" clId="{B39AE1C4-C922-49D4-8941-AC409D92A24D}" dt="2020-02-25T16:17:46.944" v="327" actId="113"/>
          <ac:spMkLst>
            <pc:docMk/>
            <pc:sldMk cId="3057489761" sldId="723"/>
            <ac:spMk id="18" creationId="{5210D2C2-0658-44B4-89E4-416861006014}"/>
          </ac:spMkLst>
        </pc:spChg>
      </pc:sldChg>
      <pc:sldChg chg="addSp delSp modSp add">
        <pc:chgData name="Milos Novovic" userId="a1d7132c96a2f9fa" providerId="LiveId" clId="{B39AE1C4-C922-49D4-8941-AC409D92A24D}" dt="2020-02-25T16:19:20.624" v="352" actId="113"/>
        <pc:sldMkLst>
          <pc:docMk/>
          <pc:sldMk cId="1118279733" sldId="724"/>
        </pc:sldMkLst>
        <pc:spChg chg="mod">
          <ac:chgData name="Milos Novovic" userId="a1d7132c96a2f9fa" providerId="LiveId" clId="{B39AE1C4-C922-49D4-8941-AC409D92A24D}" dt="2020-02-25T16:18:51.413" v="343" actId="20577"/>
          <ac:spMkLst>
            <pc:docMk/>
            <pc:sldMk cId="1118279733" sldId="724"/>
            <ac:spMk id="2" creationId="{00000000-0000-0000-0000-000000000000}"/>
          </ac:spMkLst>
        </pc:spChg>
        <pc:spChg chg="add del">
          <ac:chgData name="Milos Novovic" userId="a1d7132c96a2f9fa" providerId="LiveId" clId="{B39AE1C4-C922-49D4-8941-AC409D92A24D}" dt="2020-02-25T16:18:56.724" v="345"/>
          <ac:spMkLst>
            <pc:docMk/>
            <pc:sldMk cId="1118279733" sldId="724"/>
            <ac:spMk id="3" creationId="{BD1C6146-93EE-4FD9-B921-7B3961148B8D}"/>
          </ac:spMkLst>
        </pc:spChg>
        <pc:spChg chg="mod">
          <ac:chgData name="Milos Novovic" userId="a1d7132c96a2f9fa" providerId="LiveId" clId="{B39AE1C4-C922-49D4-8941-AC409D92A24D}" dt="2020-02-25T16:19:20.624" v="352" actId="113"/>
          <ac:spMkLst>
            <pc:docMk/>
            <pc:sldMk cId="1118279733" sldId="724"/>
            <ac:spMk id="18" creationId="{5210D2C2-0658-44B4-89E4-416861006014}"/>
          </ac:spMkLst>
        </pc:spChg>
      </pc:sldChg>
      <pc:sldChg chg="modSp add">
        <pc:chgData name="Milos Novovic" userId="a1d7132c96a2f9fa" providerId="LiveId" clId="{B39AE1C4-C922-49D4-8941-AC409D92A24D}" dt="2020-02-25T16:20:51.759" v="366" actId="20577"/>
        <pc:sldMkLst>
          <pc:docMk/>
          <pc:sldMk cId="2166896720" sldId="725"/>
        </pc:sldMkLst>
        <pc:spChg chg="mod">
          <ac:chgData name="Milos Novovic" userId="a1d7132c96a2f9fa" providerId="LiveId" clId="{B39AE1C4-C922-49D4-8941-AC409D92A24D}" dt="2020-02-25T16:20:51.759" v="366" actId="20577"/>
          <ac:spMkLst>
            <pc:docMk/>
            <pc:sldMk cId="2166896720" sldId="725"/>
            <ac:spMk id="18" creationId="{5210D2C2-0658-44B4-89E4-416861006014}"/>
          </ac:spMkLst>
        </pc:spChg>
      </pc:sldChg>
      <pc:sldChg chg="modSp add">
        <pc:chgData name="Milos Novovic" userId="a1d7132c96a2f9fa" providerId="LiveId" clId="{B39AE1C4-C922-49D4-8941-AC409D92A24D}" dt="2020-02-25T16:23:07.234" v="377" actId="1076"/>
        <pc:sldMkLst>
          <pc:docMk/>
          <pc:sldMk cId="2481800697" sldId="726"/>
        </pc:sldMkLst>
        <pc:spChg chg="mod">
          <ac:chgData name="Milos Novovic" userId="a1d7132c96a2f9fa" providerId="LiveId" clId="{B39AE1C4-C922-49D4-8941-AC409D92A24D}" dt="2020-02-25T16:23:07.234" v="377" actId="1076"/>
          <ac:spMkLst>
            <pc:docMk/>
            <pc:sldMk cId="2481800697" sldId="726"/>
            <ac:spMk id="18" creationId="{5210D2C2-0658-44B4-89E4-416861006014}"/>
          </ac:spMkLst>
        </pc:spChg>
      </pc:sldChg>
      <pc:sldChg chg="modSp add ord">
        <pc:chgData name="Milos Novovic" userId="a1d7132c96a2f9fa" providerId="LiveId" clId="{B39AE1C4-C922-49D4-8941-AC409D92A24D}" dt="2020-02-25T17:45:33.688" v="1245"/>
        <pc:sldMkLst>
          <pc:docMk/>
          <pc:sldMk cId="3306791653" sldId="727"/>
        </pc:sldMkLst>
        <pc:spChg chg="mod">
          <ac:chgData name="Milos Novovic" userId="a1d7132c96a2f9fa" providerId="LiveId" clId="{B39AE1C4-C922-49D4-8941-AC409D92A24D}" dt="2020-02-25T16:23:44.167" v="422" actId="1076"/>
          <ac:spMkLst>
            <pc:docMk/>
            <pc:sldMk cId="3306791653" sldId="727"/>
            <ac:spMk id="24" creationId="{00000000-0000-0000-0000-000000000000}"/>
          </ac:spMkLst>
        </pc:spChg>
      </pc:sldChg>
      <pc:sldChg chg="add">
        <pc:chgData name="Milos Novovic" userId="a1d7132c96a2f9fa" providerId="LiveId" clId="{B39AE1C4-C922-49D4-8941-AC409D92A24D}" dt="2020-02-25T17:37:43.893" v="440"/>
        <pc:sldMkLst>
          <pc:docMk/>
          <pc:sldMk cId="2867453419" sldId="728"/>
        </pc:sldMkLst>
      </pc:sldChg>
      <pc:sldChg chg="modSp add ord modAnim">
        <pc:chgData name="Milos Novovic" userId="a1d7132c96a2f9fa" providerId="LiveId" clId="{B39AE1C4-C922-49D4-8941-AC409D92A24D}" dt="2020-02-25T17:48:35.447" v="1534" actId="20577"/>
        <pc:sldMkLst>
          <pc:docMk/>
          <pc:sldMk cId="1847564392" sldId="729"/>
        </pc:sldMkLst>
        <pc:spChg chg="mod">
          <ac:chgData name="Milos Novovic" userId="a1d7132c96a2f9fa" providerId="LiveId" clId="{B39AE1C4-C922-49D4-8941-AC409D92A24D}" dt="2020-02-25T17:48:35.447" v="1534" actId="20577"/>
          <ac:spMkLst>
            <pc:docMk/>
            <pc:sldMk cId="1847564392" sldId="729"/>
            <ac:spMk id="18" creationId="{5210D2C2-0658-44B4-89E4-416861006014}"/>
          </ac:spMkLst>
        </pc:spChg>
      </pc:sldChg>
      <pc:sldChg chg="modSp add ord modAnim">
        <pc:chgData name="Milos Novovic" userId="a1d7132c96a2f9fa" providerId="LiveId" clId="{B39AE1C4-C922-49D4-8941-AC409D92A24D}" dt="2020-02-25T17:51:29.195" v="1718" actId="20577"/>
        <pc:sldMkLst>
          <pc:docMk/>
          <pc:sldMk cId="2774668620" sldId="730"/>
        </pc:sldMkLst>
        <pc:spChg chg="mod">
          <ac:chgData name="Milos Novovic" userId="a1d7132c96a2f9fa" providerId="LiveId" clId="{B39AE1C4-C922-49D4-8941-AC409D92A24D}" dt="2020-02-25T17:51:29.195" v="1718" actId="20577"/>
          <ac:spMkLst>
            <pc:docMk/>
            <pc:sldMk cId="2774668620" sldId="730"/>
            <ac:spMk id="18" creationId="{5210D2C2-0658-44B4-89E4-416861006014}"/>
          </ac:spMkLst>
        </pc:spChg>
      </pc:sldChg>
      <pc:sldChg chg="modSp add ord modAnim">
        <pc:chgData name="Milos Novovic" userId="a1d7132c96a2f9fa" providerId="LiveId" clId="{B39AE1C4-C922-49D4-8941-AC409D92A24D}" dt="2020-02-25T18:30:36.555" v="2500" actId="404"/>
        <pc:sldMkLst>
          <pc:docMk/>
          <pc:sldMk cId="794452786" sldId="731"/>
        </pc:sldMkLst>
        <pc:spChg chg="mod">
          <ac:chgData name="Milos Novovic" userId="a1d7132c96a2f9fa" providerId="LiveId" clId="{B39AE1C4-C922-49D4-8941-AC409D92A24D}" dt="2020-02-25T18:29:01.590" v="2416" actId="1076"/>
          <ac:spMkLst>
            <pc:docMk/>
            <pc:sldMk cId="794452786" sldId="731"/>
            <ac:spMk id="2" creationId="{00000000-0000-0000-0000-000000000000}"/>
          </ac:spMkLst>
        </pc:spChg>
        <pc:spChg chg="mod">
          <ac:chgData name="Milos Novovic" userId="a1d7132c96a2f9fa" providerId="LiveId" clId="{B39AE1C4-C922-49D4-8941-AC409D92A24D}" dt="2020-02-25T18:23:33.169" v="1843" actId="14100"/>
          <ac:spMkLst>
            <pc:docMk/>
            <pc:sldMk cId="794452786" sldId="731"/>
            <ac:spMk id="6" creationId="{86DB26A0-D433-4749-9192-9D723BBD7E2A}"/>
          </ac:spMkLst>
        </pc:spChg>
        <pc:spChg chg="mod">
          <ac:chgData name="Milos Novovic" userId="a1d7132c96a2f9fa" providerId="LiveId" clId="{B39AE1C4-C922-49D4-8941-AC409D92A24D}" dt="2020-02-25T18:30:36.555" v="2500" actId="404"/>
          <ac:spMkLst>
            <pc:docMk/>
            <pc:sldMk cId="794452786" sldId="731"/>
            <ac:spMk id="18" creationId="{5210D2C2-0658-44B4-89E4-416861006014}"/>
          </ac:spMkLst>
        </pc:spChg>
      </pc:sldChg>
      <pc:sldChg chg="add del">
        <pc:chgData name="Milos Novovic" userId="a1d7132c96a2f9fa" providerId="LiveId" clId="{B39AE1C4-C922-49D4-8941-AC409D92A24D}" dt="2020-02-25T18:31:16.163" v="2502"/>
        <pc:sldMkLst>
          <pc:docMk/>
          <pc:sldMk cId="743116270" sldId="732"/>
        </pc:sldMkLst>
      </pc:sldChg>
      <pc:sldChg chg="modSp add ord modAnim">
        <pc:chgData name="Milos Novovic" userId="a1d7132c96a2f9fa" providerId="LiveId" clId="{B39AE1C4-C922-49D4-8941-AC409D92A24D}" dt="2020-02-25T18:33:14.023" v="2771" actId="20577"/>
        <pc:sldMkLst>
          <pc:docMk/>
          <pc:sldMk cId="3064181106" sldId="732"/>
        </pc:sldMkLst>
        <pc:spChg chg="mod">
          <ac:chgData name="Milos Novovic" userId="a1d7132c96a2f9fa" providerId="LiveId" clId="{B39AE1C4-C922-49D4-8941-AC409D92A24D}" dt="2020-02-25T18:33:14.023" v="2771" actId="20577"/>
          <ac:spMkLst>
            <pc:docMk/>
            <pc:sldMk cId="3064181106" sldId="732"/>
            <ac:spMk id="18" creationId="{5210D2C2-0658-44B4-89E4-416861006014}"/>
          </ac:spMkLst>
        </pc:spChg>
      </pc:sldChg>
      <pc:sldChg chg="modSp add ord modAnim">
        <pc:chgData name="Milos Novovic" userId="a1d7132c96a2f9fa" providerId="LiveId" clId="{B39AE1C4-C922-49D4-8941-AC409D92A24D}" dt="2020-02-25T18:37:19.247" v="3105" actId="20577"/>
        <pc:sldMkLst>
          <pc:docMk/>
          <pc:sldMk cId="3028409389" sldId="733"/>
        </pc:sldMkLst>
        <pc:spChg chg="mod">
          <ac:chgData name="Milos Novovic" userId="a1d7132c96a2f9fa" providerId="LiveId" clId="{B39AE1C4-C922-49D4-8941-AC409D92A24D}" dt="2020-02-25T18:37:19.247" v="3105" actId="20577"/>
          <ac:spMkLst>
            <pc:docMk/>
            <pc:sldMk cId="3028409389" sldId="733"/>
            <ac:spMk id="18" creationId="{5210D2C2-0658-44B4-89E4-416861006014}"/>
          </ac:spMkLst>
        </pc:spChg>
      </pc:sldChg>
      <pc:sldChg chg="modSp add del ord modAnim">
        <pc:chgData name="Milos Novovic" userId="a1d7132c96a2f9fa" providerId="LiveId" clId="{B39AE1C4-C922-49D4-8941-AC409D92A24D}" dt="2020-02-25T18:39:05.514" v="3325" actId="47"/>
        <pc:sldMkLst>
          <pc:docMk/>
          <pc:sldMk cId="2139184002" sldId="734"/>
        </pc:sldMkLst>
        <pc:spChg chg="mod">
          <ac:chgData name="Milos Novovic" userId="a1d7132c96a2f9fa" providerId="LiveId" clId="{B39AE1C4-C922-49D4-8941-AC409D92A24D}" dt="2020-02-25T18:38:59.864" v="3324" actId="20577"/>
          <ac:spMkLst>
            <pc:docMk/>
            <pc:sldMk cId="2139184002" sldId="734"/>
            <ac:spMk id="18" creationId="{5210D2C2-0658-44B4-89E4-416861006014}"/>
          </ac:spMkLst>
        </pc:spChg>
      </pc:sldChg>
      <pc:sldChg chg="modSp add ord">
        <pc:chgData name="Milos Novovic" userId="a1d7132c96a2f9fa" providerId="LiveId" clId="{B39AE1C4-C922-49D4-8941-AC409D92A24D}" dt="2020-02-25T18:40:11.192" v="3344" actId="1076"/>
        <pc:sldMkLst>
          <pc:docMk/>
          <pc:sldMk cId="4183000629" sldId="734"/>
        </pc:sldMkLst>
        <pc:spChg chg="mod">
          <ac:chgData name="Milos Novovic" userId="a1d7132c96a2f9fa" providerId="LiveId" clId="{B39AE1C4-C922-49D4-8941-AC409D92A24D}" dt="2020-02-25T18:40:11.192" v="3344" actId="1076"/>
          <ac:spMkLst>
            <pc:docMk/>
            <pc:sldMk cId="4183000629" sldId="734"/>
            <ac:spMk id="24" creationId="{00000000-0000-0000-0000-000000000000}"/>
          </ac:spMkLst>
        </pc:spChg>
      </pc:sldChg>
      <pc:sldChg chg="modSp add">
        <pc:chgData name="Milos Novovic" userId="a1d7132c96a2f9fa" providerId="LiveId" clId="{B39AE1C4-C922-49D4-8941-AC409D92A24D}" dt="2020-02-25T18:47:49.078" v="3722" actId="1076"/>
        <pc:sldMkLst>
          <pc:docMk/>
          <pc:sldMk cId="4055365174" sldId="735"/>
        </pc:sldMkLst>
        <pc:spChg chg="mod">
          <ac:chgData name="Milos Novovic" userId="a1d7132c96a2f9fa" providerId="LiveId" clId="{B39AE1C4-C922-49D4-8941-AC409D92A24D}" dt="2020-02-25T18:47:49.078" v="3722" actId="1076"/>
          <ac:spMkLst>
            <pc:docMk/>
            <pc:sldMk cId="4055365174" sldId="735"/>
            <ac:spMk id="24" creationId="{00000000-0000-0000-0000-000000000000}"/>
          </ac:spMkLst>
        </pc:spChg>
      </pc:sldChg>
      <pc:sldChg chg="modSp add ord modAnim">
        <pc:chgData name="Milos Novovic" userId="a1d7132c96a2f9fa" providerId="LiveId" clId="{B39AE1C4-C922-49D4-8941-AC409D92A24D}" dt="2020-02-25T18:50:47.160" v="4053" actId="20577"/>
        <pc:sldMkLst>
          <pc:docMk/>
          <pc:sldMk cId="1527564685" sldId="736"/>
        </pc:sldMkLst>
        <pc:spChg chg="mod">
          <ac:chgData name="Milos Novovic" userId="a1d7132c96a2f9fa" providerId="LiveId" clId="{B39AE1C4-C922-49D4-8941-AC409D92A24D}" dt="2020-02-25T18:50:47.160" v="4053" actId="20577"/>
          <ac:spMkLst>
            <pc:docMk/>
            <pc:sldMk cId="1527564685" sldId="736"/>
            <ac:spMk id="18" creationId="{5210D2C2-0658-44B4-89E4-416861006014}"/>
          </ac:spMkLst>
        </pc:spChg>
      </pc:sldChg>
      <pc:sldChg chg="modSp add ord modAnim">
        <pc:chgData name="Milos Novovic" userId="a1d7132c96a2f9fa" providerId="LiveId" clId="{B39AE1C4-C922-49D4-8941-AC409D92A24D}" dt="2020-02-25T19:06:37.301" v="4074"/>
        <pc:sldMkLst>
          <pc:docMk/>
          <pc:sldMk cId="3152102403" sldId="737"/>
        </pc:sldMkLst>
        <pc:spChg chg="mod">
          <ac:chgData name="Milos Novovic" userId="a1d7132c96a2f9fa" providerId="LiveId" clId="{B39AE1C4-C922-49D4-8941-AC409D92A24D}" dt="2020-02-25T19:06:26.793" v="4071" actId="20577"/>
          <ac:spMkLst>
            <pc:docMk/>
            <pc:sldMk cId="3152102403" sldId="737"/>
            <ac:spMk id="2" creationId="{00000000-0000-0000-0000-000000000000}"/>
          </ac:spMkLst>
        </pc:spChg>
        <pc:spChg chg="mod">
          <ac:chgData name="Milos Novovic" userId="a1d7132c96a2f9fa" providerId="LiveId" clId="{B39AE1C4-C922-49D4-8941-AC409D92A24D}" dt="2020-02-25T19:06:31.867" v="4073" actId="113"/>
          <ac:spMkLst>
            <pc:docMk/>
            <pc:sldMk cId="3152102403" sldId="737"/>
            <ac:spMk id="18" creationId="{5210D2C2-0658-44B4-89E4-416861006014}"/>
          </ac:spMkLst>
        </pc:spChg>
      </pc:sldChg>
      <pc:sldChg chg="add del">
        <pc:chgData name="Milos Novovic" userId="a1d7132c96a2f9fa" providerId="LiveId" clId="{B39AE1C4-C922-49D4-8941-AC409D92A24D}" dt="2020-02-25T19:05:58.925" v="4055" actId="47"/>
        <pc:sldMkLst>
          <pc:docMk/>
          <pc:sldMk cId="3508054301" sldId="737"/>
        </pc:sldMkLst>
      </pc:sldChg>
      <pc:sldChg chg="modSp add">
        <pc:chgData name="Milos Novovic" userId="a1d7132c96a2f9fa" providerId="LiveId" clId="{B39AE1C4-C922-49D4-8941-AC409D92A24D}" dt="2020-02-25T19:07:05.349" v="4083" actId="1076"/>
        <pc:sldMkLst>
          <pc:docMk/>
          <pc:sldMk cId="168044459" sldId="738"/>
        </pc:sldMkLst>
        <pc:spChg chg="mod">
          <ac:chgData name="Milos Novovic" userId="a1d7132c96a2f9fa" providerId="LiveId" clId="{B39AE1C4-C922-49D4-8941-AC409D92A24D}" dt="2020-02-25T19:06:40.796" v="4076" actId="20577"/>
          <ac:spMkLst>
            <pc:docMk/>
            <pc:sldMk cId="168044459" sldId="738"/>
            <ac:spMk id="2" creationId="{00000000-0000-0000-0000-000000000000}"/>
          </ac:spMkLst>
        </pc:spChg>
        <pc:spChg chg="mod">
          <ac:chgData name="Milos Novovic" userId="a1d7132c96a2f9fa" providerId="LiveId" clId="{B39AE1C4-C922-49D4-8941-AC409D92A24D}" dt="2020-02-25T19:07:05.349" v="4083" actId="1076"/>
          <ac:spMkLst>
            <pc:docMk/>
            <pc:sldMk cId="168044459" sldId="738"/>
            <ac:spMk id="18" creationId="{5210D2C2-0658-44B4-89E4-41686100601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a:extLst>
              <a:ext uri="{FF2B5EF4-FFF2-40B4-BE49-F238E27FC236}">
                <a16:creationId xmlns:a16="http://schemas.microsoft.com/office/drawing/2014/main" id="{2F7F0081-A9B3-4535-B513-078247E21E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a:p>
        </p:txBody>
      </p:sp>
      <p:sp>
        <p:nvSpPr>
          <p:cNvPr id="3" name="Plassholder for dato 2">
            <a:extLst>
              <a:ext uri="{FF2B5EF4-FFF2-40B4-BE49-F238E27FC236}">
                <a16:creationId xmlns:a16="http://schemas.microsoft.com/office/drawing/2014/main" id="{3DAA706C-6D4F-4472-8F24-6984F6EE08DA}"/>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B475CD-C60F-4097-A3D3-9509919E9BA6}" type="datetimeFigureOut">
              <a:rPr lang="nb-NO" smtClean="0"/>
              <a:t>25.02.2020</a:t>
            </a:fld>
            <a:endParaRPr lang="nb-NO"/>
          </a:p>
        </p:txBody>
      </p:sp>
      <p:sp>
        <p:nvSpPr>
          <p:cNvPr id="4" name="Plassholder for lysbilde 3">
            <a:extLst>
              <a:ext uri="{FF2B5EF4-FFF2-40B4-BE49-F238E27FC236}">
                <a16:creationId xmlns:a16="http://schemas.microsoft.com/office/drawing/2014/main" id="{93DE8450-1FCF-43C8-A5D2-84D68741C6D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b-NO"/>
          </a:p>
        </p:txBody>
      </p:sp>
      <p:sp>
        <p:nvSpPr>
          <p:cNvPr id="5" name="Plassholder for notater 4">
            <a:extLst>
              <a:ext uri="{FF2B5EF4-FFF2-40B4-BE49-F238E27FC236}">
                <a16:creationId xmlns:a16="http://schemas.microsoft.com/office/drawing/2014/main" id="{CEE9AB8C-9182-49AA-BE1E-B1D23BED289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6" name="Plassholder for bunntekst 5">
            <a:extLst>
              <a:ext uri="{FF2B5EF4-FFF2-40B4-BE49-F238E27FC236}">
                <a16:creationId xmlns:a16="http://schemas.microsoft.com/office/drawing/2014/main" id="{24557CEC-17A1-4EA1-BB8F-43269AB196DB}"/>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a:p>
        </p:txBody>
      </p:sp>
      <p:sp>
        <p:nvSpPr>
          <p:cNvPr id="7" name="Plassholder for lysbildenummer 6">
            <a:extLst>
              <a:ext uri="{FF2B5EF4-FFF2-40B4-BE49-F238E27FC236}">
                <a16:creationId xmlns:a16="http://schemas.microsoft.com/office/drawing/2014/main" id="{BB57E1C2-1E1B-4C2A-9F83-6A4237264AFD}"/>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37FAB6-014A-4D5D-996C-3AA26FE08398}" type="slidenum">
              <a:rPr lang="nb-NO" smtClean="0"/>
              <a:t>‹#›</a:t>
            </a:fld>
            <a:endParaRPr lang="nb-NO"/>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646466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dirty="0">
              <a:solidFill>
                <a:schemeClr val="bg1"/>
              </a:solidFill>
            </a:endParaRPr>
          </a:p>
        </p:txBody>
      </p:sp>
      <p:grpSp>
        <p:nvGrpSpPr>
          <p:cNvPr id="6" name="Group 5"/>
          <p:cNvGrpSpPr/>
          <p:nvPr userDrawn="1"/>
        </p:nvGrpSpPr>
        <p:grpSpPr>
          <a:xfrm>
            <a:off x="347419" y="6409324"/>
            <a:ext cx="224082" cy="221156"/>
            <a:chOff x="4328868" y="5502988"/>
            <a:chExt cx="500307" cy="493774"/>
          </a:xfrm>
        </p:grpSpPr>
        <p:sp>
          <p:nvSpPr>
            <p:cNvPr id="8" name="Freeform 7">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9" name="Freeform 8">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0" name="Group 9"/>
          <p:cNvGrpSpPr/>
          <p:nvPr userDrawn="1"/>
        </p:nvGrpSpPr>
        <p:grpSpPr>
          <a:xfrm flipH="1">
            <a:off x="933709" y="6409324"/>
            <a:ext cx="224082" cy="221156"/>
            <a:chOff x="4328868" y="5502988"/>
            <a:chExt cx="500307" cy="493774"/>
          </a:xfrm>
        </p:grpSpPr>
        <p:sp>
          <p:nvSpPr>
            <p:cNvPr id="11" name="Freeform 10">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2" name="Freeform 11">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4" name="Straight Connector 3"/>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4468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2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dirty="0">
              <a:solidFill>
                <a:schemeClr val="bg1"/>
              </a:solidFill>
            </a:endParaRPr>
          </a:p>
        </p:txBody>
      </p:sp>
    </p:spTree>
    <p:extLst>
      <p:ext uri="{BB962C8B-B14F-4D97-AF65-F5344CB8AC3E}">
        <p14:creationId xmlns:p14="http://schemas.microsoft.com/office/powerpoint/2010/main" val="2705902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8" name="Rectangle 7"/>
          <p:cNvSpPr/>
          <p:nvPr userDrawn="1"/>
        </p:nvSpPr>
        <p:spPr>
          <a:xfrm>
            <a:off x="0" y="-1"/>
            <a:ext cx="12192000" cy="4152123"/>
          </a:xfrm>
          <a:prstGeom prst="rect">
            <a:avLst/>
          </a:prstGeom>
          <a:pattFill prst="pct5">
            <a:fgClr>
              <a:schemeClr val="tx2">
                <a:lumMod val="75000"/>
              </a:schemeClr>
            </a:fgClr>
            <a:bgClr>
              <a:schemeClr val="tx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dirty="0">
              <a:solidFill>
                <a:schemeClr val="bg1"/>
              </a:solidFill>
            </a:endParaRPr>
          </a:p>
        </p:txBody>
      </p:sp>
      <p:sp>
        <p:nvSpPr>
          <p:cNvPr id="6" name="Picture Placeholder 3"/>
          <p:cNvSpPr>
            <a:spLocks noGrp="1"/>
          </p:cNvSpPr>
          <p:nvPr>
            <p:ph type="pic" sz="quarter" idx="10"/>
          </p:nvPr>
        </p:nvSpPr>
        <p:spPr>
          <a:xfrm>
            <a:off x="5265737" y="921256"/>
            <a:ext cx="1660525" cy="1658937"/>
          </a:xfrm>
          <a:prstGeom prst="ellipse">
            <a:avLst/>
          </a:prstGeom>
        </p:spPr>
        <p:txBody>
          <a:bodyPr>
            <a:normAutofit/>
          </a:bodyPr>
          <a:lstStyle>
            <a:lvl1pPr>
              <a:defRPr sz="1600">
                <a:solidFill>
                  <a:schemeClr val="accent2"/>
                </a:solidFill>
              </a:defRPr>
            </a:lvl1pPr>
          </a:lstStyle>
          <a:p>
            <a:endParaRPr lang="id-ID" dirty="0"/>
          </a:p>
        </p:txBody>
      </p:sp>
      <p:grpSp>
        <p:nvGrpSpPr>
          <p:cNvPr id="16" name="Group 15"/>
          <p:cNvGrpSpPr/>
          <p:nvPr userDrawn="1"/>
        </p:nvGrpSpPr>
        <p:grpSpPr>
          <a:xfrm>
            <a:off x="347419" y="6409324"/>
            <a:ext cx="224082" cy="221156"/>
            <a:chOff x="4328868" y="5502988"/>
            <a:chExt cx="500307" cy="493774"/>
          </a:xfrm>
        </p:grpSpPr>
        <p:sp>
          <p:nvSpPr>
            <p:cNvPr id="17" name="Freeform 16">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8" name="Freeform 17">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9" name="Group 18"/>
          <p:cNvGrpSpPr/>
          <p:nvPr userDrawn="1"/>
        </p:nvGrpSpPr>
        <p:grpSpPr>
          <a:xfrm flipH="1">
            <a:off x="933709" y="6409324"/>
            <a:ext cx="224082" cy="221156"/>
            <a:chOff x="4328868" y="5502988"/>
            <a:chExt cx="500307" cy="493774"/>
          </a:xfrm>
        </p:grpSpPr>
        <p:sp>
          <p:nvSpPr>
            <p:cNvPr id="20" name="Freeform 19">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1" name="Freeform 20">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2" name="Straight Connector 21"/>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3848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accent2"/>
              </a:solidFill>
            </a:endParaRPr>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accent2"/>
              </a:solidFill>
            </a:endParaRPr>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dirty="0">
              <a:solidFill>
                <a:schemeClr val="bg1"/>
              </a:solidFill>
            </a:endParaRPr>
          </a:p>
        </p:txBody>
      </p:sp>
      <p:sp>
        <p:nvSpPr>
          <p:cNvPr id="8" name="Picture Placeholder 3"/>
          <p:cNvSpPr>
            <a:spLocks noGrp="1"/>
          </p:cNvSpPr>
          <p:nvPr>
            <p:ph type="pic" sz="quarter" idx="11"/>
          </p:nvPr>
        </p:nvSpPr>
        <p:spPr>
          <a:xfrm>
            <a:off x="8116673" y="1993246"/>
            <a:ext cx="4059266" cy="2635316"/>
          </a:xfrm>
        </p:spPr>
        <p:txBody>
          <a:bodyPr>
            <a:normAutofit/>
          </a:bodyPr>
          <a:lstStyle>
            <a:lvl1pPr>
              <a:defRPr sz="1600">
                <a:solidFill>
                  <a:schemeClr val="accent2"/>
                </a:solidFill>
              </a:defRPr>
            </a:lvl1pPr>
          </a:lstStyle>
          <a:p>
            <a:endParaRPr lang="id-ID"/>
          </a:p>
        </p:txBody>
      </p:sp>
      <p:sp>
        <p:nvSpPr>
          <p:cNvPr id="11" name="Picture Placeholder 3"/>
          <p:cNvSpPr>
            <a:spLocks noGrp="1"/>
          </p:cNvSpPr>
          <p:nvPr>
            <p:ph type="pic" sz="quarter" idx="12"/>
          </p:nvPr>
        </p:nvSpPr>
        <p:spPr>
          <a:xfrm>
            <a:off x="0" y="1993246"/>
            <a:ext cx="4058337" cy="2635316"/>
          </a:xfrm>
        </p:spPr>
        <p:txBody>
          <a:bodyPr>
            <a:normAutofit/>
          </a:bodyPr>
          <a:lstStyle>
            <a:lvl1pPr>
              <a:defRPr sz="1600">
                <a:solidFill>
                  <a:schemeClr val="accent2"/>
                </a:solidFill>
              </a:defRPr>
            </a:lvl1pPr>
          </a:lstStyle>
          <a:p>
            <a:endParaRPr lang="id-ID"/>
          </a:p>
        </p:txBody>
      </p:sp>
      <p:grpSp>
        <p:nvGrpSpPr>
          <p:cNvPr id="17" name="Group 16"/>
          <p:cNvGrpSpPr/>
          <p:nvPr userDrawn="1"/>
        </p:nvGrpSpPr>
        <p:grpSpPr>
          <a:xfrm>
            <a:off x="347419" y="6409324"/>
            <a:ext cx="224082" cy="221156"/>
            <a:chOff x="4328868" y="5502988"/>
            <a:chExt cx="500307" cy="493774"/>
          </a:xfrm>
        </p:grpSpPr>
        <p:sp>
          <p:nvSpPr>
            <p:cNvPr id="18" name="Freeform 17">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9" name="Freeform 18">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0" name="Group 19"/>
          <p:cNvGrpSpPr/>
          <p:nvPr userDrawn="1"/>
        </p:nvGrpSpPr>
        <p:grpSpPr>
          <a:xfrm flipH="1">
            <a:off x="933709" y="6409324"/>
            <a:ext cx="224082" cy="221156"/>
            <a:chOff x="4328868" y="5502988"/>
            <a:chExt cx="500307" cy="493774"/>
          </a:xfrm>
        </p:grpSpPr>
        <p:sp>
          <p:nvSpPr>
            <p:cNvPr id="21" name="Freeform 20">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2" name="Freeform 21">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3" name="Straight Connector 22"/>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1623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accent2"/>
              </a:solidFill>
            </a:endParaRPr>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accent2"/>
              </a:solidFill>
            </a:endParaRPr>
          </a:p>
        </p:txBody>
      </p:sp>
      <p:sp>
        <p:nvSpPr>
          <p:cNvPr id="7" name="TextBox 6"/>
          <p:cNvSpPr txBox="1"/>
          <p:nvPr userDrawn="1"/>
        </p:nvSpPr>
        <p:spPr>
          <a:xfrm>
            <a:off x="11560205" y="305131"/>
            <a:ext cx="399468"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400" dirty="0">
              <a:solidFill>
                <a:schemeClr val="bg1"/>
              </a:solidFill>
            </a:endParaRPr>
          </a:p>
        </p:txBody>
      </p:sp>
      <p:sp>
        <p:nvSpPr>
          <p:cNvPr id="11" name="Picture Placeholder 3"/>
          <p:cNvSpPr>
            <a:spLocks noGrp="1"/>
          </p:cNvSpPr>
          <p:nvPr>
            <p:ph type="pic" sz="quarter" idx="12"/>
          </p:nvPr>
        </p:nvSpPr>
        <p:spPr>
          <a:xfrm>
            <a:off x="0" y="1993246"/>
            <a:ext cx="12192000" cy="2635316"/>
          </a:xfrm>
        </p:spPr>
        <p:txBody>
          <a:bodyPr>
            <a:normAutofit/>
          </a:bodyPr>
          <a:lstStyle>
            <a:lvl1pPr>
              <a:defRPr sz="1600">
                <a:solidFill>
                  <a:schemeClr val="accent2"/>
                </a:solidFill>
              </a:defRPr>
            </a:lvl1pPr>
          </a:lstStyle>
          <a:p>
            <a:endParaRPr lang="id-ID"/>
          </a:p>
        </p:txBody>
      </p:sp>
      <p:grpSp>
        <p:nvGrpSpPr>
          <p:cNvPr id="15" name="Group 14"/>
          <p:cNvGrpSpPr/>
          <p:nvPr userDrawn="1"/>
        </p:nvGrpSpPr>
        <p:grpSpPr>
          <a:xfrm>
            <a:off x="347419" y="6409324"/>
            <a:ext cx="224082" cy="221156"/>
            <a:chOff x="4328868" y="5502988"/>
            <a:chExt cx="500307" cy="493774"/>
          </a:xfrm>
        </p:grpSpPr>
        <p:sp>
          <p:nvSpPr>
            <p:cNvPr id="16" name="Freeform 15">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7" name="Freeform 16">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8" name="Group 17"/>
          <p:cNvGrpSpPr/>
          <p:nvPr userDrawn="1"/>
        </p:nvGrpSpPr>
        <p:grpSpPr>
          <a:xfrm flipH="1">
            <a:off x="933709" y="6409324"/>
            <a:ext cx="224082" cy="221156"/>
            <a:chOff x="4328868" y="5502988"/>
            <a:chExt cx="500307" cy="493774"/>
          </a:xfrm>
        </p:grpSpPr>
        <p:sp>
          <p:nvSpPr>
            <p:cNvPr id="19" name="Freeform 18">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0" name="Freeform 19">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1" name="Straight Connector 20"/>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9859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6" name="Picture Placeholder 3"/>
          <p:cNvSpPr>
            <a:spLocks noGrp="1"/>
          </p:cNvSpPr>
          <p:nvPr>
            <p:ph type="pic" sz="quarter" idx="10"/>
          </p:nvPr>
        </p:nvSpPr>
        <p:spPr>
          <a:xfrm>
            <a:off x="0" y="0"/>
            <a:ext cx="2034000" cy="2286000"/>
          </a:xfrm>
        </p:spPr>
        <p:txBody>
          <a:bodyPr/>
          <a:lstStyle>
            <a:lvl1pPr>
              <a:defRPr sz="1800">
                <a:solidFill>
                  <a:schemeClr val="accent2"/>
                </a:solidFill>
              </a:defRPr>
            </a:lvl1pPr>
          </a:lstStyle>
          <a:p>
            <a:endParaRPr lang="id-ID"/>
          </a:p>
        </p:txBody>
      </p:sp>
      <p:sp>
        <p:nvSpPr>
          <p:cNvPr id="8" name="Picture Placeholder 3"/>
          <p:cNvSpPr>
            <a:spLocks noGrp="1"/>
          </p:cNvSpPr>
          <p:nvPr>
            <p:ph type="pic" sz="quarter" idx="11"/>
          </p:nvPr>
        </p:nvSpPr>
        <p:spPr>
          <a:xfrm>
            <a:off x="0" y="2286000"/>
            <a:ext cx="2034000" cy="2286000"/>
          </a:xfrm>
        </p:spPr>
        <p:txBody>
          <a:bodyPr/>
          <a:lstStyle>
            <a:lvl1pPr>
              <a:defRPr sz="1800">
                <a:solidFill>
                  <a:schemeClr val="accent2"/>
                </a:solidFill>
              </a:defRPr>
            </a:lvl1pPr>
          </a:lstStyle>
          <a:p>
            <a:endParaRPr lang="id-ID"/>
          </a:p>
        </p:txBody>
      </p:sp>
      <p:sp>
        <p:nvSpPr>
          <p:cNvPr id="9" name="Picture Placeholder 3"/>
          <p:cNvSpPr>
            <a:spLocks noGrp="1"/>
          </p:cNvSpPr>
          <p:nvPr>
            <p:ph type="pic" sz="quarter" idx="12"/>
          </p:nvPr>
        </p:nvSpPr>
        <p:spPr>
          <a:xfrm>
            <a:off x="0" y="4572000"/>
            <a:ext cx="2034000" cy="2286000"/>
          </a:xfrm>
        </p:spPr>
        <p:txBody>
          <a:bodyPr/>
          <a:lstStyle>
            <a:lvl1pPr>
              <a:defRPr sz="1800">
                <a:solidFill>
                  <a:schemeClr val="accent2"/>
                </a:solidFill>
              </a:defRPr>
            </a:lvl1pPr>
          </a:lstStyle>
          <a:p>
            <a:endParaRPr lang="id-ID"/>
          </a:p>
        </p:txBody>
      </p:sp>
      <p:sp>
        <p:nvSpPr>
          <p:cNvPr id="10" name="Picture Placeholder 3"/>
          <p:cNvSpPr>
            <a:spLocks noGrp="1"/>
          </p:cNvSpPr>
          <p:nvPr>
            <p:ph type="pic" sz="quarter" idx="13"/>
          </p:nvPr>
        </p:nvSpPr>
        <p:spPr>
          <a:xfrm>
            <a:off x="2037319" y="0"/>
            <a:ext cx="2034000" cy="2286000"/>
          </a:xfrm>
        </p:spPr>
        <p:txBody>
          <a:bodyPr/>
          <a:lstStyle>
            <a:lvl1pPr>
              <a:defRPr sz="1800">
                <a:solidFill>
                  <a:schemeClr val="accent2"/>
                </a:solidFill>
              </a:defRPr>
            </a:lvl1pPr>
          </a:lstStyle>
          <a:p>
            <a:endParaRPr lang="id-ID"/>
          </a:p>
        </p:txBody>
      </p:sp>
      <p:sp>
        <p:nvSpPr>
          <p:cNvPr id="12" name="Picture Placeholder 3"/>
          <p:cNvSpPr>
            <a:spLocks noGrp="1"/>
          </p:cNvSpPr>
          <p:nvPr>
            <p:ph type="pic" sz="quarter" idx="14"/>
          </p:nvPr>
        </p:nvSpPr>
        <p:spPr>
          <a:xfrm>
            <a:off x="2037319" y="2286000"/>
            <a:ext cx="2034000" cy="2286000"/>
          </a:xfrm>
        </p:spPr>
        <p:txBody>
          <a:bodyPr/>
          <a:lstStyle>
            <a:lvl1pPr>
              <a:defRPr sz="1800">
                <a:solidFill>
                  <a:schemeClr val="accent2"/>
                </a:solidFill>
              </a:defRPr>
            </a:lvl1pPr>
          </a:lstStyle>
          <a:p>
            <a:endParaRPr lang="id-ID"/>
          </a:p>
        </p:txBody>
      </p:sp>
      <p:sp>
        <p:nvSpPr>
          <p:cNvPr id="13" name="Picture Placeholder 3"/>
          <p:cNvSpPr>
            <a:spLocks noGrp="1"/>
          </p:cNvSpPr>
          <p:nvPr>
            <p:ph type="pic" sz="quarter" idx="15"/>
          </p:nvPr>
        </p:nvSpPr>
        <p:spPr>
          <a:xfrm>
            <a:off x="2037319" y="4572000"/>
            <a:ext cx="2034000" cy="2286000"/>
          </a:xfrm>
        </p:spPr>
        <p:txBody>
          <a:bodyPr/>
          <a:lstStyle>
            <a:lvl1pPr>
              <a:defRPr sz="1800">
                <a:solidFill>
                  <a:schemeClr val="accent2"/>
                </a:solidFill>
              </a:defRPr>
            </a:lvl1pPr>
          </a:lstStyle>
          <a:p>
            <a:endParaRPr lang="id-ID"/>
          </a:p>
        </p:txBody>
      </p:sp>
      <p:sp>
        <p:nvSpPr>
          <p:cNvPr id="14" name="Picture Placeholder 3"/>
          <p:cNvSpPr>
            <a:spLocks noGrp="1"/>
          </p:cNvSpPr>
          <p:nvPr>
            <p:ph type="pic" sz="quarter" idx="16"/>
          </p:nvPr>
        </p:nvSpPr>
        <p:spPr>
          <a:xfrm>
            <a:off x="4071319" y="0"/>
            <a:ext cx="2034000" cy="2286000"/>
          </a:xfrm>
        </p:spPr>
        <p:txBody>
          <a:bodyPr/>
          <a:lstStyle>
            <a:lvl1pPr>
              <a:defRPr sz="1800">
                <a:solidFill>
                  <a:schemeClr val="accent2"/>
                </a:solidFill>
              </a:defRPr>
            </a:lvl1pPr>
          </a:lstStyle>
          <a:p>
            <a:endParaRPr lang="id-ID"/>
          </a:p>
        </p:txBody>
      </p:sp>
      <p:sp>
        <p:nvSpPr>
          <p:cNvPr id="15" name="Picture Placeholder 3"/>
          <p:cNvSpPr>
            <a:spLocks noGrp="1"/>
          </p:cNvSpPr>
          <p:nvPr>
            <p:ph type="pic" sz="quarter" idx="17"/>
          </p:nvPr>
        </p:nvSpPr>
        <p:spPr>
          <a:xfrm>
            <a:off x="4071319" y="2286000"/>
            <a:ext cx="2034000" cy="2286000"/>
          </a:xfrm>
        </p:spPr>
        <p:txBody>
          <a:bodyPr/>
          <a:lstStyle>
            <a:lvl1pPr>
              <a:defRPr sz="1800">
                <a:solidFill>
                  <a:schemeClr val="accent2"/>
                </a:solidFill>
              </a:defRPr>
            </a:lvl1pPr>
          </a:lstStyle>
          <a:p>
            <a:endParaRPr lang="id-ID"/>
          </a:p>
        </p:txBody>
      </p:sp>
      <p:sp>
        <p:nvSpPr>
          <p:cNvPr id="16" name="Picture Placeholder 3"/>
          <p:cNvSpPr>
            <a:spLocks noGrp="1"/>
          </p:cNvSpPr>
          <p:nvPr>
            <p:ph type="pic" sz="quarter" idx="18"/>
          </p:nvPr>
        </p:nvSpPr>
        <p:spPr>
          <a:xfrm>
            <a:off x="4071319" y="4572000"/>
            <a:ext cx="2034000" cy="2286000"/>
          </a:xfrm>
        </p:spPr>
        <p:txBody>
          <a:bodyPr/>
          <a:lstStyle>
            <a:lvl1pPr>
              <a:defRPr sz="1800">
                <a:solidFill>
                  <a:schemeClr val="accent2"/>
                </a:solidFill>
              </a:defRPr>
            </a:lvl1pPr>
          </a:lstStyle>
          <a:p>
            <a:endParaRPr lang="id-ID"/>
          </a:p>
        </p:txBody>
      </p:sp>
      <p:sp>
        <p:nvSpPr>
          <p:cNvPr id="17" name="Picture Placeholder 3"/>
          <p:cNvSpPr>
            <a:spLocks noGrp="1"/>
          </p:cNvSpPr>
          <p:nvPr>
            <p:ph type="pic" sz="quarter" idx="19"/>
          </p:nvPr>
        </p:nvSpPr>
        <p:spPr>
          <a:xfrm>
            <a:off x="6108638" y="0"/>
            <a:ext cx="2034000" cy="2286000"/>
          </a:xfrm>
        </p:spPr>
        <p:txBody>
          <a:bodyPr/>
          <a:lstStyle>
            <a:lvl1pPr>
              <a:defRPr sz="1800">
                <a:solidFill>
                  <a:schemeClr val="accent2"/>
                </a:solidFill>
              </a:defRPr>
            </a:lvl1pPr>
          </a:lstStyle>
          <a:p>
            <a:endParaRPr lang="id-ID"/>
          </a:p>
        </p:txBody>
      </p:sp>
      <p:sp>
        <p:nvSpPr>
          <p:cNvPr id="18" name="Picture Placeholder 3"/>
          <p:cNvSpPr>
            <a:spLocks noGrp="1"/>
          </p:cNvSpPr>
          <p:nvPr>
            <p:ph type="pic" sz="quarter" idx="20"/>
          </p:nvPr>
        </p:nvSpPr>
        <p:spPr>
          <a:xfrm>
            <a:off x="6108638" y="2286000"/>
            <a:ext cx="2034000" cy="2286000"/>
          </a:xfrm>
        </p:spPr>
        <p:txBody>
          <a:bodyPr/>
          <a:lstStyle>
            <a:lvl1pPr>
              <a:defRPr sz="1800">
                <a:solidFill>
                  <a:schemeClr val="accent2"/>
                </a:solidFill>
              </a:defRPr>
            </a:lvl1pPr>
          </a:lstStyle>
          <a:p>
            <a:endParaRPr lang="id-ID"/>
          </a:p>
        </p:txBody>
      </p:sp>
      <p:sp>
        <p:nvSpPr>
          <p:cNvPr id="19" name="Picture Placeholder 3"/>
          <p:cNvSpPr>
            <a:spLocks noGrp="1"/>
          </p:cNvSpPr>
          <p:nvPr>
            <p:ph type="pic" sz="quarter" idx="21"/>
          </p:nvPr>
        </p:nvSpPr>
        <p:spPr>
          <a:xfrm>
            <a:off x="6108638" y="4572000"/>
            <a:ext cx="2034000" cy="2286000"/>
          </a:xfrm>
        </p:spPr>
        <p:txBody>
          <a:bodyPr/>
          <a:lstStyle>
            <a:lvl1pPr>
              <a:defRPr sz="1800">
                <a:solidFill>
                  <a:schemeClr val="accent2"/>
                </a:solidFill>
              </a:defRPr>
            </a:lvl1pPr>
          </a:lstStyle>
          <a:p>
            <a:endParaRPr lang="id-ID"/>
          </a:p>
        </p:txBody>
      </p:sp>
      <p:sp>
        <p:nvSpPr>
          <p:cNvPr id="20" name="Picture Placeholder 3"/>
          <p:cNvSpPr>
            <a:spLocks noGrp="1"/>
          </p:cNvSpPr>
          <p:nvPr>
            <p:ph type="pic" sz="quarter" idx="22"/>
          </p:nvPr>
        </p:nvSpPr>
        <p:spPr>
          <a:xfrm>
            <a:off x="8139319" y="0"/>
            <a:ext cx="2034000" cy="2286000"/>
          </a:xfrm>
        </p:spPr>
        <p:txBody>
          <a:bodyPr/>
          <a:lstStyle>
            <a:lvl1pPr>
              <a:defRPr sz="1800">
                <a:solidFill>
                  <a:schemeClr val="accent2"/>
                </a:solidFill>
              </a:defRPr>
            </a:lvl1pPr>
          </a:lstStyle>
          <a:p>
            <a:endParaRPr lang="id-ID"/>
          </a:p>
        </p:txBody>
      </p:sp>
      <p:sp>
        <p:nvSpPr>
          <p:cNvPr id="21" name="Picture Placeholder 3"/>
          <p:cNvSpPr>
            <a:spLocks noGrp="1"/>
          </p:cNvSpPr>
          <p:nvPr>
            <p:ph type="pic" sz="quarter" idx="23"/>
          </p:nvPr>
        </p:nvSpPr>
        <p:spPr>
          <a:xfrm>
            <a:off x="8139319" y="2286000"/>
            <a:ext cx="2034000" cy="2286000"/>
          </a:xfrm>
        </p:spPr>
        <p:txBody>
          <a:bodyPr/>
          <a:lstStyle>
            <a:lvl1pPr>
              <a:defRPr sz="1800">
                <a:solidFill>
                  <a:schemeClr val="accent2"/>
                </a:solidFill>
              </a:defRPr>
            </a:lvl1pPr>
          </a:lstStyle>
          <a:p>
            <a:endParaRPr lang="id-ID"/>
          </a:p>
        </p:txBody>
      </p:sp>
      <p:sp>
        <p:nvSpPr>
          <p:cNvPr id="22" name="Picture Placeholder 3"/>
          <p:cNvSpPr>
            <a:spLocks noGrp="1"/>
          </p:cNvSpPr>
          <p:nvPr>
            <p:ph type="pic" sz="quarter" idx="24"/>
          </p:nvPr>
        </p:nvSpPr>
        <p:spPr>
          <a:xfrm>
            <a:off x="8139319" y="4572000"/>
            <a:ext cx="2034000" cy="2286000"/>
          </a:xfrm>
        </p:spPr>
        <p:txBody>
          <a:bodyPr/>
          <a:lstStyle>
            <a:lvl1pPr>
              <a:defRPr sz="1800">
                <a:solidFill>
                  <a:schemeClr val="accent2"/>
                </a:solidFill>
              </a:defRPr>
            </a:lvl1pPr>
          </a:lstStyle>
          <a:p>
            <a:endParaRPr lang="id-ID"/>
          </a:p>
        </p:txBody>
      </p:sp>
      <p:sp>
        <p:nvSpPr>
          <p:cNvPr id="23" name="Picture Placeholder 3"/>
          <p:cNvSpPr>
            <a:spLocks noGrp="1"/>
          </p:cNvSpPr>
          <p:nvPr>
            <p:ph type="pic" sz="quarter" idx="25"/>
          </p:nvPr>
        </p:nvSpPr>
        <p:spPr>
          <a:xfrm>
            <a:off x="10176638" y="0"/>
            <a:ext cx="2034000" cy="2286000"/>
          </a:xfrm>
        </p:spPr>
        <p:txBody>
          <a:bodyPr/>
          <a:lstStyle>
            <a:lvl1pPr>
              <a:defRPr sz="1800">
                <a:solidFill>
                  <a:schemeClr val="accent2"/>
                </a:solidFill>
              </a:defRPr>
            </a:lvl1pPr>
          </a:lstStyle>
          <a:p>
            <a:endParaRPr lang="id-ID"/>
          </a:p>
        </p:txBody>
      </p:sp>
      <p:sp>
        <p:nvSpPr>
          <p:cNvPr id="24" name="Picture Placeholder 3"/>
          <p:cNvSpPr>
            <a:spLocks noGrp="1"/>
          </p:cNvSpPr>
          <p:nvPr>
            <p:ph type="pic" sz="quarter" idx="26"/>
          </p:nvPr>
        </p:nvSpPr>
        <p:spPr>
          <a:xfrm>
            <a:off x="10176638" y="2286000"/>
            <a:ext cx="2034000" cy="2286000"/>
          </a:xfrm>
        </p:spPr>
        <p:txBody>
          <a:bodyPr/>
          <a:lstStyle>
            <a:lvl1pPr>
              <a:defRPr sz="1800">
                <a:solidFill>
                  <a:schemeClr val="accent2"/>
                </a:solidFill>
              </a:defRPr>
            </a:lvl1pPr>
          </a:lstStyle>
          <a:p>
            <a:endParaRPr lang="id-ID"/>
          </a:p>
        </p:txBody>
      </p:sp>
      <p:sp>
        <p:nvSpPr>
          <p:cNvPr id="25" name="Picture Placeholder 3"/>
          <p:cNvSpPr>
            <a:spLocks noGrp="1"/>
          </p:cNvSpPr>
          <p:nvPr>
            <p:ph type="pic" sz="quarter" idx="27"/>
          </p:nvPr>
        </p:nvSpPr>
        <p:spPr>
          <a:xfrm>
            <a:off x="10176638" y="4572000"/>
            <a:ext cx="2034000" cy="2286000"/>
          </a:xfrm>
        </p:spPr>
        <p:txBody>
          <a:bodyPr/>
          <a:lstStyle>
            <a:lvl1pPr>
              <a:defRPr sz="1800">
                <a:solidFill>
                  <a:schemeClr val="accent2"/>
                </a:solidFill>
              </a:defRPr>
            </a:lvl1pPr>
          </a:lstStyle>
          <a:p>
            <a:endParaRPr lang="id-ID"/>
          </a:p>
        </p:txBody>
      </p:sp>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a:solidFill>
                <a:schemeClr val="accent2"/>
              </a:solidFill>
            </a:endParaRPr>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200">
              <a:solidFill>
                <a:schemeClr val="accent2"/>
              </a:solidFill>
            </a:endParaRPr>
          </a:p>
        </p:txBody>
      </p:sp>
      <p:sp>
        <p:nvSpPr>
          <p:cNvPr id="7" name="TextBox 6"/>
          <p:cNvSpPr txBox="1"/>
          <p:nvPr userDrawn="1"/>
        </p:nvSpPr>
        <p:spPr>
          <a:xfrm>
            <a:off x="11584250" y="305131"/>
            <a:ext cx="351378" cy="261610"/>
          </a:xfrm>
          <a:prstGeom prst="rect">
            <a:avLst/>
          </a:prstGeom>
          <a:noFill/>
        </p:spPr>
        <p:txBody>
          <a:bodyPr wrap="none" rtlCol="0">
            <a:spAutoFit/>
          </a:bodyPr>
          <a:lstStyle/>
          <a:p>
            <a:pPr algn="ctr"/>
            <a:fld id="{260E2A6B-A809-4840-BF14-8648BC0BDF87}" type="slidenum">
              <a:rPr lang="id-ID" sz="1050" b="1" smtClean="0">
                <a:solidFill>
                  <a:schemeClr val="accent2"/>
                </a:solidFill>
              </a:rPr>
              <a:pPr algn="ctr"/>
              <a:t>‹#›</a:t>
            </a:fld>
            <a:endParaRPr lang="id-ID" sz="1050" dirty="0">
              <a:solidFill>
                <a:schemeClr val="accent2"/>
              </a:solidFill>
            </a:endParaRPr>
          </a:p>
        </p:txBody>
      </p:sp>
    </p:spTree>
    <p:extLst>
      <p:ext uri="{BB962C8B-B14F-4D97-AF65-F5344CB8AC3E}">
        <p14:creationId xmlns:p14="http://schemas.microsoft.com/office/powerpoint/2010/main" val="1286186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7" name="TextBox 6"/>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sp>
        <p:nvSpPr>
          <p:cNvPr id="26" name="Picture Placeholder 3"/>
          <p:cNvSpPr>
            <a:spLocks noGrp="1"/>
          </p:cNvSpPr>
          <p:nvPr>
            <p:ph type="pic" sz="quarter" idx="10"/>
          </p:nvPr>
        </p:nvSpPr>
        <p:spPr>
          <a:xfrm>
            <a:off x="1450174" y="2284944"/>
            <a:ext cx="1697846" cy="1697847"/>
          </a:xfrm>
          <a:prstGeom prst="ellipse">
            <a:avLst/>
          </a:prstGeom>
        </p:spPr>
        <p:txBody>
          <a:bodyPr>
            <a:normAutofit/>
          </a:bodyPr>
          <a:lstStyle>
            <a:lvl1pPr>
              <a:defRPr sz="1600">
                <a:solidFill>
                  <a:schemeClr val="accent2"/>
                </a:solidFill>
              </a:defRPr>
            </a:lvl1pPr>
          </a:lstStyle>
          <a:p>
            <a:endParaRPr lang="id-ID" dirty="0"/>
          </a:p>
        </p:txBody>
      </p:sp>
      <p:sp>
        <p:nvSpPr>
          <p:cNvPr id="27" name="Picture Placeholder 3"/>
          <p:cNvSpPr>
            <a:spLocks noGrp="1"/>
          </p:cNvSpPr>
          <p:nvPr>
            <p:ph type="pic" sz="quarter" idx="11"/>
          </p:nvPr>
        </p:nvSpPr>
        <p:spPr>
          <a:xfrm>
            <a:off x="3971864" y="2284944"/>
            <a:ext cx="1697846" cy="1697847"/>
          </a:xfrm>
          <a:prstGeom prst="ellipse">
            <a:avLst/>
          </a:prstGeom>
        </p:spPr>
        <p:txBody>
          <a:bodyPr>
            <a:normAutofit/>
          </a:bodyPr>
          <a:lstStyle>
            <a:lvl1pPr>
              <a:defRPr sz="1600">
                <a:solidFill>
                  <a:schemeClr val="accent2"/>
                </a:solidFill>
              </a:defRPr>
            </a:lvl1pPr>
          </a:lstStyle>
          <a:p>
            <a:endParaRPr lang="id-ID" dirty="0"/>
          </a:p>
        </p:txBody>
      </p:sp>
      <p:sp>
        <p:nvSpPr>
          <p:cNvPr id="28" name="Picture Placeholder 3"/>
          <p:cNvSpPr>
            <a:spLocks noGrp="1"/>
          </p:cNvSpPr>
          <p:nvPr>
            <p:ph type="pic" sz="quarter" idx="12"/>
          </p:nvPr>
        </p:nvSpPr>
        <p:spPr>
          <a:xfrm>
            <a:off x="6508785" y="2284944"/>
            <a:ext cx="1697846" cy="1697847"/>
          </a:xfrm>
          <a:prstGeom prst="ellipse">
            <a:avLst/>
          </a:prstGeom>
        </p:spPr>
        <p:txBody>
          <a:bodyPr>
            <a:normAutofit/>
          </a:bodyPr>
          <a:lstStyle>
            <a:lvl1pPr>
              <a:defRPr sz="1600">
                <a:solidFill>
                  <a:schemeClr val="accent2"/>
                </a:solidFill>
              </a:defRPr>
            </a:lvl1pPr>
          </a:lstStyle>
          <a:p>
            <a:endParaRPr lang="id-ID" dirty="0"/>
          </a:p>
        </p:txBody>
      </p:sp>
      <p:sp>
        <p:nvSpPr>
          <p:cNvPr id="29" name="Picture Placeholder 3"/>
          <p:cNvSpPr>
            <a:spLocks noGrp="1"/>
          </p:cNvSpPr>
          <p:nvPr>
            <p:ph type="pic" sz="quarter" idx="13"/>
          </p:nvPr>
        </p:nvSpPr>
        <p:spPr>
          <a:xfrm>
            <a:off x="9030475" y="2284944"/>
            <a:ext cx="1697846" cy="1697847"/>
          </a:xfrm>
          <a:prstGeom prst="ellipse">
            <a:avLst/>
          </a:prstGeom>
        </p:spPr>
        <p:txBody>
          <a:bodyPr>
            <a:normAutofit/>
          </a:bodyPr>
          <a:lstStyle>
            <a:lvl1pPr>
              <a:defRPr sz="1600">
                <a:solidFill>
                  <a:schemeClr val="accent2"/>
                </a:solidFill>
              </a:defRPr>
            </a:lvl1pPr>
          </a:lstStyle>
          <a:p>
            <a:endParaRPr lang="id-ID"/>
          </a:p>
        </p:txBody>
      </p:sp>
      <p:grpSp>
        <p:nvGrpSpPr>
          <p:cNvPr id="16" name="Group 15"/>
          <p:cNvGrpSpPr/>
          <p:nvPr userDrawn="1"/>
        </p:nvGrpSpPr>
        <p:grpSpPr>
          <a:xfrm>
            <a:off x="347419" y="6409324"/>
            <a:ext cx="224082" cy="221156"/>
            <a:chOff x="4328868" y="5502988"/>
            <a:chExt cx="500307" cy="493774"/>
          </a:xfrm>
        </p:grpSpPr>
        <p:sp>
          <p:nvSpPr>
            <p:cNvPr id="17" name="Freeform 16">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8" name="Freeform 17">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9" name="Group 18"/>
          <p:cNvGrpSpPr/>
          <p:nvPr userDrawn="1"/>
        </p:nvGrpSpPr>
        <p:grpSpPr>
          <a:xfrm flipH="1">
            <a:off x="933709" y="6409324"/>
            <a:ext cx="224082" cy="221156"/>
            <a:chOff x="4328868" y="5502988"/>
            <a:chExt cx="500307" cy="493774"/>
          </a:xfrm>
        </p:grpSpPr>
        <p:sp>
          <p:nvSpPr>
            <p:cNvPr id="20" name="Freeform 19">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1" name="Freeform 20">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2" name="Straight Connector 21"/>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9618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72" name="Picture Placeholder 3"/>
          <p:cNvSpPr>
            <a:spLocks noGrp="1"/>
          </p:cNvSpPr>
          <p:nvPr>
            <p:ph type="pic" sz="quarter" idx="10"/>
          </p:nvPr>
        </p:nvSpPr>
        <p:spPr>
          <a:xfrm>
            <a:off x="1244493" y="2113494"/>
            <a:ext cx="1697846" cy="1697847"/>
          </a:xfrm>
          <a:prstGeom prst="ellipse">
            <a:avLst/>
          </a:prstGeom>
        </p:spPr>
        <p:txBody>
          <a:bodyPr>
            <a:normAutofit/>
          </a:bodyPr>
          <a:lstStyle>
            <a:lvl1pPr>
              <a:defRPr sz="1600">
                <a:solidFill>
                  <a:schemeClr val="accent2"/>
                </a:solidFill>
              </a:defRPr>
            </a:lvl1pPr>
          </a:lstStyle>
          <a:p>
            <a:endParaRPr lang="id-ID" dirty="0"/>
          </a:p>
        </p:txBody>
      </p:sp>
      <p:sp>
        <p:nvSpPr>
          <p:cNvPr id="2" name="Rectangle 1"/>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5" name="Rectangle 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7" name="TextBox 6"/>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14" name="Group 13"/>
          <p:cNvGrpSpPr/>
          <p:nvPr userDrawn="1"/>
        </p:nvGrpSpPr>
        <p:grpSpPr>
          <a:xfrm>
            <a:off x="347419" y="6409324"/>
            <a:ext cx="224082" cy="221156"/>
            <a:chOff x="4328868" y="5502988"/>
            <a:chExt cx="500307" cy="493774"/>
          </a:xfrm>
        </p:grpSpPr>
        <p:sp>
          <p:nvSpPr>
            <p:cNvPr id="15" name="Freeform 1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6" name="Freeform 1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17" name="Group 16"/>
          <p:cNvGrpSpPr/>
          <p:nvPr userDrawn="1"/>
        </p:nvGrpSpPr>
        <p:grpSpPr>
          <a:xfrm flipH="1">
            <a:off x="933709" y="6409324"/>
            <a:ext cx="224082" cy="221156"/>
            <a:chOff x="4328868" y="5502988"/>
            <a:chExt cx="500307" cy="493774"/>
          </a:xfrm>
        </p:grpSpPr>
        <p:sp>
          <p:nvSpPr>
            <p:cNvPr id="18" name="Freeform 1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19" name="Freeform 1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0" name="Straight Connector 1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108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6" name="Picture Placeholder 3"/>
          <p:cNvSpPr>
            <a:spLocks noGrp="1"/>
          </p:cNvSpPr>
          <p:nvPr>
            <p:ph type="pic" sz="quarter" idx="10"/>
          </p:nvPr>
        </p:nvSpPr>
        <p:spPr>
          <a:xfrm>
            <a:off x="1450174" y="2284944"/>
            <a:ext cx="1697846" cy="1697847"/>
          </a:xfrm>
          <a:prstGeom prst="rect">
            <a:avLst/>
          </a:prstGeom>
        </p:spPr>
        <p:txBody>
          <a:bodyPr>
            <a:normAutofit/>
          </a:bodyPr>
          <a:lstStyle>
            <a:lvl1pPr>
              <a:defRPr sz="1600">
                <a:solidFill>
                  <a:schemeClr val="accent2"/>
                </a:solidFill>
              </a:defRPr>
            </a:lvl1pPr>
          </a:lstStyle>
          <a:p>
            <a:endParaRPr lang="id-ID" dirty="0"/>
          </a:p>
        </p:txBody>
      </p:sp>
      <p:sp>
        <p:nvSpPr>
          <p:cNvPr id="8" name="Picture Placeholder 3"/>
          <p:cNvSpPr>
            <a:spLocks noGrp="1"/>
          </p:cNvSpPr>
          <p:nvPr>
            <p:ph type="pic" sz="quarter" idx="11"/>
          </p:nvPr>
        </p:nvSpPr>
        <p:spPr>
          <a:xfrm>
            <a:off x="3971864" y="2284944"/>
            <a:ext cx="1697846" cy="1697847"/>
          </a:xfrm>
          <a:prstGeom prst="rect">
            <a:avLst/>
          </a:prstGeom>
        </p:spPr>
        <p:txBody>
          <a:bodyPr>
            <a:normAutofit/>
          </a:bodyPr>
          <a:lstStyle>
            <a:lvl1pPr>
              <a:defRPr sz="1600">
                <a:solidFill>
                  <a:schemeClr val="accent2"/>
                </a:solidFill>
              </a:defRPr>
            </a:lvl1pPr>
          </a:lstStyle>
          <a:p>
            <a:endParaRPr lang="id-ID" dirty="0"/>
          </a:p>
        </p:txBody>
      </p:sp>
      <p:sp>
        <p:nvSpPr>
          <p:cNvPr id="9" name="Picture Placeholder 3"/>
          <p:cNvSpPr>
            <a:spLocks noGrp="1"/>
          </p:cNvSpPr>
          <p:nvPr>
            <p:ph type="pic" sz="quarter" idx="12"/>
          </p:nvPr>
        </p:nvSpPr>
        <p:spPr>
          <a:xfrm>
            <a:off x="6508785" y="2284944"/>
            <a:ext cx="1697846" cy="1697847"/>
          </a:xfrm>
          <a:prstGeom prst="rect">
            <a:avLst/>
          </a:prstGeom>
        </p:spPr>
        <p:txBody>
          <a:bodyPr>
            <a:normAutofit/>
          </a:bodyPr>
          <a:lstStyle>
            <a:lvl1pPr>
              <a:defRPr sz="1600">
                <a:solidFill>
                  <a:schemeClr val="accent2"/>
                </a:solidFill>
              </a:defRPr>
            </a:lvl1pPr>
          </a:lstStyle>
          <a:p>
            <a:endParaRPr lang="id-ID" dirty="0"/>
          </a:p>
        </p:txBody>
      </p:sp>
      <p:sp>
        <p:nvSpPr>
          <p:cNvPr id="10" name="Picture Placeholder 3"/>
          <p:cNvSpPr>
            <a:spLocks noGrp="1"/>
          </p:cNvSpPr>
          <p:nvPr>
            <p:ph type="pic" sz="quarter" idx="13"/>
          </p:nvPr>
        </p:nvSpPr>
        <p:spPr>
          <a:xfrm>
            <a:off x="9030475" y="2284944"/>
            <a:ext cx="1697846" cy="1697847"/>
          </a:xfrm>
          <a:prstGeom prst="rect">
            <a:avLst/>
          </a:prstGeom>
        </p:spPr>
        <p:txBody>
          <a:bodyPr>
            <a:normAutofit/>
          </a:bodyPr>
          <a:lstStyle>
            <a:lvl1pPr>
              <a:defRPr sz="1600">
                <a:solidFill>
                  <a:schemeClr val="accent2"/>
                </a:solidFill>
              </a:defRPr>
            </a:lvl1pPr>
          </a:lstStyle>
          <a:p>
            <a:endParaRPr lang="id-ID"/>
          </a:p>
        </p:txBody>
      </p:sp>
      <p:sp>
        <p:nvSpPr>
          <p:cNvPr id="16" name="Rectangle 15"/>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7" name="Rectangle 16"/>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5" name="TextBox 24"/>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6" name="Group 25"/>
          <p:cNvGrpSpPr/>
          <p:nvPr userDrawn="1"/>
        </p:nvGrpSpPr>
        <p:grpSpPr>
          <a:xfrm>
            <a:off x="347419" y="6409324"/>
            <a:ext cx="224082" cy="221156"/>
            <a:chOff x="4328868" y="5502988"/>
            <a:chExt cx="500307" cy="493774"/>
          </a:xfrm>
        </p:grpSpPr>
        <p:sp>
          <p:nvSpPr>
            <p:cNvPr id="27" name="Freeform 26">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9" name="Group 28"/>
          <p:cNvGrpSpPr/>
          <p:nvPr userDrawn="1"/>
        </p:nvGrpSpPr>
        <p:grpSpPr>
          <a:xfrm flipH="1">
            <a:off x="933709" y="6409324"/>
            <a:ext cx="224082" cy="221156"/>
            <a:chOff x="4328868" y="5502988"/>
            <a:chExt cx="500307" cy="493774"/>
          </a:xfrm>
        </p:grpSpPr>
        <p:sp>
          <p:nvSpPr>
            <p:cNvPr id="30" name="Freeform 29">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1" name="Freeform 30">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2" name="Straight Connector 31"/>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2528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4943475" y="1228725"/>
            <a:ext cx="2362200" cy="3260725"/>
          </a:xfrm>
        </p:spPr>
        <p:txBody>
          <a:bodyPr>
            <a:normAutofit/>
          </a:bodyPr>
          <a:lstStyle>
            <a:lvl1pPr>
              <a:defRPr sz="1600">
                <a:solidFill>
                  <a:schemeClr val="accent2"/>
                </a:solidFill>
              </a:defRPr>
            </a:lvl1pPr>
          </a:lstStyle>
          <a:p>
            <a:endParaRPr lang="id-ID" dirty="0"/>
          </a:p>
        </p:txBody>
      </p:sp>
      <p:sp>
        <p:nvSpPr>
          <p:cNvPr id="13" name="Rectangle 12"/>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1" name="Rectangle 20"/>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TextBox 21"/>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3" name="Group 22"/>
          <p:cNvGrpSpPr/>
          <p:nvPr userDrawn="1"/>
        </p:nvGrpSpPr>
        <p:grpSpPr>
          <a:xfrm>
            <a:off x="347419" y="6409324"/>
            <a:ext cx="224082" cy="221156"/>
            <a:chOff x="4328868" y="5502988"/>
            <a:chExt cx="500307" cy="493774"/>
          </a:xfrm>
        </p:grpSpPr>
        <p:sp>
          <p:nvSpPr>
            <p:cNvPr id="24" name="Freeform 23">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5" name="Freeform 24">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6" name="Group 25"/>
          <p:cNvGrpSpPr/>
          <p:nvPr userDrawn="1"/>
        </p:nvGrpSpPr>
        <p:grpSpPr>
          <a:xfrm flipH="1">
            <a:off x="933709" y="6409324"/>
            <a:ext cx="224082" cy="221156"/>
            <a:chOff x="4328868" y="5502988"/>
            <a:chExt cx="500307" cy="493774"/>
          </a:xfrm>
        </p:grpSpPr>
        <p:sp>
          <p:nvSpPr>
            <p:cNvPr id="27" name="Freeform 26">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9" name="Straight Connector 28"/>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60544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Title Slide">
    <p:spTree>
      <p:nvGrpSpPr>
        <p:cNvPr id="1" name=""/>
        <p:cNvGrpSpPr/>
        <p:nvPr/>
      </p:nvGrpSpPr>
      <p:grpSpPr>
        <a:xfrm>
          <a:off x="0" y="0"/>
          <a:ext cx="0" cy="0"/>
          <a:chOff x="0" y="0"/>
          <a:chExt cx="0" cy="0"/>
        </a:xfrm>
      </p:grpSpPr>
      <p:sp>
        <p:nvSpPr>
          <p:cNvPr id="8" name="Picture Placeholder 2"/>
          <p:cNvSpPr>
            <a:spLocks noGrp="1"/>
          </p:cNvSpPr>
          <p:nvPr>
            <p:ph type="pic" sz="quarter" idx="10"/>
          </p:nvPr>
        </p:nvSpPr>
        <p:spPr>
          <a:xfrm>
            <a:off x="1222375" y="1945431"/>
            <a:ext cx="3106738" cy="2016211"/>
          </a:xfrm>
        </p:spPr>
        <p:txBody>
          <a:bodyPr>
            <a:normAutofit/>
          </a:bodyPr>
          <a:lstStyle>
            <a:lvl1pPr>
              <a:defRPr sz="2000">
                <a:solidFill>
                  <a:schemeClr val="accent2"/>
                </a:solidFill>
              </a:defRPr>
            </a:lvl1pPr>
          </a:lstStyle>
          <a:p>
            <a:endParaRPr lang="id-ID"/>
          </a:p>
        </p:txBody>
      </p:sp>
      <p:sp>
        <p:nvSpPr>
          <p:cNvPr id="9" name="Picture Placeholder 2"/>
          <p:cNvSpPr>
            <a:spLocks noGrp="1"/>
          </p:cNvSpPr>
          <p:nvPr>
            <p:ph type="pic" sz="quarter" idx="11"/>
          </p:nvPr>
        </p:nvSpPr>
        <p:spPr>
          <a:xfrm>
            <a:off x="4533786" y="1945431"/>
            <a:ext cx="3106738" cy="2016211"/>
          </a:xfrm>
        </p:spPr>
        <p:txBody>
          <a:bodyPr>
            <a:normAutofit/>
          </a:bodyPr>
          <a:lstStyle>
            <a:lvl1pPr>
              <a:defRPr sz="2000">
                <a:solidFill>
                  <a:schemeClr val="accent2"/>
                </a:solidFill>
              </a:defRPr>
            </a:lvl1pPr>
          </a:lstStyle>
          <a:p>
            <a:endParaRPr lang="id-ID"/>
          </a:p>
        </p:txBody>
      </p:sp>
      <p:sp>
        <p:nvSpPr>
          <p:cNvPr id="10" name="Picture Placeholder 2"/>
          <p:cNvSpPr>
            <a:spLocks noGrp="1"/>
          </p:cNvSpPr>
          <p:nvPr>
            <p:ph type="pic" sz="quarter" idx="12"/>
          </p:nvPr>
        </p:nvSpPr>
        <p:spPr>
          <a:xfrm>
            <a:off x="7858048" y="1945431"/>
            <a:ext cx="3106738" cy="2016211"/>
          </a:xfrm>
        </p:spPr>
        <p:txBody>
          <a:bodyPr>
            <a:normAutofit/>
          </a:bodyPr>
          <a:lstStyle>
            <a:lvl1pPr>
              <a:defRPr sz="2000">
                <a:solidFill>
                  <a:schemeClr val="accent2"/>
                </a:solidFill>
              </a:defRPr>
            </a:lvl1pPr>
          </a:lstStyle>
          <a:p>
            <a:endParaRPr lang="id-ID"/>
          </a:p>
        </p:txBody>
      </p:sp>
      <p:sp>
        <p:nvSpPr>
          <p:cNvPr id="11" name="Picture Placeholder 2"/>
          <p:cNvSpPr>
            <a:spLocks noGrp="1"/>
          </p:cNvSpPr>
          <p:nvPr>
            <p:ph type="pic" sz="quarter" idx="13"/>
          </p:nvPr>
        </p:nvSpPr>
        <p:spPr>
          <a:xfrm>
            <a:off x="1222375" y="4177345"/>
            <a:ext cx="3106738" cy="2016211"/>
          </a:xfrm>
        </p:spPr>
        <p:txBody>
          <a:bodyPr>
            <a:normAutofit/>
          </a:bodyPr>
          <a:lstStyle>
            <a:lvl1pPr>
              <a:defRPr sz="2000">
                <a:solidFill>
                  <a:schemeClr val="accent2"/>
                </a:solidFill>
              </a:defRPr>
            </a:lvl1pPr>
          </a:lstStyle>
          <a:p>
            <a:endParaRPr lang="id-ID"/>
          </a:p>
        </p:txBody>
      </p:sp>
      <p:sp>
        <p:nvSpPr>
          <p:cNvPr id="12" name="Picture Placeholder 2"/>
          <p:cNvSpPr>
            <a:spLocks noGrp="1"/>
          </p:cNvSpPr>
          <p:nvPr>
            <p:ph type="pic" sz="quarter" idx="14"/>
          </p:nvPr>
        </p:nvSpPr>
        <p:spPr>
          <a:xfrm>
            <a:off x="4533786" y="4177345"/>
            <a:ext cx="3106738" cy="2016211"/>
          </a:xfrm>
        </p:spPr>
        <p:txBody>
          <a:bodyPr>
            <a:normAutofit/>
          </a:bodyPr>
          <a:lstStyle>
            <a:lvl1pPr>
              <a:defRPr sz="2000">
                <a:solidFill>
                  <a:schemeClr val="accent2"/>
                </a:solidFill>
              </a:defRPr>
            </a:lvl1pPr>
          </a:lstStyle>
          <a:p>
            <a:endParaRPr lang="id-ID"/>
          </a:p>
        </p:txBody>
      </p:sp>
      <p:sp>
        <p:nvSpPr>
          <p:cNvPr id="13" name="Picture Placeholder 2"/>
          <p:cNvSpPr>
            <a:spLocks noGrp="1"/>
          </p:cNvSpPr>
          <p:nvPr>
            <p:ph type="pic" sz="quarter" idx="15"/>
          </p:nvPr>
        </p:nvSpPr>
        <p:spPr>
          <a:xfrm>
            <a:off x="7858048" y="4177345"/>
            <a:ext cx="3106738" cy="2016211"/>
          </a:xfrm>
        </p:spPr>
        <p:txBody>
          <a:bodyPr>
            <a:normAutofit/>
          </a:bodyPr>
          <a:lstStyle>
            <a:lvl1pPr>
              <a:defRPr sz="2000">
                <a:solidFill>
                  <a:schemeClr val="accent2"/>
                </a:solidFill>
              </a:defRPr>
            </a:lvl1pPr>
          </a:lstStyle>
          <a:p>
            <a:endParaRPr lang="id-ID"/>
          </a:p>
        </p:txBody>
      </p:sp>
      <p:sp>
        <p:nvSpPr>
          <p:cNvPr id="14" name="Freeform 5"/>
          <p:cNvSpPr>
            <a:spLocks/>
          </p:cNvSpPr>
          <p:nvPr userDrawn="1"/>
        </p:nvSpPr>
        <p:spPr bwMode="auto">
          <a:xfrm flipH="1">
            <a:off x="9305255" y="2655843"/>
            <a:ext cx="1337469" cy="1337469"/>
          </a:xfrm>
          <a:custGeom>
            <a:avLst/>
            <a:gdLst>
              <a:gd name="T0" fmla="*/ 731 w 1169"/>
              <a:gd name="T1" fmla="*/ 0 h 1169"/>
              <a:gd name="T2" fmla="*/ 0 w 1169"/>
              <a:gd name="T3" fmla="*/ 0 h 1169"/>
              <a:gd name="T4" fmla="*/ 0 w 1169"/>
              <a:gd name="T5" fmla="*/ 731 h 1169"/>
              <a:gd name="T6" fmla="*/ 439 w 1169"/>
              <a:gd name="T7" fmla="*/ 1169 h 1169"/>
              <a:gd name="T8" fmla="*/ 1169 w 1169"/>
              <a:gd name="T9" fmla="*/ 1169 h 1169"/>
              <a:gd name="T10" fmla="*/ 1169 w 1169"/>
              <a:gd name="T11" fmla="*/ 439 h 1169"/>
              <a:gd name="T12" fmla="*/ 731 w 1169"/>
              <a:gd name="T13" fmla="*/ 0 h 1169"/>
            </a:gdLst>
            <a:ahLst/>
            <a:cxnLst>
              <a:cxn ang="0">
                <a:pos x="T0" y="T1"/>
              </a:cxn>
              <a:cxn ang="0">
                <a:pos x="T2" y="T3"/>
              </a:cxn>
              <a:cxn ang="0">
                <a:pos x="T4" y="T5"/>
              </a:cxn>
              <a:cxn ang="0">
                <a:pos x="T6" y="T7"/>
              </a:cxn>
              <a:cxn ang="0">
                <a:pos x="T8" y="T9"/>
              </a:cxn>
              <a:cxn ang="0">
                <a:pos x="T10" y="T11"/>
              </a:cxn>
              <a:cxn ang="0">
                <a:pos x="T12" y="T13"/>
              </a:cxn>
            </a:cxnLst>
            <a:rect l="0" t="0" r="r" b="b"/>
            <a:pathLst>
              <a:path w="1169" h="1169">
                <a:moveTo>
                  <a:pt x="731" y="0"/>
                </a:moveTo>
                <a:cubicBezTo>
                  <a:pt x="0" y="0"/>
                  <a:pt x="0" y="0"/>
                  <a:pt x="0" y="0"/>
                </a:cubicBezTo>
                <a:cubicBezTo>
                  <a:pt x="0" y="731"/>
                  <a:pt x="0" y="731"/>
                  <a:pt x="0" y="731"/>
                </a:cubicBezTo>
                <a:cubicBezTo>
                  <a:pt x="0" y="973"/>
                  <a:pt x="196" y="1169"/>
                  <a:pt x="439" y="1169"/>
                </a:cubicBezTo>
                <a:cubicBezTo>
                  <a:pt x="1169" y="1169"/>
                  <a:pt x="1169" y="1169"/>
                  <a:pt x="1169" y="1169"/>
                </a:cubicBezTo>
                <a:cubicBezTo>
                  <a:pt x="1169" y="439"/>
                  <a:pt x="1169" y="439"/>
                  <a:pt x="1169" y="439"/>
                </a:cubicBezTo>
                <a:cubicBezTo>
                  <a:pt x="1169" y="196"/>
                  <a:pt x="973" y="0"/>
                  <a:pt x="731" y="0"/>
                </a:cubicBezTo>
                <a:close/>
              </a:path>
            </a:pathLst>
          </a:custGeom>
          <a:solidFill>
            <a:schemeClr val="bg1">
              <a:lumMod val="85000"/>
              <a:alpha val="15000"/>
            </a:schemeClr>
          </a:solidFill>
          <a:ln>
            <a:noFill/>
          </a:ln>
        </p:spPr>
        <p:txBody>
          <a:bodyPr vert="horz" wrap="square" lIns="91440" tIns="45720" rIns="91440" bIns="45720" numCol="1" anchor="t" anchorCtr="0" compatLnSpc="1">
            <a:prstTxWarp prst="textNoShape">
              <a:avLst/>
            </a:prstTxWarp>
          </a:bodyPr>
          <a:lstStyle/>
          <a:p>
            <a:endParaRPr lang="id-ID" sz="1400">
              <a:solidFill>
                <a:schemeClr val="accent2"/>
              </a:solidFill>
            </a:endParaRPr>
          </a:p>
        </p:txBody>
      </p:sp>
      <p:sp>
        <p:nvSpPr>
          <p:cNvPr id="18" name="Freeform 5"/>
          <p:cNvSpPr>
            <a:spLocks/>
          </p:cNvSpPr>
          <p:nvPr userDrawn="1"/>
        </p:nvSpPr>
        <p:spPr bwMode="auto">
          <a:xfrm flipH="1">
            <a:off x="10870156" y="3855256"/>
            <a:ext cx="521440" cy="521440"/>
          </a:xfrm>
          <a:custGeom>
            <a:avLst/>
            <a:gdLst>
              <a:gd name="T0" fmla="*/ 731 w 1169"/>
              <a:gd name="T1" fmla="*/ 0 h 1169"/>
              <a:gd name="T2" fmla="*/ 0 w 1169"/>
              <a:gd name="T3" fmla="*/ 0 h 1169"/>
              <a:gd name="T4" fmla="*/ 0 w 1169"/>
              <a:gd name="T5" fmla="*/ 731 h 1169"/>
              <a:gd name="T6" fmla="*/ 439 w 1169"/>
              <a:gd name="T7" fmla="*/ 1169 h 1169"/>
              <a:gd name="T8" fmla="*/ 1169 w 1169"/>
              <a:gd name="T9" fmla="*/ 1169 h 1169"/>
              <a:gd name="T10" fmla="*/ 1169 w 1169"/>
              <a:gd name="T11" fmla="*/ 439 h 1169"/>
              <a:gd name="T12" fmla="*/ 731 w 1169"/>
              <a:gd name="T13" fmla="*/ 0 h 1169"/>
            </a:gdLst>
            <a:ahLst/>
            <a:cxnLst>
              <a:cxn ang="0">
                <a:pos x="T0" y="T1"/>
              </a:cxn>
              <a:cxn ang="0">
                <a:pos x="T2" y="T3"/>
              </a:cxn>
              <a:cxn ang="0">
                <a:pos x="T4" y="T5"/>
              </a:cxn>
              <a:cxn ang="0">
                <a:pos x="T6" y="T7"/>
              </a:cxn>
              <a:cxn ang="0">
                <a:pos x="T8" y="T9"/>
              </a:cxn>
              <a:cxn ang="0">
                <a:pos x="T10" y="T11"/>
              </a:cxn>
              <a:cxn ang="0">
                <a:pos x="T12" y="T13"/>
              </a:cxn>
            </a:cxnLst>
            <a:rect l="0" t="0" r="r" b="b"/>
            <a:pathLst>
              <a:path w="1169" h="1169">
                <a:moveTo>
                  <a:pt x="731" y="0"/>
                </a:moveTo>
                <a:cubicBezTo>
                  <a:pt x="0" y="0"/>
                  <a:pt x="0" y="0"/>
                  <a:pt x="0" y="0"/>
                </a:cubicBezTo>
                <a:cubicBezTo>
                  <a:pt x="0" y="731"/>
                  <a:pt x="0" y="731"/>
                  <a:pt x="0" y="731"/>
                </a:cubicBezTo>
                <a:cubicBezTo>
                  <a:pt x="0" y="973"/>
                  <a:pt x="196" y="1169"/>
                  <a:pt x="439" y="1169"/>
                </a:cubicBezTo>
                <a:cubicBezTo>
                  <a:pt x="1169" y="1169"/>
                  <a:pt x="1169" y="1169"/>
                  <a:pt x="1169" y="1169"/>
                </a:cubicBezTo>
                <a:cubicBezTo>
                  <a:pt x="1169" y="439"/>
                  <a:pt x="1169" y="439"/>
                  <a:pt x="1169" y="439"/>
                </a:cubicBezTo>
                <a:cubicBezTo>
                  <a:pt x="1169" y="196"/>
                  <a:pt x="973" y="0"/>
                  <a:pt x="731" y="0"/>
                </a:cubicBezTo>
                <a:close/>
              </a:path>
            </a:pathLst>
          </a:custGeom>
          <a:solidFill>
            <a:schemeClr val="bg1">
              <a:lumMod val="85000"/>
              <a:alpha val="15000"/>
            </a:schemeClr>
          </a:solidFill>
          <a:ln>
            <a:noFill/>
          </a:ln>
        </p:spPr>
        <p:txBody>
          <a:bodyPr vert="horz" wrap="square" lIns="91440" tIns="45720" rIns="91440" bIns="45720" numCol="1" anchor="t" anchorCtr="0" compatLnSpc="1">
            <a:prstTxWarp prst="textNoShape">
              <a:avLst/>
            </a:prstTxWarp>
          </a:bodyPr>
          <a:lstStyle/>
          <a:p>
            <a:endParaRPr lang="id-ID" sz="1400">
              <a:solidFill>
                <a:schemeClr val="accent2"/>
              </a:solidFill>
            </a:endParaRPr>
          </a:p>
        </p:txBody>
      </p:sp>
      <p:sp>
        <p:nvSpPr>
          <p:cNvPr id="19" name="Freeform 5"/>
          <p:cNvSpPr>
            <a:spLocks/>
          </p:cNvSpPr>
          <p:nvPr userDrawn="1"/>
        </p:nvSpPr>
        <p:spPr bwMode="auto">
          <a:xfrm flipH="1">
            <a:off x="8352858" y="2453988"/>
            <a:ext cx="521761" cy="521761"/>
          </a:xfrm>
          <a:custGeom>
            <a:avLst/>
            <a:gdLst>
              <a:gd name="T0" fmla="*/ 731 w 1169"/>
              <a:gd name="T1" fmla="*/ 0 h 1169"/>
              <a:gd name="T2" fmla="*/ 0 w 1169"/>
              <a:gd name="T3" fmla="*/ 0 h 1169"/>
              <a:gd name="T4" fmla="*/ 0 w 1169"/>
              <a:gd name="T5" fmla="*/ 731 h 1169"/>
              <a:gd name="T6" fmla="*/ 439 w 1169"/>
              <a:gd name="T7" fmla="*/ 1169 h 1169"/>
              <a:gd name="T8" fmla="*/ 1169 w 1169"/>
              <a:gd name="T9" fmla="*/ 1169 h 1169"/>
              <a:gd name="T10" fmla="*/ 1169 w 1169"/>
              <a:gd name="T11" fmla="*/ 439 h 1169"/>
              <a:gd name="T12" fmla="*/ 731 w 1169"/>
              <a:gd name="T13" fmla="*/ 0 h 1169"/>
            </a:gdLst>
            <a:ahLst/>
            <a:cxnLst>
              <a:cxn ang="0">
                <a:pos x="T0" y="T1"/>
              </a:cxn>
              <a:cxn ang="0">
                <a:pos x="T2" y="T3"/>
              </a:cxn>
              <a:cxn ang="0">
                <a:pos x="T4" y="T5"/>
              </a:cxn>
              <a:cxn ang="0">
                <a:pos x="T6" y="T7"/>
              </a:cxn>
              <a:cxn ang="0">
                <a:pos x="T8" y="T9"/>
              </a:cxn>
              <a:cxn ang="0">
                <a:pos x="T10" y="T11"/>
              </a:cxn>
              <a:cxn ang="0">
                <a:pos x="T12" y="T13"/>
              </a:cxn>
            </a:cxnLst>
            <a:rect l="0" t="0" r="r" b="b"/>
            <a:pathLst>
              <a:path w="1169" h="1169">
                <a:moveTo>
                  <a:pt x="731" y="0"/>
                </a:moveTo>
                <a:cubicBezTo>
                  <a:pt x="0" y="0"/>
                  <a:pt x="0" y="0"/>
                  <a:pt x="0" y="0"/>
                </a:cubicBezTo>
                <a:cubicBezTo>
                  <a:pt x="0" y="731"/>
                  <a:pt x="0" y="731"/>
                  <a:pt x="0" y="731"/>
                </a:cubicBezTo>
                <a:cubicBezTo>
                  <a:pt x="0" y="973"/>
                  <a:pt x="196" y="1169"/>
                  <a:pt x="439" y="1169"/>
                </a:cubicBezTo>
                <a:cubicBezTo>
                  <a:pt x="1169" y="1169"/>
                  <a:pt x="1169" y="1169"/>
                  <a:pt x="1169" y="1169"/>
                </a:cubicBezTo>
                <a:cubicBezTo>
                  <a:pt x="1169" y="439"/>
                  <a:pt x="1169" y="439"/>
                  <a:pt x="1169" y="439"/>
                </a:cubicBezTo>
                <a:cubicBezTo>
                  <a:pt x="1169" y="196"/>
                  <a:pt x="973" y="0"/>
                  <a:pt x="731" y="0"/>
                </a:cubicBezTo>
                <a:close/>
              </a:path>
            </a:pathLst>
          </a:custGeom>
          <a:solidFill>
            <a:schemeClr val="bg1">
              <a:lumMod val="85000"/>
              <a:alpha val="15000"/>
            </a:schemeClr>
          </a:solidFill>
          <a:ln>
            <a:noFill/>
          </a:ln>
        </p:spPr>
        <p:txBody>
          <a:bodyPr vert="horz" wrap="square" lIns="91440" tIns="45720" rIns="91440" bIns="45720" numCol="1" anchor="t" anchorCtr="0" compatLnSpc="1">
            <a:prstTxWarp prst="textNoShape">
              <a:avLst/>
            </a:prstTxWarp>
          </a:bodyPr>
          <a:lstStyle/>
          <a:p>
            <a:endParaRPr lang="id-ID" sz="1400">
              <a:solidFill>
                <a:schemeClr val="accent2"/>
              </a:solidFill>
            </a:endParaRPr>
          </a:p>
        </p:txBody>
      </p:sp>
      <p:sp>
        <p:nvSpPr>
          <p:cNvPr id="21" name="Rectangle 20"/>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Rectangle 21"/>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3" name="TextBox 22"/>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31" name="Group 30"/>
          <p:cNvGrpSpPr/>
          <p:nvPr userDrawn="1"/>
        </p:nvGrpSpPr>
        <p:grpSpPr>
          <a:xfrm>
            <a:off x="347419" y="6409324"/>
            <a:ext cx="224082" cy="221156"/>
            <a:chOff x="4328868" y="5502988"/>
            <a:chExt cx="500307" cy="493774"/>
          </a:xfrm>
        </p:grpSpPr>
        <p:sp>
          <p:nvSpPr>
            <p:cNvPr id="32" name="Freeform 31">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3" name="Freeform 32">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34" name="Group 33"/>
          <p:cNvGrpSpPr/>
          <p:nvPr userDrawn="1"/>
        </p:nvGrpSpPr>
        <p:grpSpPr>
          <a:xfrm flipH="1">
            <a:off x="933709" y="6409324"/>
            <a:ext cx="224082" cy="221156"/>
            <a:chOff x="4328868" y="5502988"/>
            <a:chExt cx="500307" cy="493774"/>
          </a:xfrm>
        </p:grpSpPr>
        <p:sp>
          <p:nvSpPr>
            <p:cNvPr id="35" name="Freeform 34">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6" name="Freeform 35">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7" name="Straight Connector 36"/>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418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1+#ppt_w/2"/>
                                          </p:val>
                                        </p:tav>
                                        <p:tav tm="100000">
                                          <p:val>
                                            <p:strVal val="#ppt_x"/>
                                          </p:val>
                                        </p:tav>
                                      </p:tavLst>
                                    </p:anim>
                                    <p:anim calcmode="lin" valueType="num">
                                      <p:cBhvr additive="base">
                                        <p:cTn id="8" dur="500" fill="hold"/>
                                        <p:tgtEl>
                                          <p:spTgt spid="19"/>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1+#ppt_w/2"/>
                                          </p:val>
                                        </p:tav>
                                        <p:tav tm="100000">
                                          <p:val>
                                            <p:strVal val="#ppt_x"/>
                                          </p:val>
                                        </p:tav>
                                      </p:tavLst>
                                    </p:anim>
                                    <p:anim calcmode="lin" valueType="num">
                                      <p:cBhvr additive="base">
                                        <p:cTn id="12" dur="500" fill="hold"/>
                                        <p:tgtEl>
                                          <p:spTgt spid="14"/>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1+#ppt_w/2"/>
                                          </p:val>
                                        </p:tav>
                                        <p:tav tm="100000">
                                          <p:val>
                                            <p:strVal val="#ppt_x"/>
                                          </p:val>
                                        </p:tav>
                                      </p:tavLst>
                                    </p:anim>
                                    <p:anim calcmode="lin" valueType="num">
                                      <p:cBhvr additive="base">
                                        <p:cTn id="16"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animBg="1"/>
      <p:bldP spid="19" grpId="0" animBg="1"/>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15" name="Picture Placeholder 14"/>
          <p:cNvSpPr>
            <a:spLocks noGrp="1"/>
          </p:cNvSpPr>
          <p:nvPr>
            <p:ph type="pic" sz="quarter" idx="10"/>
          </p:nvPr>
        </p:nvSpPr>
        <p:spPr>
          <a:xfrm>
            <a:off x="1192213" y="2152650"/>
            <a:ext cx="3206750" cy="3138488"/>
          </a:xfrm>
        </p:spPr>
        <p:txBody>
          <a:bodyPr>
            <a:normAutofit/>
          </a:bodyPr>
          <a:lstStyle>
            <a:lvl1pPr>
              <a:defRPr sz="1600">
                <a:solidFill>
                  <a:schemeClr val="accent2"/>
                </a:solidFill>
              </a:defRPr>
            </a:lvl1pPr>
          </a:lstStyle>
          <a:p>
            <a:endParaRPr lang="id-ID"/>
          </a:p>
        </p:txBody>
      </p:sp>
      <p:sp>
        <p:nvSpPr>
          <p:cNvPr id="16" name="Picture Placeholder 14"/>
          <p:cNvSpPr>
            <a:spLocks noGrp="1"/>
          </p:cNvSpPr>
          <p:nvPr>
            <p:ph type="pic" sz="quarter" idx="11"/>
          </p:nvPr>
        </p:nvSpPr>
        <p:spPr>
          <a:xfrm>
            <a:off x="4487822" y="2152650"/>
            <a:ext cx="3206750" cy="3138488"/>
          </a:xfrm>
        </p:spPr>
        <p:txBody>
          <a:bodyPr>
            <a:normAutofit/>
          </a:bodyPr>
          <a:lstStyle>
            <a:lvl1pPr>
              <a:defRPr sz="1600">
                <a:solidFill>
                  <a:schemeClr val="accent2"/>
                </a:solidFill>
              </a:defRPr>
            </a:lvl1pPr>
          </a:lstStyle>
          <a:p>
            <a:endParaRPr lang="id-ID"/>
          </a:p>
        </p:txBody>
      </p:sp>
      <p:sp>
        <p:nvSpPr>
          <p:cNvPr id="17" name="Picture Placeholder 14"/>
          <p:cNvSpPr>
            <a:spLocks noGrp="1"/>
          </p:cNvSpPr>
          <p:nvPr>
            <p:ph type="pic" sz="quarter" idx="12"/>
          </p:nvPr>
        </p:nvSpPr>
        <p:spPr>
          <a:xfrm>
            <a:off x="7809924" y="2152650"/>
            <a:ext cx="3206750" cy="3138488"/>
          </a:xfrm>
        </p:spPr>
        <p:txBody>
          <a:bodyPr>
            <a:normAutofit/>
          </a:bodyPr>
          <a:lstStyle>
            <a:lvl1pPr>
              <a:defRPr sz="1600">
                <a:solidFill>
                  <a:schemeClr val="accent2"/>
                </a:solidFill>
              </a:defRPr>
            </a:lvl1pPr>
          </a:lstStyle>
          <a:p>
            <a:endParaRPr lang="id-ID"/>
          </a:p>
        </p:txBody>
      </p:sp>
      <p:sp>
        <p:nvSpPr>
          <p:cNvPr id="25" name="Rectangle 24"/>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6" name="Rectangle 25"/>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7" name="TextBox 26"/>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8" name="Group 27"/>
          <p:cNvGrpSpPr/>
          <p:nvPr userDrawn="1"/>
        </p:nvGrpSpPr>
        <p:grpSpPr>
          <a:xfrm>
            <a:off x="347419" y="6409324"/>
            <a:ext cx="224082" cy="221156"/>
            <a:chOff x="4328868" y="5502988"/>
            <a:chExt cx="500307" cy="493774"/>
          </a:xfrm>
        </p:grpSpPr>
        <p:sp>
          <p:nvSpPr>
            <p:cNvPr id="29" name="Freeform 28">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0" name="Freeform 29">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31" name="Group 30"/>
          <p:cNvGrpSpPr/>
          <p:nvPr userDrawn="1"/>
        </p:nvGrpSpPr>
        <p:grpSpPr>
          <a:xfrm flipH="1">
            <a:off x="933709" y="6409324"/>
            <a:ext cx="224082" cy="221156"/>
            <a:chOff x="4328868" y="5502988"/>
            <a:chExt cx="500307" cy="493774"/>
          </a:xfrm>
        </p:grpSpPr>
        <p:sp>
          <p:nvSpPr>
            <p:cNvPr id="32" name="Freeform 31">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3" name="Freeform 32">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4" name="Straight Connector 33"/>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14499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8" name="Picture Placeholder 3"/>
          <p:cNvSpPr>
            <a:spLocks noGrp="1"/>
          </p:cNvSpPr>
          <p:nvPr>
            <p:ph type="pic" sz="quarter" idx="10"/>
          </p:nvPr>
        </p:nvSpPr>
        <p:spPr>
          <a:xfrm>
            <a:off x="1045466" y="2283008"/>
            <a:ext cx="4969744" cy="3753338"/>
          </a:xfrm>
        </p:spPr>
        <p:txBody>
          <a:bodyPr>
            <a:normAutofit/>
          </a:bodyPr>
          <a:lstStyle>
            <a:lvl1pPr>
              <a:defRPr sz="1800">
                <a:solidFill>
                  <a:schemeClr val="accent2"/>
                </a:solidFill>
              </a:defRPr>
            </a:lvl1pPr>
          </a:lstStyle>
          <a:p>
            <a:endParaRPr lang="id-ID"/>
          </a:p>
        </p:txBody>
      </p:sp>
      <p:sp>
        <p:nvSpPr>
          <p:cNvPr id="9" name="Picture Placeholder 3"/>
          <p:cNvSpPr>
            <a:spLocks noGrp="1"/>
          </p:cNvSpPr>
          <p:nvPr>
            <p:ph type="pic" sz="quarter" idx="11"/>
          </p:nvPr>
        </p:nvSpPr>
        <p:spPr>
          <a:xfrm>
            <a:off x="6516763" y="2283008"/>
            <a:ext cx="4969744" cy="3753338"/>
          </a:xfrm>
        </p:spPr>
        <p:txBody>
          <a:bodyPr>
            <a:normAutofit/>
          </a:bodyPr>
          <a:lstStyle>
            <a:lvl1pPr>
              <a:defRPr sz="1800">
                <a:solidFill>
                  <a:schemeClr val="accent2"/>
                </a:solidFill>
              </a:defRPr>
            </a:lvl1pPr>
          </a:lstStyle>
          <a:p>
            <a:endParaRPr lang="id-ID"/>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43591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Title Slide">
    <p:spTree>
      <p:nvGrpSpPr>
        <p:cNvPr id="1" name=""/>
        <p:cNvGrpSpPr/>
        <p:nvPr/>
      </p:nvGrpSpPr>
      <p:grpSpPr>
        <a:xfrm>
          <a:off x="0" y="0"/>
          <a:ext cx="0" cy="0"/>
          <a:chOff x="0" y="0"/>
          <a:chExt cx="0" cy="0"/>
        </a:xfrm>
      </p:grpSpPr>
      <p:sp>
        <p:nvSpPr>
          <p:cNvPr id="10" name="Picture Placeholder 3"/>
          <p:cNvSpPr>
            <a:spLocks noGrp="1"/>
          </p:cNvSpPr>
          <p:nvPr>
            <p:ph type="pic" sz="quarter" idx="10"/>
          </p:nvPr>
        </p:nvSpPr>
        <p:spPr>
          <a:xfrm>
            <a:off x="1045466" y="2283008"/>
            <a:ext cx="4969744" cy="3753338"/>
          </a:xfrm>
        </p:spPr>
        <p:txBody>
          <a:bodyPr>
            <a:normAutofit/>
          </a:bodyPr>
          <a:lstStyle>
            <a:lvl1pPr>
              <a:defRPr sz="2000">
                <a:solidFill>
                  <a:schemeClr val="accent2"/>
                </a:solidFill>
              </a:defRPr>
            </a:lvl1pPr>
          </a:lstStyle>
          <a:p>
            <a:endParaRPr lang="id-ID"/>
          </a:p>
        </p:txBody>
      </p:sp>
      <p:sp>
        <p:nvSpPr>
          <p:cNvPr id="13" name="Rectangle 12"/>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4" name="Rectangle 13"/>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TextBox 21"/>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3" name="Group 22"/>
          <p:cNvGrpSpPr/>
          <p:nvPr userDrawn="1"/>
        </p:nvGrpSpPr>
        <p:grpSpPr>
          <a:xfrm>
            <a:off x="347419" y="6409324"/>
            <a:ext cx="224082" cy="221156"/>
            <a:chOff x="4328868" y="5502988"/>
            <a:chExt cx="500307" cy="493774"/>
          </a:xfrm>
        </p:grpSpPr>
        <p:sp>
          <p:nvSpPr>
            <p:cNvPr id="24" name="Freeform 23">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5" name="Freeform 24">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6" name="Group 25"/>
          <p:cNvGrpSpPr/>
          <p:nvPr userDrawn="1"/>
        </p:nvGrpSpPr>
        <p:grpSpPr>
          <a:xfrm flipH="1">
            <a:off x="933709" y="6409324"/>
            <a:ext cx="224082" cy="221156"/>
            <a:chOff x="4328868" y="5502988"/>
            <a:chExt cx="500307" cy="493774"/>
          </a:xfrm>
        </p:grpSpPr>
        <p:sp>
          <p:nvSpPr>
            <p:cNvPr id="27" name="Freeform 26">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9" name="Straight Connector 28"/>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8715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Title Slide">
    <p:spTree>
      <p:nvGrpSpPr>
        <p:cNvPr id="1" name=""/>
        <p:cNvGrpSpPr/>
        <p:nvPr/>
      </p:nvGrpSpPr>
      <p:grpSpPr>
        <a:xfrm>
          <a:off x="0" y="0"/>
          <a:ext cx="0" cy="0"/>
          <a:chOff x="0" y="0"/>
          <a:chExt cx="0" cy="0"/>
        </a:xfrm>
      </p:grpSpPr>
      <p:sp>
        <p:nvSpPr>
          <p:cNvPr id="4" name="Picture Placeholder 3"/>
          <p:cNvSpPr>
            <a:spLocks noGrp="1"/>
          </p:cNvSpPr>
          <p:nvPr>
            <p:ph type="pic" sz="quarter" idx="12"/>
          </p:nvPr>
        </p:nvSpPr>
        <p:spPr>
          <a:xfrm>
            <a:off x="0" y="0"/>
            <a:ext cx="12192000" cy="3143250"/>
          </a:xfrm>
        </p:spPr>
        <p:txBody>
          <a:bodyPr>
            <a:normAutofit/>
          </a:bodyPr>
          <a:lstStyle>
            <a:lvl1pPr>
              <a:defRPr sz="2000">
                <a:solidFill>
                  <a:schemeClr val="accent2"/>
                </a:solidFill>
              </a:defRPr>
            </a:lvl1pPr>
          </a:lstStyle>
          <a:p>
            <a:endParaRPr lang="id-ID"/>
          </a:p>
        </p:txBody>
      </p:sp>
      <p:sp>
        <p:nvSpPr>
          <p:cNvPr id="8" name="Picture Placeholder 3"/>
          <p:cNvSpPr>
            <a:spLocks noGrp="1"/>
          </p:cNvSpPr>
          <p:nvPr>
            <p:ph type="pic" sz="quarter" idx="11"/>
          </p:nvPr>
        </p:nvSpPr>
        <p:spPr>
          <a:xfrm>
            <a:off x="1456589" y="1280867"/>
            <a:ext cx="1550340" cy="2598991"/>
          </a:xfrm>
        </p:spPr>
        <p:txBody>
          <a:bodyPr>
            <a:normAutofit/>
          </a:bodyPr>
          <a:lstStyle>
            <a:lvl1pPr>
              <a:defRPr sz="1800">
                <a:solidFill>
                  <a:schemeClr val="accent2"/>
                </a:solidFill>
              </a:defRPr>
            </a:lvl1pPr>
          </a:lstStyle>
          <a:p>
            <a:endParaRPr lang="id-ID" dirty="0"/>
          </a:p>
        </p:txBody>
      </p:sp>
      <p:sp>
        <p:nvSpPr>
          <p:cNvPr id="9" name="Picture Placeholder 3"/>
          <p:cNvSpPr>
            <a:spLocks noGrp="1"/>
          </p:cNvSpPr>
          <p:nvPr>
            <p:ph type="pic" sz="quarter" idx="10"/>
          </p:nvPr>
        </p:nvSpPr>
        <p:spPr>
          <a:xfrm>
            <a:off x="2855740" y="839411"/>
            <a:ext cx="1776413" cy="2977979"/>
          </a:xfrm>
        </p:spPr>
        <p:txBody>
          <a:bodyPr>
            <a:normAutofit/>
          </a:bodyPr>
          <a:lstStyle>
            <a:lvl1pPr>
              <a:defRPr sz="1800">
                <a:solidFill>
                  <a:schemeClr val="accent2"/>
                </a:solidFill>
              </a:defRPr>
            </a:lvl1pPr>
          </a:lstStyle>
          <a:p>
            <a:endParaRPr lang="id-ID" dirty="0"/>
          </a:p>
        </p:txBody>
      </p:sp>
      <p:sp>
        <p:nvSpPr>
          <p:cNvPr id="15" name="Rectangle 14"/>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Rectangle 15"/>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4" name="TextBox 23"/>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5" name="Group 24"/>
          <p:cNvGrpSpPr/>
          <p:nvPr userDrawn="1"/>
        </p:nvGrpSpPr>
        <p:grpSpPr>
          <a:xfrm>
            <a:off x="347419" y="6409324"/>
            <a:ext cx="224082" cy="221156"/>
            <a:chOff x="4328868" y="5502988"/>
            <a:chExt cx="500307" cy="493774"/>
          </a:xfrm>
        </p:grpSpPr>
        <p:sp>
          <p:nvSpPr>
            <p:cNvPr id="26" name="Freeform 25">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7" name="Freeform 26">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8" name="Group 27"/>
          <p:cNvGrpSpPr/>
          <p:nvPr userDrawn="1"/>
        </p:nvGrpSpPr>
        <p:grpSpPr>
          <a:xfrm flipH="1">
            <a:off x="933709" y="6409324"/>
            <a:ext cx="224082" cy="221156"/>
            <a:chOff x="4328868" y="5502988"/>
            <a:chExt cx="500307" cy="493774"/>
          </a:xfrm>
        </p:grpSpPr>
        <p:sp>
          <p:nvSpPr>
            <p:cNvPr id="29" name="Freeform 28">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0" name="Freeform 29">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1" name="Straight Connector 30"/>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82085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Title Slide">
    <p:spTree>
      <p:nvGrpSpPr>
        <p:cNvPr id="1" name=""/>
        <p:cNvGrpSpPr/>
        <p:nvPr/>
      </p:nvGrpSpPr>
      <p:grpSpPr>
        <a:xfrm>
          <a:off x="0" y="0"/>
          <a:ext cx="0" cy="0"/>
          <a:chOff x="0" y="0"/>
          <a:chExt cx="0" cy="0"/>
        </a:xfrm>
      </p:grpSpPr>
      <p:sp>
        <p:nvSpPr>
          <p:cNvPr id="10" name="Picture Placeholder 3"/>
          <p:cNvSpPr>
            <a:spLocks noGrp="1"/>
          </p:cNvSpPr>
          <p:nvPr>
            <p:ph type="pic" sz="quarter" idx="11"/>
          </p:nvPr>
        </p:nvSpPr>
        <p:spPr>
          <a:xfrm>
            <a:off x="5266299" y="3164617"/>
            <a:ext cx="6819990" cy="4020519"/>
          </a:xfrm>
        </p:spPr>
        <p:txBody>
          <a:bodyPr>
            <a:normAutofit/>
          </a:bodyPr>
          <a:lstStyle>
            <a:lvl1pPr>
              <a:defRPr sz="1800">
                <a:solidFill>
                  <a:schemeClr val="accent2"/>
                </a:solidFill>
              </a:defRPr>
            </a:lvl1pPr>
          </a:lstStyle>
          <a:p>
            <a:endParaRPr lang="id-ID" dirty="0"/>
          </a:p>
        </p:txBody>
      </p:sp>
      <p:sp>
        <p:nvSpPr>
          <p:cNvPr id="13" name="Rectangle 12"/>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4" name="Rectangle 13"/>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TextBox 21"/>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3" name="Group 22"/>
          <p:cNvGrpSpPr/>
          <p:nvPr userDrawn="1"/>
        </p:nvGrpSpPr>
        <p:grpSpPr>
          <a:xfrm>
            <a:off x="347419" y="6409324"/>
            <a:ext cx="224082" cy="221156"/>
            <a:chOff x="4328868" y="5502988"/>
            <a:chExt cx="500307" cy="493774"/>
          </a:xfrm>
        </p:grpSpPr>
        <p:sp>
          <p:nvSpPr>
            <p:cNvPr id="24" name="Freeform 23">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5" name="Freeform 24">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6" name="Group 25"/>
          <p:cNvGrpSpPr/>
          <p:nvPr userDrawn="1"/>
        </p:nvGrpSpPr>
        <p:grpSpPr>
          <a:xfrm flipH="1">
            <a:off x="933709" y="6409324"/>
            <a:ext cx="224082" cy="221156"/>
            <a:chOff x="4328868" y="5502988"/>
            <a:chExt cx="500307" cy="493774"/>
          </a:xfrm>
        </p:grpSpPr>
        <p:sp>
          <p:nvSpPr>
            <p:cNvPr id="27" name="Freeform 26">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9" name="Straight Connector 28"/>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99686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6_Title Slide">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0" y="-23813"/>
            <a:ext cx="12192000" cy="4117976"/>
          </a:xfrm>
        </p:spPr>
        <p:txBody>
          <a:bodyPr/>
          <a:lstStyle>
            <a:lvl1pPr>
              <a:defRPr>
                <a:solidFill>
                  <a:schemeClr val="accent2"/>
                </a:solidFill>
              </a:defRPr>
            </a:lvl1pPr>
          </a:lstStyle>
          <a:p>
            <a:endParaRPr lang="id-ID"/>
          </a:p>
        </p:txBody>
      </p:sp>
      <p:sp>
        <p:nvSpPr>
          <p:cNvPr id="8" name="Picture Placeholder 3"/>
          <p:cNvSpPr>
            <a:spLocks noGrp="1"/>
          </p:cNvSpPr>
          <p:nvPr>
            <p:ph type="pic" sz="quarter" idx="10"/>
          </p:nvPr>
        </p:nvSpPr>
        <p:spPr>
          <a:xfrm>
            <a:off x="6502324" y="662473"/>
            <a:ext cx="2734983" cy="2969860"/>
          </a:xfrm>
          <a:custGeom>
            <a:avLst/>
            <a:gdLst>
              <a:gd name="connsiteX0" fmla="*/ 0 w 2091170"/>
              <a:gd name="connsiteY0" fmla="*/ 0 h 3109819"/>
              <a:gd name="connsiteX1" fmla="*/ 2091170 w 2091170"/>
              <a:gd name="connsiteY1" fmla="*/ 0 h 3109819"/>
              <a:gd name="connsiteX2" fmla="*/ 2091170 w 2091170"/>
              <a:gd name="connsiteY2" fmla="*/ 3109819 h 3109819"/>
              <a:gd name="connsiteX3" fmla="*/ 0 w 2091170"/>
              <a:gd name="connsiteY3" fmla="*/ 3109819 h 3109819"/>
              <a:gd name="connsiteX4" fmla="*/ 0 w 2091170"/>
              <a:gd name="connsiteY4" fmla="*/ 0 h 3109819"/>
              <a:gd name="connsiteX0" fmla="*/ 0 w 2091170"/>
              <a:gd name="connsiteY0" fmla="*/ 317241 h 3427060"/>
              <a:gd name="connsiteX1" fmla="*/ 1363383 w 2091170"/>
              <a:gd name="connsiteY1" fmla="*/ 0 h 3427060"/>
              <a:gd name="connsiteX2" fmla="*/ 2091170 w 2091170"/>
              <a:gd name="connsiteY2" fmla="*/ 3427060 h 3427060"/>
              <a:gd name="connsiteX3" fmla="*/ 0 w 2091170"/>
              <a:gd name="connsiteY3" fmla="*/ 3427060 h 3427060"/>
              <a:gd name="connsiteX4" fmla="*/ 0 w 2091170"/>
              <a:gd name="connsiteY4" fmla="*/ 317241 h 3427060"/>
              <a:gd name="connsiteX0" fmla="*/ 0 w 2734983"/>
              <a:gd name="connsiteY0" fmla="*/ 317241 h 3427060"/>
              <a:gd name="connsiteX1" fmla="*/ 1363383 w 2734983"/>
              <a:gd name="connsiteY1" fmla="*/ 0 h 3427060"/>
              <a:gd name="connsiteX2" fmla="*/ 2734983 w 2734983"/>
              <a:gd name="connsiteY2" fmla="*/ 2521990 h 3427060"/>
              <a:gd name="connsiteX3" fmla="*/ 0 w 2734983"/>
              <a:gd name="connsiteY3" fmla="*/ 3427060 h 3427060"/>
              <a:gd name="connsiteX4" fmla="*/ 0 w 2734983"/>
              <a:gd name="connsiteY4" fmla="*/ 317241 h 3427060"/>
              <a:gd name="connsiteX0" fmla="*/ 0 w 2734983"/>
              <a:gd name="connsiteY0" fmla="*/ 317241 h 2969860"/>
              <a:gd name="connsiteX1" fmla="*/ 1363383 w 2734983"/>
              <a:gd name="connsiteY1" fmla="*/ 0 h 2969860"/>
              <a:gd name="connsiteX2" fmla="*/ 2734983 w 2734983"/>
              <a:gd name="connsiteY2" fmla="*/ 2521990 h 2969860"/>
              <a:gd name="connsiteX3" fmla="*/ 1408923 w 2734983"/>
              <a:gd name="connsiteY3" fmla="*/ 2969860 h 2969860"/>
              <a:gd name="connsiteX4" fmla="*/ 0 w 2734983"/>
              <a:gd name="connsiteY4" fmla="*/ 317241 h 2969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4983" h="2969860">
                <a:moveTo>
                  <a:pt x="0" y="317241"/>
                </a:moveTo>
                <a:lnTo>
                  <a:pt x="1363383" y="0"/>
                </a:lnTo>
                <a:lnTo>
                  <a:pt x="2734983" y="2521990"/>
                </a:lnTo>
                <a:lnTo>
                  <a:pt x="1408923" y="2969860"/>
                </a:lnTo>
                <a:lnTo>
                  <a:pt x="0" y="317241"/>
                </a:lnTo>
                <a:close/>
              </a:path>
            </a:pathLst>
          </a:custGeom>
        </p:spPr>
        <p:txBody>
          <a:bodyPr>
            <a:normAutofit/>
          </a:bodyPr>
          <a:lstStyle>
            <a:lvl1pPr>
              <a:defRPr sz="1600">
                <a:solidFill>
                  <a:schemeClr val="bg1"/>
                </a:solidFill>
              </a:defRPr>
            </a:lvl1pPr>
          </a:lstStyle>
          <a:p>
            <a:endParaRPr lang="id-ID" dirty="0"/>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3" name="TextBox 22"/>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08758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7_Title Slide">
    <p:spTree>
      <p:nvGrpSpPr>
        <p:cNvPr id="1" name=""/>
        <p:cNvGrpSpPr/>
        <p:nvPr/>
      </p:nvGrpSpPr>
      <p:grpSpPr>
        <a:xfrm>
          <a:off x="0" y="0"/>
          <a:ext cx="0" cy="0"/>
          <a:chOff x="0" y="0"/>
          <a:chExt cx="0" cy="0"/>
        </a:xfrm>
      </p:grpSpPr>
      <p:sp>
        <p:nvSpPr>
          <p:cNvPr id="9" name="Rectangle 8"/>
          <p:cNvSpPr/>
          <p:nvPr userDrawn="1"/>
        </p:nvSpPr>
        <p:spPr>
          <a:xfrm>
            <a:off x="-2" y="0"/>
            <a:ext cx="12187314" cy="4000500"/>
          </a:xfrm>
          <a:prstGeom prst="rect">
            <a:avLst/>
          </a:prstGeom>
          <a:pattFill prst="pct90">
            <a:fgClr>
              <a:schemeClr val="tx2">
                <a:lumMod val="75000"/>
              </a:schemeClr>
            </a:fgClr>
            <a:bgClr>
              <a:schemeClr val="tx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2"/>
          <p:cNvSpPr>
            <a:spLocks noGrp="1"/>
          </p:cNvSpPr>
          <p:nvPr>
            <p:ph type="pic" sz="quarter" idx="10"/>
          </p:nvPr>
        </p:nvSpPr>
        <p:spPr>
          <a:xfrm>
            <a:off x="4265098" y="1704098"/>
            <a:ext cx="3633145" cy="2288465"/>
          </a:xfrm>
        </p:spPr>
        <p:txBody>
          <a:bodyPr>
            <a:normAutofit/>
          </a:bodyPr>
          <a:lstStyle>
            <a:lvl1pPr>
              <a:defRPr sz="2000">
                <a:solidFill>
                  <a:schemeClr val="accent2"/>
                </a:solidFill>
              </a:defRPr>
            </a:lvl1pPr>
          </a:lstStyle>
          <a:p>
            <a:endParaRPr lang="id-ID"/>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8690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1_Title Slide">
    <p:spTree>
      <p:nvGrpSpPr>
        <p:cNvPr id="1" name=""/>
        <p:cNvGrpSpPr/>
        <p:nvPr/>
      </p:nvGrpSpPr>
      <p:grpSpPr>
        <a:xfrm>
          <a:off x="0" y="0"/>
          <a:ext cx="0" cy="0"/>
          <a:chOff x="0" y="0"/>
          <a:chExt cx="0" cy="0"/>
        </a:xfrm>
      </p:grpSpPr>
      <p:sp>
        <p:nvSpPr>
          <p:cNvPr id="8" name="Picture Placeholder 2"/>
          <p:cNvSpPr>
            <a:spLocks noGrp="1"/>
          </p:cNvSpPr>
          <p:nvPr>
            <p:ph type="pic" sz="quarter" idx="10"/>
          </p:nvPr>
        </p:nvSpPr>
        <p:spPr>
          <a:xfrm>
            <a:off x="0" y="2140431"/>
            <a:ext cx="12192000" cy="3241193"/>
          </a:xfrm>
        </p:spPr>
        <p:txBody>
          <a:bodyPr/>
          <a:lstStyle>
            <a:lvl1pPr>
              <a:defRPr>
                <a:solidFill>
                  <a:schemeClr val="accent2"/>
                </a:solidFill>
              </a:defRPr>
            </a:lvl1pPr>
          </a:lstStyle>
          <a:p>
            <a:endParaRPr lang="id-ID"/>
          </a:p>
        </p:txBody>
      </p:sp>
      <p:sp>
        <p:nvSpPr>
          <p:cNvPr id="13" name="Rectangle 12"/>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4" name="Rectangle 13"/>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2" name="TextBox 21"/>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3" name="Group 22"/>
          <p:cNvGrpSpPr/>
          <p:nvPr userDrawn="1"/>
        </p:nvGrpSpPr>
        <p:grpSpPr>
          <a:xfrm>
            <a:off x="347419" y="6409324"/>
            <a:ext cx="224082" cy="221156"/>
            <a:chOff x="4328868" y="5502988"/>
            <a:chExt cx="500307" cy="493774"/>
          </a:xfrm>
        </p:grpSpPr>
        <p:sp>
          <p:nvSpPr>
            <p:cNvPr id="24" name="Freeform 23">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5" name="Freeform 24">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6" name="Group 25"/>
          <p:cNvGrpSpPr/>
          <p:nvPr userDrawn="1"/>
        </p:nvGrpSpPr>
        <p:grpSpPr>
          <a:xfrm flipH="1">
            <a:off x="933709" y="6409324"/>
            <a:ext cx="224082" cy="221156"/>
            <a:chOff x="4328868" y="5502988"/>
            <a:chExt cx="500307" cy="493774"/>
          </a:xfrm>
        </p:grpSpPr>
        <p:sp>
          <p:nvSpPr>
            <p:cNvPr id="27" name="Freeform 26">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8" name="Freeform 27">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29" name="Straight Connector 28"/>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86692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9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296106" y="3516313"/>
            <a:ext cx="1366837" cy="1366837"/>
          </a:xfrm>
          <a:prstGeom prst="ellipse">
            <a:avLst/>
          </a:prstGeom>
          <a:ln w="57150">
            <a:solidFill>
              <a:schemeClr val="accent1"/>
            </a:solidFill>
          </a:ln>
        </p:spPr>
        <p:txBody>
          <a:bodyPr>
            <a:normAutofit/>
          </a:bodyPr>
          <a:lstStyle>
            <a:lvl1pPr>
              <a:defRPr sz="1400">
                <a:solidFill>
                  <a:schemeClr val="accent2"/>
                </a:solidFill>
              </a:defRPr>
            </a:lvl1pPr>
          </a:lstStyle>
          <a:p>
            <a:endParaRPr lang="id-ID"/>
          </a:p>
        </p:txBody>
      </p:sp>
      <p:sp>
        <p:nvSpPr>
          <p:cNvPr id="16" name="Picture Placeholder 3"/>
          <p:cNvSpPr>
            <a:spLocks noGrp="1"/>
          </p:cNvSpPr>
          <p:nvPr>
            <p:ph type="pic" sz="quarter" idx="11"/>
          </p:nvPr>
        </p:nvSpPr>
        <p:spPr>
          <a:xfrm>
            <a:off x="9529057" y="4823209"/>
            <a:ext cx="1366837" cy="1366837"/>
          </a:xfrm>
          <a:prstGeom prst="ellipse">
            <a:avLst/>
          </a:prstGeom>
          <a:ln w="57150">
            <a:solidFill>
              <a:schemeClr val="accent2"/>
            </a:solidFill>
          </a:ln>
        </p:spPr>
        <p:txBody>
          <a:bodyPr>
            <a:normAutofit/>
          </a:bodyPr>
          <a:lstStyle>
            <a:lvl1pPr>
              <a:defRPr sz="1400">
                <a:solidFill>
                  <a:schemeClr val="accent5"/>
                </a:solidFill>
              </a:defRPr>
            </a:lvl1pPr>
          </a:lstStyle>
          <a:p>
            <a:endParaRPr lang="id-ID" dirty="0"/>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3" name="Rectangle 22"/>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4" name="TextBox 23"/>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5" name="Group 24"/>
          <p:cNvGrpSpPr/>
          <p:nvPr userDrawn="1"/>
        </p:nvGrpSpPr>
        <p:grpSpPr>
          <a:xfrm>
            <a:off x="347419" y="6409324"/>
            <a:ext cx="224082" cy="221156"/>
            <a:chOff x="4328868" y="5502988"/>
            <a:chExt cx="500307" cy="493774"/>
          </a:xfrm>
        </p:grpSpPr>
        <p:sp>
          <p:nvSpPr>
            <p:cNvPr id="26" name="Freeform 25">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7" name="Freeform 26">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8" name="Group 27"/>
          <p:cNvGrpSpPr/>
          <p:nvPr userDrawn="1"/>
        </p:nvGrpSpPr>
        <p:grpSpPr>
          <a:xfrm flipH="1">
            <a:off x="933709" y="6409324"/>
            <a:ext cx="224082" cy="221156"/>
            <a:chOff x="4328868" y="5502988"/>
            <a:chExt cx="500307" cy="493774"/>
          </a:xfrm>
        </p:grpSpPr>
        <p:sp>
          <p:nvSpPr>
            <p:cNvPr id="29" name="Freeform 28">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0" name="Freeform 29">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1" name="Straight Connector 30"/>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14523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8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296106" y="3614791"/>
            <a:ext cx="1366837" cy="1366837"/>
          </a:xfrm>
          <a:prstGeom prst="ellipse">
            <a:avLst/>
          </a:prstGeom>
          <a:ln w="57150">
            <a:solidFill>
              <a:schemeClr val="accent5"/>
            </a:solidFill>
          </a:ln>
        </p:spPr>
        <p:txBody>
          <a:bodyPr>
            <a:normAutofit/>
          </a:bodyPr>
          <a:lstStyle>
            <a:lvl1pPr>
              <a:defRPr sz="1400">
                <a:solidFill>
                  <a:schemeClr val="accent2"/>
                </a:solidFill>
              </a:defRPr>
            </a:lvl1pPr>
          </a:lstStyle>
          <a:p>
            <a:endParaRPr lang="id-ID" dirty="0"/>
          </a:p>
        </p:txBody>
      </p:sp>
      <p:sp>
        <p:nvSpPr>
          <p:cNvPr id="16" name="Picture Placeholder 3"/>
          <p:cNvSpPr>
            <a:spLocks noGrp="1"/>
          </p:cNvSpPr>
          <p:nvPr>
            <p:ph type="pic" sz="quarter" idx="11"/>
          </p:nvPr>
        </p:nvSpPr>
        <p:spPr>
          <a:xfrm>
            <a:off x="9529057" y="4921687"/>
            <a:ext cx="1366837" cy="1366837"/>
          </a:xfrm>
          <a:prstGeom prst="ellipse">
            <a:avLst/>
          </a:prstGeom>
          <a:ln w="57150">
            <a:solidFill>
              <a:schemeClr val="accent6"/>
            </a:solidFill>
          </a:ln>
        </p:spPr>
        <p:txBody>
          <a:bodyPr>
            <a:normAutofit/>
          </a:bodyPr>
          <a:lstStyle>
            <a:lvl1pPr>
              <a:defRPr sz="1400">
                <a:solidFill>
                  <a:schemeClr val="accent2"/>
                </a:solidFill>
              </a:defRPr>
            </a:lvl1pPr>
          </a:lstStyle>
          <a:p>
            <a:endParaRPr lang="id-ID" dirty="0"/>
          </a:p>
        </p:txBody>
      </p:sp>
      <p:sp>
        <p:nvSpPr>
          <p:cNvPr id="49" name="Picture Placeholder 3"/>
          <p:cNvSpPr>
            <a:spLocks noGrp="1"/>
          </p:cNvSpPr>
          <p:nvPr>
            <p:ph type="pic" sz="quarter" idx="12"/>
          </p:nvPr>
        </p:nvSpPr>
        <p:spPr>
          <a:xfrm>
            <a:off x="1296106" y="971203"/>
            <a:ext cx="1366837" cy="1366837"/>
          </a:xfrm>
          <a:prstGeom prst="ellipse">
            <a:avLst/>
          </a:prstGeom>
          <a:ln w="57150">
            <a:solidFill>
              <a:schemeClr val="accent3"/>
            </a:solidFill>
          </a:ln>
        </p:spPr>
        <p:txBody>
          <a:bodyPr>
            <a:normAutofit/>
          </a:bodyPr>
          <a:lstStyle>
            <a:lvl1pPr>
              <a:defRPr sz="1400">
                <a:solidFill>
                  <a:schemeClr val="accent2"/>
                </a:solidFill>
              </a:defRPr>
            </a:lvl1pPr>
          </a:lstStyle>
          <a:p>
            <a:endParaRPr lang="id-ID" dirty="0"/>
          </a:p>
        </p:txBody>
      </p:sp>
      <p:sp>
        <p:nvSpPr>
          <p:cNvPr id="50" name="Picture Placeholder 3"/>
          <p:cNvSpPr>
            <a:spLocks noGrp="1"/>
          </p:cNvSpPr>
          <p:nvPr>
            <p:ph type="pic" sz="quarter" idx="13"/>
          </p:nvPr>
        </p:nvSpPr>
        <p:spPr>
          <a:xfrm>
            <a:off x="9529057" y="2278099"/>
            <a:ext cx="1366837" cy="1366837"/>
          </a:xfrm>
          <a:prstGeom prst="ellipse">
            <a:avLst/>
          </a:prstGeom>
          <a:ln w="57150">
            <a:solidFill>
              <a:schemeClr val="accent4"/>
            </a:solidFill>
          </a:ln>
        </p:spPr>
        <p:txBody>
          <a:bodyPr>
            <a:normAutofit/>
          </a:bodyPr>
          <a:lstStyle>
            <a:lvl1pPr>
              <a:defRPr sz="1400">
                <a:solidFill>
                  <a:schemeClr val="accent2"/>
                </a:solidFill>
              </a:defRPr>
            </a:lvl1pPr>
          </a:lstStyle>
          <a:p>
            <a:endParaRPr lang="id-ID" dirty="0"/>
          </a:p>
        </p:txBody>
      </p:sp>
      <p:sp>
        <p:nvSpPr>
          <p:cNvPr id="24" name="Rectangle 2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5" name="Rectangle 2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26" name="TextBox 2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7" name="Group 26"/>
          <p:cNvGrpSpPr/>
          <p:nvPr userDrawn="1"/>
        </p:nvGrpSpPr>
        <p:grpSpPr>
          <a:xfrm>
            <a:off x="347419" y="6409324"/>
            <a:ext cx="224082" cy="221156"/>
            <a:chOff x="4328868" y="5502988"/>
            <a:chExt cx="500307" cy="493774"/>
          </a:xfrm>
        </p:grpSpPr>
        <p:sp>
          <p:nvSpPr>
            <p:cNvPr id="28" name="Freeform 27">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30" name="Group 29"/>
          <p:cNvGrpSpPr/>
          <p:nvPr userDrawn="1"/>
        </p:nvGrpSpPr>
        <p:grpSpPr>
          <a:xfrm flipH="1">
            <a:off x="933709" y="6409324"/>
            <a:ext cx="224082" cy="221156"/>
            <a:chOff x="4328868" y="5502988"/>
            <a:chExt cx="500307" cy="493774"/>
          </a:xfrm>
        </p:grpSpPr>
        <p:sp>
          <p:nvSpPr>
            <p:cNvPr id="31" name="Freeform 30">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32" name="Freeform 31">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3" name="Straight Connector 32"/>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61815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0_Title Slide">
    <p:spTree>
      <p:nvGrpSpPr>
        <p:cNvPr id="1" name=""/>
        <p:cNvGrpSpPr/>
        <p:nvPr/>
      </p:nvGrpSpPr>
      <p:grpSpPr>
        <a:xfrm>
          <a:off x="0" y="0"/>
          <a:ext cx="0" cy="0"/>
          <a:chOff x="0" y="0"/>
          <a:chExt cx="0" cy="0"/>
        </a:xfrm>
      </p:grpSpPr>
      <p:sp>
        <p:nvSpPr>
          <p:cNvPr id="9" name="Picture Placeholder 3"/>
          <p:cNvSpPr>
            <a:spLocks noGrp="1"/>
          </p:cNvSpPr>
          <p:nvPr>
            <p:ph type="pic" sz="quarter" idx="12"/>
          </p:nvPr>
        </p:nvSpPr>
        <p:spPr>
          <a:xfrm>
            <a:off x="1296106" y="971203"/>
            <a:ext cx="1366837" cy="1366837"/>
          </a:xfrm>
          <a:prstGeom prst="ellipse">
            <a:avLst/>
          </a:prstGeom>
          <a:ln w="57150">
            <a:solidFill>
              <a:schemeClr val="accent2"/>
            </a:solidFill>
          </a:ln>
        </p:spPr>
        <p:txBody>
          <a:bodyPr>
            <a:normAutofit/>
          </a:bodyPr>
          <a:lstStyle>
            <a:lvl1pPr>
              <a:defRPr sz="1400">
                <a:solidFill>
                  <a:schemeClr val="accent5"/>
                </a:solidFill>
              </a:defRPr>
            </a:lvl1pPr>
          </a:lstStyle>
          <a:p>
            <a:endParaRPr lang="id-ID" dirty="0"/>
          </a:p>
        </p:txBody>
      </p:sp>
      <p:sp>
        <p:nvSpPr>
          <p:cNvPr id="10" name="Picture Placeholder 3"/>
          <p:cNvSpPr>
            <a:spLocks noGrp="1"/>
          </p:cNvSpPr>
          <p:nvPr>
            <p:ph type="pic" sz="quarter" idx="13"/>
          </p:nvPr>
        </p:nvSpPr>
        <p:spPr>
          <a:xfrm>
            <a:off x="9529057" y="2278099"/>
            <a:ext cx="1366837" cy="1366837"/>
          </a:xfrm>
          <a:prstGeom prst="ellipse">
            <a:avLst/>
          </a:prstGeom>
          <a:ln w="57150">
            <a:solidFill>
              <a:schemeClr val="accent3"/>
            </a:solidFill>
          </a:ln>
        </p:spPr>
        <p:txBody>
          <a:bodyPr>
            <a:normAutofit/>
          </a:bodyPr>
          <a:lstStyle>
            <a:lvl1pPr>
              <a:defRPr sz="1400">
                <a:solidFill>
                  <a:schemeClr val="accent2"/>
                </a:solidFill>
              </a:defRPr>
            </a:lvl1pPr>
          </a:lstStyle>
          <a:p>
            <a:endParaRPr lang="id-ID" dirty="0"/>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6013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3_Title Slide">
    <p:spTree>
      <p:nvGrpSpPr>
        <p:cNvPr id="1" name=""/>
        <p:cNvGrpSpPr/>
        <p:nvPr/>
      </p:nvGrpSpPr>
      <p:grpSpPr>
        <a:xfrm>
          <a:off x="0" y="0"/>
          <a:ext cx="0" cy="0"/>
          <a:chOff x="0" y="0"/>
          <a:chExt cx="0" cy="0"/>
        </a:xfrm>
      </p:grpSpPr>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3" name="Picture Placeholder 2"/>
          <p:cNvSpPr>
            <a:spLocks noGrp="1"/>
          </p:cNvSpPr>
          <p:nvPr>
            <p:ph type="pic" sz="quarter" idx="10"/>
          </p:nvPr>
        </p:nvSpPr>
        <p:spPr>
          <a:xfrm>
            <a:off x="4937125" y="3083109"/>
            <a:ext cx="2317750" cy="2317750"/>
          </a:xfrm>
          <a:prstGeom prst="ellipse">
            <a:avLst/>
          </a:prstGeom>
          <a:ln w="98425">
            <a:solidFill>
              <a:schemeClr val="accent6"/>
            </a:solidFill>
          </a:ln>
        </p:spPr>
        <p:txBody>
          <a:bodyPr>
            <a:normAutofit/>
          </a:bodyPr>
          <a:lstStyle>
            <a:lvl1pPr>
              <a:defRPr sz="2400">
                <a:solidFill>
                  <a:schemeClr val="accent2"/>
                </a:solidFill>
              </a:defRPr>
            </a:lvl1pPr>
          </a:lstStyle>
          <a:p>
            <a:endParaRPr lang="id-ID"/>
          </a:p>
        </p:txBody>
      </p:sp>
    </p:spTree>
    <p:extLst>
      <p:ext uri="{BB962C8B-B14F-4D97-AF65-F5344CB8AC3E}">
        <p14:creationId xmlns:p14="http://schemas.microsoft.com/office/powerpoint/2010/main" val="41681280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4_Title Slide">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192000" cy="5399088"/>
          </a:xfrm>
        </p:spPr>
        <p:txBody>
          <a:bodyPr>
            <a:normAutofit/>
          </a:bodyPr>
          <a:lstStyle>
            <a:lvl1pPr>
              <a:defRPr sz="3600">
                <a:solidFill>
                  <a:schemeClr val="accent2"/>
                </a:solidFill>
              </a:defRPr>
            </a:lvl1pPr>
          </a:lstStyle>
          <a:p>
            <a:endParaRPr lang="id-ID"/>
          </a:p>
        </p:txBody>
      </p:sp>
      <p:sp>
        <p:nvSpPr>
          <p:cNvPr id="14" name="Rectangle 13"/>
          <p:cNvSpPr/>
          <p:nvPr userDrawn="1"/>
        </p:nvSpPr>
        <p:spPr>
          <a:xfrm>
            <a:off x="11528983" y="273543"/>
            <a:ext cx="461914" cy="367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5" name="Rectangle 14"/>
          <p:cNvSpPr/>
          <p:nvPr userDrawn="1"/>
        </p:nvSpPr>
        <p:spPr>
          <a:xfrm>
            <a:off x="11528983" y="641189"/>
            <a:ext cx="461914"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400"/>
          </a:p>
        </p:txBody>
      </p:sp>
      <p:sp>
        <p:nvSpPr>
          <p:cNvPr id="16" name="TextBox 15"/>
          <p:cNvSpPr txBox="1"/>
          <p:nvPr userDrawn="1"/>
        </p:nvSpPr>
        <p:spPr>
          <a:xfrm>
            <a:off x="11560205" y="305131"/>
            <a:ext cx="399469" cy="307777"/>
          </a:xfrm>
          <a:prstGeom prst="rect">
            <a:avLst/>
          </a:prstGeom>
          <a:noFill/>
        </p:spPr>
        <p:txBody>
          <a:bodyPr wrap="none" rtlCol="0">
            <a:spAutoFit/>
          </a:bodyPr>
          <a:lstStyle/>
          <a:p>
            <a:pPr algn="ctr"/>
            <a:fld id="{260E2A6B-A809-4840-BF14-8648BC0BDF87}" type="slidenum">
              <a:rPr lang="id-ID" sz="1400" b="1" smtClean="0">
                <a:solidFill>
                  <a:schemeClr val="bg1"/>
                </a:solidFill>
              </a:rPr>
              <a:pPr algn="ctr"/>
              <a:t>‹#›</a:t>
            </a:fld>
            <a:endParaRPr lang="id-ID" sz="1100" dirty="0">
              <a:solidFill>
                <a:schemeClr val="bg1"/>
              </a:solidFill>
            </a:endParaRPr>
          </a:p>
        </p:txBody>
      </p:sp>
      <p:grpSp>
        <p:nvGrpSpPr>
          <p:cNvPr id="24" name="Group 23"/>
          <p:cNvGrpSpPr/>
          <p:nvPr userDrawn="1"/>
        </p:nvGrpSpPr>
        <p:grpSpPr>
          <a:xfrm>
            <a:off x="347419" y="6409324"/>
            <a:ext cx="224082" cy="221156"/>
            <a:chOff x="4328868" y="5502988"/>
            <a:chExt cx="500307" cy="493774"/>
          </a:xfrm>
        </p:grpSpPr>
        <p:sp>
          <p:nvSpPr>
            <p:cNvPr id="25" name="Freeform 24">
              <a:hlinkClick r:id="" action="ppaction://hlinkshowjump?jump=previousslide"/>
            </p:cNvPr>
            <p:cNvSpPr>
              <a:spLocks/>
            </p:cNvSpPr>
            <p:nvPr userDrawn="1"/>
          </p:nvSpPr>
          <p:spPr bwMode="auto">
            <a:xfrm>
              <a:off x="4520555"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6" name="Freeform 25">
              <a:hlinkClick r:id="" action="ppaction://hlinkshowjump?jump=previous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grpSp>
        <p:nvGrpSpPr>
          <p:cNvPr id="27" name="Group 26"/>
          <p:cNvGrpSpPr/>
          <p:nvPr userDrawn="1"/>
        </p:nvGrpSpPr>
        <p:grpSpPr>
          <a:xfrm flipH="1">
            <a:off x="933709" y="6409324"/>
            <a:ext cx="224082" cy="221156"/>
            <a:chOff x="4328868" y="5502988"/>
            <a:chExt cx="500307" cy="493774"/>
          </a:xfrm>
        </p:grpSpPr>
        <p:sp>
          <p:nvSpPr>
            <p:cNvPr id="28" name="Freeform 27">
              <a:hlinkClick r:id="" action="ppaction://hlinkshowjump?jump=nextslide"/>
            </p:cNvPr>
            <p:cNvSpPr>
              <a:spLocks/>
            </p:cNvSpPr>
            <p:nvPr userDrawn="1"/>
          </p:nvSpPr>
          <p:spPr bwMode="auto">
            <a:xfrm>
              <a:off x="4520556" y="5649754"/>
              <a:ext cx="116933" cy="200242"/>
            </a:xfrm>
            <a:custGeom>
              <a:avLst/>
              <a:gdLst>
                <a:gd name="T0" fmla="*/ 417 w 425"/>
                <a:gd name="T1" fmla="*/ 77 h 728"/>
                <a:gd name="T2" fmla="*/ 131 w 425"/>
                <a:gd name="T3" fmla="*/ 364 h 728"/>
                <a:gd name="T4" fmla="*/ 417 w 425"/>
                <a:gd name="T5" fmla="*/ 650 h 728"/>
                <a:gd name="T6" fmla="*/ 425 w 425"/>
                <a:gd name="T7" fmla="*/ 667 h 728"/>
                <a:gd name="T8" fmla="*/ 417 w 425"/>
                <a:gd name="T9" fmla="*/ 684 h 728"/>
                <a:gd name="T10" fmla="*/ 381 w 425"/>
                <a:gd name="T11" fmla="*/ 720 h 728"/>
                <a:gd name="T12" fmla="*/ 364 w 425"/>
                <a:gd name="T13" fmla="*/ 728 h 728"/>
                <a:gd name="T14" fmla="*/ 347 w 425"/>
                <a:gd name="T15" fmla="*/ 720 h 728"/>
                <a:gd name="T16" fmla="*/ 8 w 425"/>
                <a:gd name="T17" fmla="*/ 381 h 728"/>
                <a:gd name="T18" fmla="*/ 0 w 425"/>
                <a:gd name="T19" fmla="*/ 364 h 728"/>
                <a:gd name="T20" fmla="*/ 8 w 425"/>
                <a:gd name="T21" fmla="*/ 347 h 728"/>
                <a:gd name="T22" fmla="*/ 347 w 425"/>
                <a:gd name="T23" fmla="*/ 7 h 728"/>
                <a:gd name="T24" fmla="*/ 364 w 425"/>
                <a:gd name="T25" fmla="*/ 0 h 728"/>
                <a:gd name="T26" fmla="*/ 381 w 425"/>
                <a:gd name="T27" fmla="*/ 7 h 728"/>
                <a:gd name="T28" fmla="*/ 417 w 425"/>
                <a:gd name="T29" fmla="*/ 44 h 728"/>
                <a:gd name="T30" fmla="*/ 425 w 425"/>
                <a:gd name="T31" fmla="*/ 60 h 728"/>
                <a:gd name="T32" fmla="*/ 417 w 425"/>
                <a:gd name="T33" fmla="*/ 77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5" h="728">
                  <a:moveTo>
                    <a:pt x="417" y="77"/>
                  </a:moveTo>
                  <a:cubicBezTo>
                    <a:pt x="131" y="364"/>
                    <a:pt x="131" y="364"/>
                    <a:pt x="131" y="364"/>
                  </a:cubicBezTo>
                  <a:cubicBezTo>
                    <a:pt x="417" y="650"/>
                    <a:pt x="417" y="650"/>
                    <a:pt x="417" y="650"/>
                  </a:cubicBezTo>
                  <a:cubicBezTo>
                    <a:pt x="422" y="655"/>
                    <a:pt x="425" y="661"/>
                    <a:pt x="425" y="667"/>
                  </a:cubicBezTo>
                  <a:cubicBezTo>
                    <a:pt x="425" y="673"/>
                    <a:pt x="422" y="680"/>
                    <a:pt x="417" y="684"/>
                  </a:cubicBezTo>
                  <a:cubicBezTo>
                    <a:pt x="381" y="720"/>
                    <a:pt x="381" y="720"/>
                    <a:pt x="381" y="720"/>
                  </a:cubicBezTo>
                  <a:cubicBezTo>
                    <a:pt x="377" y="725"/>
                    <a:pt x="370" y="728"/>
                    <a:pt x="364" y="728"/>
                  </a:cubicBezTo>
                  <a:cubicBezTo>
                    <a:pt x="358" y="728"/>
                    <a:pt x="352" y="725"/>
                    <a:pt x="347" y="720"/>
                  </a:cubicBezTo>
                  <a:cubicBezTo>
                    <a:pt x="8" y="381"/>
                    <a:pt x="8" y="381"/>
                    <a:pt x="8" y="381"/>
                  </a:cubicBezTo>
                  <a:cubicBezTo>
                    <a:pt x="3" y="376"/>
                    <a:pt x="0" y="369"/>
                    <a:pt x="0" y="364"/>
                  </a:cubicBezTo>
                  <a:cubicBezTo>
                    <a:pt x="0" y="358"/>
                    <a:pt x="3" y="351"/>
                    <a:pt x="8" y="347"/>
                  </a:cubicBezTo>
                  <a:cubicBezTo>
                    <a:pt x="347" y="7"/>
                    <a:pt x="347" y="7"/>
                    <a:pt x="347" y="7"/>
                  </a:cubicBezTo>
                  <a:cubicBezTo>
                    <a:pt x="352" y="3"/>
                    <a:pt x="358" y="0"/>
                    <a:pt x="364" y="0"/>
                  </a:cubicBezTo>
                  <a:cubicBezTo>
                    <a:pt x="370" y="0"/>
                    <a:pt x="377" y="3"/>
                    <a:pt x="381" y="7"/>
                  </a:cubicBezTo>
                  <a:cubicBezTo>
                    <a:pt x="417" y="44"/>
                    <a:pt x="417" y="44"/>
                    <a:pt x="417" y="44"/>
                  </a:cubicBezTo>
                  <a:cubicBezTo>
                    <a:pt x="422" y="48"/>
                    <a:pt x="425" y="54"/>
                    <a:pt x="425" y="60"/>
                  </a:cubicBezTo>
                  <a:cubicBezTo>
                    <a:pt x="425" y="66"/>
                    <a:pt x="422" y="73"/>
                    <a:pt x="417" y="77"/>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sp>
          <p:nvSpPr>
            <p:cNvPr id="29" name="Freeform 28">
              <a:hlinkClick r:id="" action="ppaction://hlinkshowjump?jump=nextslide"/>
            </p:cNvPr>
            <p:cNvSpPr>
              <a:spLocks noEditPoints="1"/>
            </p:cNvSpPr>
            <p:nvPr userDrawn="1"/>
          </p:nvSpPr>
          <p:spPr bwMode="auto">
            <a:xfrm>
              <a:off x="4328868" y="5502988"/>
              <a:ext cx="500307" cy="493774"/>
            </a:xfrm>
            <a:custGeom>
              <a:avLst/>
              <a:gdLst>
                <a:gd name="T0" fmla="*/ 2355 w 2753"/>
                <a:gd name="T1" fmla="*/ 114 h 2716"/>
                <a:gd name="T2" fmla="*/ 2639 w 2753"/>
                <a:gd name="T3" fmla="*/ 399 h 2716"/>
                <a:gd name="T4" fmla="*/ 2639 w 2753"/>
                <a:gd name="T5" fmla="*/ 2317 h 2716"/>
                <a:gd name="T6" fmla="*/ 2355 w 2753"/>
                <a:gd name="T7" fmla="*/ 2602 h 2716"/>
                <a:gd name="T8" fmla="*/ 398 w 2753"/>
                <a:gd name="T9" fmla="*/ 2602 h 2716"/>
                <a:gd name="T10" fmla="*/ 113 w 2753"/>
                <a:gd name="T11" fmla="*/ 2317 h 2716"/>
                <a:gd name="T12" fmla="*/ 113 w 2753"/>
                <a:gd name="T13" fmla="*/ 399 h 2716"/>
                <a:gd name="T14" fmla="*/ 398 w 2753"/>
                <a:gd name="T15" fmla="*/ 114 h 2716"/>
                <a:gd name="T16" fmla="*/ 2355 w 2753"/>
                <a:gd name="T17" fmla="*/ 114 h 2716"/>
                <a:gd name="T18" fmla="*/ 2355 w 2753"/>
                <a:gd name="T19" fmla="*/ 0 h 2716"/>
                <a:gd name="T20" fmla="*/ 398 w 2753"/>
                <a:gd name="T21" fmla="*/ 0 h 2716"/>
                <a:gd name="T22" fmla="*/ 0 w 2753"/>
                <a:gd name="T23" fmla="*/ 399 h 2716"/>
                <a:gd name="T24" fmla="*/ 0 w 2753"/>
                <a:gd name="T25" fmla="*/ 2317 h 2716"/>
                <a:gd name="T26" fmla="*/ 398 w 2753"/>
                <a:gd name="T27" fmla="*/ 2716 h 2716"/>
                <a:gd name="T28" fmla="*/ 2355 w 2753"/>
                <a:gd name="T29" fmla="*/ 2716 h 2716"/>
                <a:gd name="T30" fmla="*/ 2753 w 2753"/>
                <a:gd name="T31" fmla="*/ 2317 h 2716"/>
                <a:gd name="T32" fmla="*/ 2753 w 2753"/>
                <a:gd name="T33" fmla="*/ 399 h 2716"/>
                <a:gd name="T34" fmla="*/ 2355 w 2753"/>
                <a:gd name="T35" fmla="*/ 0 h 2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53" h="2716">
                  <a:moveTo>
                    <a:pt x="2355" y="114"/>
                  </a:moveTo>
                  <a:cubicBezTo>
                    <a:pt x="2512" y="114"/>
                    <a:pt x="2639" y="242"/>
                    <a:pt x="2639" y="399"/>
                  </a:cubicBezTo>
                  <a:cubicBezTo>
                    <a:pt x="2639" y="2317"/>
                    <a:pt x="2639" y="2317"/>
                    <a:pt x="2639" y="2317"/>
                  </a:cubicBezTo>
                  <a:cubicBezTo>
                    <a:pt x="2639" y="2474"/>
                    <a:pt x="2512" y="2602"/>
                    <a:pt x="2355" y="2602"/>
                  </a:cubicBezTo>
                  <a:cubicBezTo>
                    <a:pt x="398" y="2602"/>
                    <a:pt x="398" y="2602"/>
                    <a:pt x="398" y="2602"/>
                  </a:cubicBezTo>
                  <a:cubicBezTo>
                    <a:pt x="241" y="2602"/>
                    <a:pt x="113" y="2474"/>
                    <a:pt x="113" y="2317"/>
                  </a:cubicBezTo>
                  <a:cubicBezTo>
                    <a:pt x="113" y="399"/>
                    <a:pt x="113" y="399"/>
                    <a:pt x="113" y="399"/>
                  </a:cubicBezTo>
                  <a:cubicBezTo>
                    <a:pt x="113" y="242"/>
                    <a:pt x="241" y="114"/>
                    <a:pt x="398" y="114"/>
                  </a:cubicBezTo>
                  <a:cubicBezTo>
                    <a:pt x="2355" y="114"/>
                    <a:pt x="2355" y="114"/>
                    <a:pt x="2355" y="114"/>
                  </a:cubicBezTo>
                  <a:moveTo>
                    <a:pt x="2355" y="0"/>
                  </a:moveTo>
                  <a:cubicBezTo>
                    <a:pt x="398" y="0"/>
                    <a:pt x="398" y="0"/>
                    <a:pt x="398" y="0"/>
                  </a:cubicBezTo>
                  <a:cubicBezTo>
                    <a:pt x="178" y="0"/>
                    <a:pt x="0" y="179"/>
                    <a:pt x="0" y="399"/>
                  </a:cubicBezTo>
                  <a:cubicBezTo>
                    <a:pt x="0" y="2317"/>
                    <a:pt x="0" y="2317"/>
                    <a:pt x="0" y="2317"/>
                  </a:cubicBezTo>
                  <a:cubicBezTo>
                    <a:pt x="0" y="2538"/>
                    <a:pt x="178" y="2716"/>
                    <a:pt x="398" y="2716"/>
                  </a:cubicBezTo>
                  <a:cubicBezTo>
                    <a:pt x="2355" y="2716"/>
                    <a:pt x="2355" y="2716"/>
                    <a:pt x="2355" y="2716"/>
                  </a:cubicBezTo>
                  <a:cubicBezTo>
                    <a:pt x="2575" y="2716"/>
                    <a:pt x="2753" y="2538"/>
                    <a:pt x="2753" y="2317"/>
                  </a:cubicBezTo>
                  <a:cubicBezTo>
                    <a:pt x="2753" y="399"/>
                    <a:pt x="2753" y="399"/>
                    <a:pt x="2753" y="399"/>
                  </a:cubicBezTo>
                  <a:cubicBezTo>
                    <a:pt x="2753" y="179"/>
                    <a:pt x="2575" y="0"/>
                    <a:pt x="2355" y="0"/>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id-ID"/>
            </a:p>
          </p:txBody>
        </p:sp>
      </p:grpSp>
      <p:cxnSp>
        <p:nvCxnSpPr>
          <p:cNvPr id="30" name="Straight Connector 29"/>
          <p:cNvCxnSpPr/>
          <p:nvPr userDrawn="1"/>
        </p:nvCxnSpPr>
        <p:spPr>
          <a:xfrm>
            <a:off x="552709" y="6522684"/>
            <a:ext cx="381000" cy="0"/>
          </a:xfrm>
          <a:prstGeom prst="line">
            <a:avLst/>
          </a:prstGeom>
          <a:ln w="1270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20876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b-NO"/>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Tree>
    <p:extLst>
      <p:ext uri="{BB962C8B-B14F-4D97-AF65-F5344CB8AC3E}">
        <p14:creationId xmlns:p14="http://schemas.microsoft.com/office/powerpoint/2010/main" val="3591627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id-ID"/>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3FBC63-C649-42C3-9C85-0F873F8F0B35}" type="datetimeFigureOut">
              <a:rPr lang="id-ID" smtClean="0"/>
              <a:t>25/02/2020</a:t>
            </a:fld>
            <a:endParaRPr lang="id-ID"/>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76DFD3-2AF0-4B06-81C8-CF1C6F54D29C}" type="slidenum">
              <a:rPr lang="id-ID" smtClean="0"/>
              <a:t>‹#›</a:t>
            </a:fld>
            <a:endParaRPr lang="id-ID"/>
          </a:p>
        </p:txBody>
      </p:sp>
    </p:spTree>
    <p:extLst>
      <p:ext uri="{BB962C8B-B14F-4D97-AF65-F5344CB8AC3E}">
        <p14:creationId xmlns:p14="http://schemas.microsoft.com/office/powerpoint/2010/main" val="198864201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8" r:id="rId2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3" name="Rectangle 62"/>
          <p:cNvSpPr/>
          <p:nvPr/>
        </p:nvSpPr>
        <p:spPr>
          <a:xfrm>
            <a:off x="0" y="-561"/>
            <a:ext cx="12192000" cy="6858561"/>
          </a:xfrm>
          <a:prstGeom prst="rect">
            <a:avLst/>
          </a:prstGeom>
          <a:solidFill>
            <a:schemeClr val="tx2">
              <a:lumMod val="50000"/>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3" name="TextBox 22"/>
          <p:cNvSpPr txBox="1"/>
          <p:nvPr/>
        </p:nvSpPr>
        <p:spPr>
          <a:xfrm>
            <a:off x="953947" y="1884608"/>
            <a:ext cx="10284106"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prstClr val="white"/>
                </a:solidFill>
                <a:effectLst/>
                <a:uLnTx/>
                <a:uFillTx/>
                <a:latin typeface="Source Sans Pro Light"/>
                <a:ea typeface="+mn-ea"/>
                <a:cs typeface="+mn-cs"/>
              </a:rPr>
              <a:t>International</a:t>
            </a:r>
            <a:r>
              <a:rPr kumimoji="0" lang="en-US" sz="4400" b="0" i="0" u="none" strike="noStrike" kern="1200" cap="none" spc="0" normalizeH="0" noProof="0" dirty="0">
                <a:ln>
                  <a:noFill/>
                </a:ln>
                <a:solidFill>
                  <a:prstClr val="white"/>
                </a:solidFill>
                <a:effectLst/>
                <a:uLnTx/>
                <a:uFillTx/>
                <a:latin typeface="Source Sans Pro Light"/>
                <a:ea typeface="+mn-ea"/>
                <a:cs typeface="+mn-cs"/>
              </a:rPr>
              <a:t> commercial law: CISG – obligations of seller and buyer</a:t>
            </a:r>
            <a:endParaRPr kumimoji="0" lang="id-ID" sz="4400" b="0" i="0" u="none" strike="noStrike" kern="1200" cap="none" spc="0" normalizeH="0" baseline="0" noProof="0" dirty="0">
              <a:ln>
                <a:noFill/>
              </a:ln>
              <a:solidFill>
                <a:prstClr val="white"/>
              </a:solidFill>
              <a:effectLst/>
              <a:uLnTx/>
              <a:uFillTx/>
              <a:latin typeface="Source Sans Pro Light"/>
              <a:ea typeface="+mn-ea"/>
              <a:cs typeface="+mn-cs"/>
            </a:endParaRPr>
          </a:p>
        </p:txBody>
      </p:sp>
      <p:grpSp>
        <p:nvGrpSpPr>
          <p:cNvPr id="60" name="Group 59"/>
          <p:cNvGrpSpPr/>
          <p:nvPr/>
        </p:nvGrpSpPr>
        <p:grpSpPr>
          <a:xfrm>
            <a:off x="3942171" y="4068248"/>
            <a:ext cx="4307654" cy="872440"/>
            <a:chOff x="4886949" y="4433251"/>
            <a:chExt cx="4307654" cy="755248"/>
          </a:xfrm>
        </p:grpSpPr>
        <p:sp>
          <p:nvSpPr>
            <p:cNvPr id="4" name="TextBox 3"/>
            <p:cNvSpPr txBox="1"/>
            <p:nvPr/>
          </p:nvSpPr>
          <p:spPr>
            <a:xfrm>
              <a:off x="5712464" y="4433251"/>
              <a:ext cx="2656625" cy="39965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r-HR" sz="2400" b="1" i="0" u="none" strike="noStrike" kern="1200" cap="none" spc="0" normalizeH="0" baseline="0" dirty="0">
                  <a:ln>
                    <a:noFill/>
                  </a:ln>
                  <a:solidFill>
                    <a:srgbClr val="2D8AC9"/>
                  </a:solidFill>
                  <a:effectLst/>
                  <a:uLnTx/>
                  <a:uFillTx/>
                  <a:latin typeface="Calibri"/>
                  <a:ea typeface="+mn-ea"/>
                  <a:cs typeface="+mn-cs"/>
                </a:rPr>
                <a:t>Miloš Novović, PhD</a:t>
              </a:r>
            </a:p>
          </p:txBody>
        </p:sp>
        <p:sp>
          <p:nvSpPr>
            <p:cNvPr id="26" name="TextBox 25"/>
            <p:cNvSpPr txBox="1"/>
            <p:nvPr/>
          </p:nvSpPr>
          <p:spPr>
            <a:xfrm>
              <a:off x="4886949" y="4922065"/>
              <a:ext cx="4307654" cy="26643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dirty="0">
                  <a:ln>
                    <a:noFill/>
                  </a:ln>
                  <a:solidFill>
                    <a:prstClr val="white"/>
                  </a:solidFill>
                  <a:effectLst/>
                  <a:uLnTx/>
                  <a:uFillTx/>
                  <a:latin typeface="Calibri"/>
                  <a:ea typeface="+mn-ea"/>
                  <a:cs typeface="+mn-cs"/>
                </a:rPr>
                <a:t>Associate Professor of Law, BI Norwegian Business School</a:t>
              </a:r>
              <a:endParaRPr kumimoji="0" lang="en-US" sz="1400" b="0" i="0" u="none" strike="noStrike" kern="1200" cap="none" spc="0" normalizeH="0" baseline="0" dirty="0">
                <a:ln>
                  <a:noFill/>
                </a:ln>
                <a:solidFill>
                  <a:srgbClr val="2D8AC9"/>
                </a:solidFill>
                <a:effectLst/>
                <a:uLnTx/>
                <a:uFillTx/>
                <a:latin typeface="Calibri"/>
                <a:ea typeface="+mn-ea"/>
                <a:cs typeface="+mn-cs"/>
              </a:endParaRPr>
            </a:p>
          </p:txBody>
        </p:sp>
      </p:grpSp>
      <p:cxnSp>
        <p:nvCxnSpPr>
          <p:cNvPr id="75" name="Straight Connector 74"/>
          <p:cNvCxnSpPr/>
          <p:nvPr/>
        </p:nvCxnSpPr>
        <p:spPr>
          <a:xfrm>
            <a:off x="5074636" y="3748304"/>
            <a:ext cx="2042729" cy="0"/>
          </a:xfrm>
          <a:prstGeom prst="line">
            <a:avLst/>
          </a:prstGeom>
          <a:ln w="15875">
            <a:solidFill>
              <a:schemeClr val="bg1"/>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6151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75"/>
                                        </p:tgtEl>
                                        <p:attrNameLst>
                                          <p:attrName>style.visibility</p:attrName>
                                        </p:attrNameLst>
                                      </p:cBhvr>
                                      <p:to>
                                        <p:strVal val="visible"/>
                                      </p:to>
                                    </p:set>
                                    <p:animEffect transition="in" filter="barn(outVertical)">
                                      <p:cBhvr>
                                        <p:cTn id="11" dur="500"/>
                                        <p:tgtEl>
                                          <p:spTgt spid="7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0"/>
                                        </p:tgtEl>
                                        <p:attrNameLst>
                                          <p:attrName>style.visibility</p:attrName>
                                        </p:attrNameLst>
                                      </p:cBhvr>
                                      <p:to>
                                        <p:strVal val="visible"/>
                                      </p:to>
                                    </p:set>
                                    <p:animEffect transition="in" filter="fade">
                                      <p:cBhvr>
                                        <p:cTn id="15"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p:nvPr/>
        </p:nvSpPr>
        <p:spPr>
          <a:xfrm>
            <a:off x="1304345" y="1671893"/>
            <a:ext cx="1719381" cy="369332"/>
          </a:xfrm>
          <a:prstGeom prst="rect">
            <a:avLst/>
          </a:prstGeom>
        </p:spPr>
        <p:txBody>
          <a:bodyPr wrap="none">
            <a:spAutoFit/>
          </a:bodyPr>
          <a:lstStyle/>
          <a:p>
            <a:r>
              <a:rPr lang="en-US" dirty="0">
                <a:solidFill>
                  <a:schemeClr val="accent2"/>
                </a:solidFill>
                <a:latin typeface="+mj-lt"/>
              </a:rPr>
              <a:t>Today’s lecture</a:t>
            </a:r>
          </a:p>
        </p:txBody>
      </p:sp>
      <p:sp>
        <p:nvSpPr>
          <p:cNvPr id="24" name="TextBox 23"/>
          <p:cNvSpPr txBox="1"/>
          <p:nvPr/>
        </p:nvSpPr>
        <p:spPr>
          <a:xfrm>
            <a:off x="1285491" y="902452"/>
            <a:ext cx="2683235" cy="769441"/>
          </a:xfrm>
          <a:prstGeom prst="rect">
            <a:avLst/>
          </a:prstGeom>
          <a:noFill/>
        </p:spPr>
        <p:txBody>
          <a:bodyPr wrap="none" rtlCol="0">
            <a:spAutoFit/>
          </a:bodyPr>
          <a:lstStyle/>
          <a:p>
            <a:r>
              <a:rPr lang="en-US" sz="4400" dirty="0">
                <a:solidFill>
                  <a:schemeClr val="bg1">
                    <a:lumMod val="50000"/>
                  </a:schemeClr>
                </a:solidFill>
                <a:latin typeface="+mj-lt"/>
                <a:ea typeface="Open Sans" panose="020B0606030504020204" pitchFamily="34" charset="0"/>
                <a:cs typeface="Open Sans" panose="020B0606030504020204" pitchFamily="34" charset="0"/>
              </a:rPr>
              <a:t>Welcome!</a:t>
            </a:r>
          </a:p>
        </p:txBody>
      </p:sp>
      <p:sp>
        <p:nvSpPr>
          <p:cNvPr id="25" name="Rectangle 24"/>
          <p:cNvSpPr/>
          <p:nvPr/>
        </p:nvSpPr>
        <p:spPr>
          <a:xfrm>
            <a:off x="1304344" y="2228807"/>
            <a:ext cx="8149621" cy="2862322"/>
          </a:xfrm>
          <a:prstGeom prst="rect">
            <a:avLst/>
          </a:prstGeom>
        </p:spPr>
        <p:txBody>
          <a:bodyPr wrap="square">
            <a:spAutoFit/>
          </a:bodyPr>
          <a:lstStyle/>
          <a:p>
            <a:r>
              <a:rPr lang="en-US" dirty="0">
                <a:solidFill>
                  <a:schemeClr val="bg1">
                    <a:lumMod val="65000"/>
                  </a:schemeClr>
                </a:solidFill>
              </a:rPr>
              <a:t>We will talk about our progress so far! :)</a:t>
            </a:r>
            <a:endParaRPr lang="en-US" b="1" dirty="0">
              <a:solidFill>
                <a:schemeClr val="bg1">
                  <a:lumMod val="65000"/>
                </a:schemeClr>
              </a:solidFill>
            </a:endParaRPr>
          </a:p>
          <a:p>
            <a:endParaRPr lang="en-US" b="1" dirty="0">
              <a:solidFill>
                <a:schemeClr val="bg1">
                  <a:lumMod val="65000"/>
                </a:schemeClr>
              </a:solidFill>
            </a:endParaRPr>
          </a:p>
          <a:p>
            <a:r>
              <a:rPr lang="en-US" dirty="0">
                <a:solidFill>
                  <a:schemeClr val="bg1">
                    <a:lumMod val="65000"/>
                  </a:schemeClr>
                </a:solidFill>
              </a:rPr>
              <a:t>We will continue looking into CISG, focusing </a:t>
            </a:r>
            <a:r>
              <a:rPr lang="en-US" b="1" dirty="0">
                <a:solidFill>
                  <a:schemeClr val="bg1">
                    <a:lumMod val="65000"/>
                  </a:schemeClr>
                </a:solidFill>
              </a:rPr>
              <a:t>on obligations of seller and buyer</a:t>
            </a:r>
          </a:p>
          <a:p>
            <a:endParaRPr lang="en-US" b="1" dirty="0">
              <a:solidFill>
                <a:schemeClr val="bg1">
                  <a:lumMod val="65000"/>
                </a:schemeClr>
              </a:solidFill>
            </a:endParaRPr>
          </a:p>
          <a:p>
            <a:r>
              <a:rPr lang="en-US" dirty="0">
                <a:solidFill>
                  <a:schemeClr val="bg1">
                    <a:lumMod val="65000"/>
                  </a:schemeClr>
                </a:solidFill>
              </a:rPr>
              <a:t>We will introduce the concept of </a:t>
            </a:r>
            <a:r>
              <a:rPr lang="en-US" b="1" dirty="0">
                <a:solidFill>
                  <a:schemeClr val="bg1">
                    <a:lumMod val="65000"/>
                  </a:schemeClr>
                </a:solidFill>
              </a:rPr>
              <a:t>conformity of goods</a:t>
            </a:r>
          </a:p>
          <a:p>
            <a:endParaRPr lang="en-US" dirty="0">
              <a:solidFill>
                <a:schemeClr val="bg1">
                  <a:lumMod val="65000"/>
                </a:schemeClr>
              </a:solidFill>
            </a:endParaRPr>
          </a:p>
          <a:p>
            <a:r>
              <a:rPr lang="en-US" dirty="0">
                <a:solidFill>
                  <a:schemeClr val="bg1">
                    <a:lumMod val="65000"/>
                  </a:schemeClr>
                </a:solidFill>
              </a:rPr>
              <a:t>We will discuss </a:t>
            </a:r>
            <a:r>
              <a:rPr lang="en-US" b="1" dirty="0">
                <a:solidFill>
                  <a:schemeClr val="bg1">
                    <a:lumMod val="65000"/>
                  </a:schemeClr>
                </a:solidFill>
              </a:rPr>
              <a:t>passage of risk</a:t>
            </a:r>
            <a:r>
              <a:rPr lang="en-US" dirty="0">
                <a:solidFill>
                  <a:schemeClr val="bg1">
                    <a:lumMod val="65000"/>
                  </a:schemeClr>
                </a:solidFill>
              </a:rPr>
              <a:t> under CISG</a:t>
            </a:r>
          </a:p>
          <a:p>
            <a:endParaRPr lang="en-US" b="1" dirty="0">
              <a:solidFill>
                <a:schemeClr val="bg1">
                  <a:lumMod val="65000"/>
                </a:schemeClr>
              </a:solidFill>
            </a:endParaRPr>
          </a:p>
          <a:p>
            <a:r>
              <a:rPr lang="en-US" dirty="0">
                <a:solidFill>
                  <a:schemeClr val="bg1">
                    <a:lumMod val="65000"/>
                  </a:schemeClr>
                </a:solidFill>
              </a:rPr>
              <a:t>We’ll do </a:t>
            </a:r>
            <a:r>
              <a:rPr lang="en-US" b="1" dirty="0">
                <a:solidFill>
                  <a:schemeClr val="bg1">
                    <a:lumMod val="65000"/>
                  </a:schemeClr>
                </a:solidFill>
              </a:rPr>
              <a:t>case studies </a:t>
            </a:r>
            <a:r>
              <a:rPr lang="en-US" dirty="0">
                <a:solidFill>
                  <a:schemeClr val="bg1">
                    <a:lumMod val="65000"/>
                  </a:schemeClr>
                </a:solidFill>
              </a:rPr>
              <a:t>and have a </a:t>
            </a:r>
            <a:r>
              <a:rPr lang="en-US" b="1" dirty="0">
                <a:solidFill>
                  <a:schemeClr val="bg1">
                    <a:lumMod val="65000"/>
                  </a:schemeClr>
                </a:solidFill>
              </a:rPr>
              <a:t>quiz</a:t>
            </a:r>
            <a:r>
              <a:rPr lang="en-US" dirty="0">
                <a:solidFill>
                  <a:schemeClr val="bg1">
                    <a:lumMod val="65000"/>
                  </a:schemeClr>
                </a:solidFill>
              </a:rPr>
              <a:t>!</a:t>
            </a:r>
          </a:p>
          <a:p>
            <a:endParaRPr lang="en-US" dirty="0">
              <a:solidFill>
                <a:schemeClr val="bg1">
                  <a:lumMod val="65000"/>
                </a:schemeClr>
              </a:solidFill>
            </a:endParaRP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439347" y="5137346"/>
            <a:ext cx="140930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76" name="Straight Connector 75"/>
          <p:cNvCxnSpPr>
            <a:cxnSpLocks/>
          </p:cNvCxnSpPr>
          <p:nvPr/>
        </p:nvCxnSpPr>
        <p:spPr>
          <a:xfrm>
            <a:off x="669303" y="5510618"/>
            <a:ext cx="4493324"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cxnSpLocks/>
          </p:cNvCxnSpPr>
          <p:nvPr/>
        </p:nvCxnSpPr>
        <p:spPr>
          <a:xfrm>
            <a:off x="5162627" y="5510618"/>
            <a:ext cx="0" cy="62632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cxnSpLocks/>
          </p:cNvCxnSpPr>
          <p:nvPr/>
        </p:nvCxnSpPr>
        <p:spPr>
          <a:xfrm>
            <a:off x="669303" y="838986"/>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7270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500"/>
                                        <p:tgtEl>
                                          <p:spTgt spid="2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xEl>
                                              <p:pRg st="0" end="0"/>
                                            </p:txEl>
                                          </p:spTgt>
                                        </p:tgtEl>
                                        <p:attrNameLst>
                                          <p:attrName>style.visibility</p:attrName>
                                        </p:attrNameLst>
                                      </p:cBhvr>
                                      <p:to>
                                        <p:strVal val="visible"/>
                                      </p:to>
                                    </p:set>
                                    <p:animEffect transition="in" filter="fade">
                                      <p:cBhvr>
                                        <p:cTn id="14" dur="500"/>
                                        <p:tgtEl>
                                          <p:spTgt spid="2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5">
                                            <p:txEl>
                                              <p:pRg st="2" end="2"/>
                                            </p:txEl>
                                          </p:spTgt>
                                        </p:tgtEl>
                                        <p:attrNameLst>
                                          <p:attrName>style.visibility</p:attrName>
                                        </p:attrNameLst>
                                      </p:cBhvr>
                                      <p:to>
                                        <p:strVal val="visible"/>
                                      </p:to>
                                    </p:set>
                                    <p:animEffect transition="in" filter="fade">
                                      <p:cBhvr>
                                        <p:cTn id="19" dur="500"/>
                                        <p:tgtEl>
                                          <p:spTgt spid="25">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5">
                                            <p:txEl>
                                              <p:pRg st="4" end="4"/>
                                            </p:txEl>
                                          </p:spTgt>
                                        </p:tgtEl>
                                        <p:attrNameLst>
                                          <p:attrName>style.visibility</p:attrName>
                                        </p:attrNameLst>
                                      </p:cBhvr>
                                      <p:to>
                                        <p:strVal val="visible"/>
                                      </p:to>
                                    </p:set>
                                    <p:animEffect transition="in" filter="fade">
                                      <p:cBhvr>
                                        <p:cTn id="24" dur="500"/>
                                        <p:tgtEl>
                                          <p:spTgt spid="25">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5">
                                            <p:txEl>
                                              <p:pRg st="6" end="6"/>
                                            </p:txEl>
                                          </p:spTgt>
                                        </p:tgtEl>
                                        <p:attrNameLst>
                                          <p:attrName>style.visibility</p:attrName>
                                        </p:attrNameLst>
                                      </p:cBhvr>
                                      <p:to>
                                        <p:strVal val="visible"/>
                                      </p:to>
                                    </p:set>
                                    <p:animEffect transition="in" filter="fade">
                                      <p:cBhvr>
                                        <p:cTn id="29" dur="500"/>
                                        <p:tgtEl>
                                          <p:spTgt spid="25">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5">
                                            <p:txEl>
                                              <p:pRg st="8" end="8"/>
                                            </p:txEl>
                                          </p:spTgt>
                                        </p:tgtEl>
                                        <p:attrNameLst>
                                          <p:attrName>style.visibility</p:attrName>
                                        </p:attrNameLst>
                                      </p:cBhvr>
                                      <p:to>
                                        <p:strVal val="visible"/>
                                      </p:to>
                                    </p:set>
                                    <p:animEffect transition="in" filter="fade">
                                      <p:cBhvr>
                                        <p:cTn id="34" dur="500"/>
                                        <p:tgtEl>
                                          <p:spTgt spid="2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1285491" y="902452"/>
            <a:ext cx="4733988" cy="769441"/>
          </a:xfrm>
          <a:prstGeom prst="rect">
            <a:avLst/>
          </a:prstGeom>
          <a:noFill/>
        </p:spPr>
        <p:txBody>
          <a:bodyPr wrap="none" rtlCol="0">
            <a:spAutoFit/>
          </a:bodyPr>
          <a:lstStyle/>
          <a:p>
            <a:r>
              <a:rPr lang="en-US" sz="4400" dirty="0">
                <a:solidFill>
                  <a:schemeClr val="bg1">
                    <a:lumMod val="50000"/>
                  </a:schemeClr>
                </a:solidFill>
                <a:latin typeface="+mj-lt"/>
                <a:ea typeface="Open Sans" panose="020B0606030504020204" pitchFamily="34" charset="0"/>
                <a:cs typeface="Open Sans" panose="020B0606030504020204" pitchFamily="34" charset="0"/>
              </a:rPr>
              <a:t>Reading materials</a:t>
            </a:r>
          </a:p>
        </p:txBody>
      </p:sp>
      <p:sp>
        <p:nvSpPr>
          <p:cNvPr id="25" name="Rectangle 24"/>
          <p:cNvSpPr/>
          <p:nvPr/>
        </p:nvSpPr>
        <p:spPr>
          <a:xfrm>
            <a:off x="1331588" y="2205673"/>
            <a:ext cx="9375782" cy="1015663"/>
          </a:xfrm>
          <a:prstGeom prst="rect">
            <a:avLst/>
          </a:prstGeom>
        </p:spPr>
        <p:txBody>
          <a:bodyPr wrap="square">
            <a:spAutoFit/>
          </a:bodyPr>
          <a:lstStyle/>
          <a:p>
            <a:r>
              <a:rPr lang="en-US" sz="2000" b="1" dirty="0">
                <a:solidFill>
                  <a:schemeClr val="bg1">
                    <a:lumMod val="65000"/>
                  </a:schemeClr>
                </a:solidFill>
              </a:rPr>
              <a:t>You should be done with Chapter 2 in GCM book. Reading materials on CISG are on </a:t>
            </a:r>
            <a:r>
              <a:rPr lang="en-US" sz="2000" b="1" dirty="0" err="1">
                <a:solidFill>
                  <a:schemeClr val="bg1">
                    <a:lumMod val="65000"/>
                  </a:schemeClr>
                </a:solidFill>
              </a:rPr>
              <a:t>itsLearning</a:t>
            </a:r>
            <a:r>
              <a:rPr lang="en-US" sz="2000" b="1" dirty="0">
                <a:solidFill>
                  <a:schemeClr val="bg1">
                    <a:lumMod val="65000"/>
                  </a:schemeClr>
                </a:solidFill>
              </a:rPr>
              <a:t> – see </a:t>
            </a:r>
            <a:r>
              <a:rPr lang="en-US" sz="2000" b="1" dirty="0" err="1">
                <a:solidFill>
                  <a:schemeClr val="bg1">
                    <a:lumMod val="65000"/>
                  </a:schemeClr>
                </a:solidFill>
              </a:rPr>
              <a:t>Carr</a:t>
            </a:r>
            <a:r>
              <a:rPr lang="en-US" sz="2000" b="1" dirty="0">
                <a:solidFill>
                  <a:schemeClr val="bg1">
                    <a:lumMod val="65000"/>
                  </a:schemeClr>
                </a:solidFill>
              </a:rPr>
              <a:t> + text of CISG.</a:t>
            </a:r>
          </a:p>
          <a:p>
            <a:endParaRPr lang="en-US" sz="2000" b="1" dirty="0">
              <a:solidFill>
                <a:schemeClr val="bg1">
                  <a:lumMod val="65000"/>
                </a:schemeClr>
              </a:solidFill>
            </a:endParaRP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76" name="Straight Connector 75"/>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7890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xEl>
                                              <p:pRg st="0" end="0"/>
                                            </p:txEl>
                                          </p:spTgt>
                                        </p:tgtEl>
                                        <p:attrNameLst>
                                          <p:attrName>style.visibility</p:attrName>
                                        </p:attrNameLst>
                                      </p:cBhvr>
                                      <p:to>
                                        <p:strVal val="visible"/>
                                      </p:to>
                                    </p:set>
                                    <p:animEffect transition="in" filter="fade">
                                      <p:cBhvr>
                                        <p:cTn id="10" dur="5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5459447" y="2941229"/>
            <a:ext cx="1273105" cy="769441"/>
          </a:xfrm>
          <a:prstGeom prst="rect">
            <a:avLst/>
          </a:prstGeom>
          <a:noFill/>
        </p:spPr>
        <p:txBody>
          <a:bodyPr wrap="none" rtlCol="0">
            <a:spAutoFit/>
          </a:bodyPr>
          <a:lstStyle/>
          <a:p>
            <a:r>
              <a:rPr lang="en-US" sz="4400" dirty="0">
                <a:solidFill>
                  <a:schemeClr val="bg1">
                    <a:lumMod val="50000"/>
                  </a:schemeClr>
                </a:solidFill>
                <a:latin typeface="+mj-lt"/>
                <a:ea typeface="Open Sans" panose="020B0606030504020204" pitchFamily="34" charset="0"/>
                <a:cs typeface="Open Sans" panose="020B0606030504020204" pitchFamily="34" charset="0"/>
              </a:rPr>
              <a:t>CISG</a:t>
            </a: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76" name="Straight Connector 75"/>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1537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500" fill="hold"/>
                                        <p:tgtEl>
                                          <p:spTgt spid="49"/>
                                        </p:tgtEl>
                                        <p:attrNameLst>
                                          <p:attrName>ppt_x</p:attrName>
                                        </p:attrNameLst>
                                      </p:cBhvr>
                                      <p:tavLst>
                                        <p:tav tm="0">
                                          <p:val>
                                            <p:strVal val="#ppt_x"/>
                                          </p:val>
                                        </p:tav>
                                        <p:tav tm="100000">
                                          <p:val>
                                            <p:strVal val="#ppt_x"/>
                                          </p:val>
                                        </p:tav>
                                      </p:tavLst>
                                    </p:anim>
                                    <p:anim calcmode="lin" valueType="num">
                                      <p:cBhvr additive="base">
                                        <p:cTn id="12" dur="500" fill="hold"/>
                                        <p:tgtEl>
                                          <p:spTgt spid="4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ppt_x"/>
                                          </p:val>
                                        </p:tav>
                                        <p:tav tm="100000">
                                          <p:val>
                                            <p:strVal val="#ppt_x"/>
                                          </p:val>
                                        </p:tav>
                                      </p:tavLst>
                                    </p:anim>
                                    <p:anim calcmode="lin" valueType="num">
                                      <p:cBhvr additive="base">
                                        <p:cTn id="17" dur="500" fill="hold"/>
                                        <p:tgtEl>
                                          <p:spTgt spid="3"/>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anim calcmode="lin" valueType="num">
                                      <p:cBhvr additive="base">
                                        <p:cTn id="21" dur="500" fill="hold"/>
                                        <p:tgtEl>
                                          <p:spTgt spid="45"/>
                                        </p:tgtEl>
                                        <p:attrNameLst>
                                          <p:attrName>ppt_x</p:attrName>
                                        </p:attrNameLst>
                                      </p:cBhvr>
                                      <p:tavLst>
                                        <p:tav tm="0">
                                          <p:val>
                                            <p:strVal val="#ppt_x"/>
                                          </p:val>
                                        </p:tav>
                                        <p:tav tm="100000">
                                          <p:val>
                                            <p:strVal val="#ppt_x"/>
                                          </p:val>
                                        </p:tav>
                                      </p:tavLst>
                                    </p:anim>
                                    <p:anim calcmode="lin" valueType="num">
                                      <p:cBhvr additive="base">
                                        <p:cTn id="22" dur="500" fill="hold"/>
                                        <p:tgtEl>
                                          <p:spTgt spid="4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46"/>
                                        </p:tgtEl>
                                        <p:attrNameLst>
                                          <p:attrName>style.visibility</p:attrName>
                                        </p:attrNameLst>
                                      </p:cBhvr>
                                      <p:to>
                                        <p:strVal val="visible"/>
                                      </p:to>
                                    </p:set>
                                    <p:anim calcmode="lin" valueType="num">
                                      <p:cBhvr additive="base">
                                        <p:cTn id="26" dur="500" fill="hold"/>
                                        <p:tgtEl>
                                          <p:spTgt spid="46"/>
                                        </p:tgtEl>
                                        <p:attrNameLst>
                                          <p:attrName>ppt_x</p:attrName>
                                        </p:attrNameLst>
                                      </p:cBhvr>
                                      <p:tavLst>
                                        <p:tav tm="0">
                                          <p:val>
                                            <p:strVal val="#ppt_x"/>
                                          </p:val>
                                        </p:tav>
                                        <p:tav tm="100000">
                                          <p:val>
                                            <p:strVal val="#ppt_x"/>
                                          </p:val>
                                        </p:tav>
                                      </p:tavLst>
                                    </p:anim>
                                    <p:anim calcmode="lin" valueType="num">
                                      <p:cBhvr additive="base">
                                        <p:cTn id="27" dur="500" fill="hold"/>
                                        <p:tgtEl>
                                          <p:spTgt spid="4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ppt_x"/>
                                          </p:val>
                                        </p:tav>
                                        <p:tav tm="100000">
                                          <p:val>
                                            <p:strVal val="#ppt_x"/>
                                          </p:val>
                                        </p:tav>
                                      </p:tavLst>
                                    </p:anim>
                                    <p:anim calcmode="lin" valueType="num">
                                      <p:cBhvr additive="base">
                                        <p:cTn id="32" dur="500" fill="hold"/>
                                        <p:tgtEl>
                                          <p:spTgt spid="4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48"/>
                                        </p:tgtEl>
                                        <p:attrNameLst>
                                          <p:attrName>style.visibility</p:attrName>
                                        </p:attrNameLst>
                                      </p:cBhvr>
                                      <p:to>
                                        <p:strVal val="visible"/>
                                      </p:to>
                                    </p:set>
                                    <p:anim calcmode="lin" valueType="num">
                                      <p:cBhvr additive="base">
                                        <p:cTn id="36" dur="500" fill="hold"/>
                                        <p:tgtEl>
                                          <p:spTgt spid="48"/>
                                        </p:tgtEl>
                                        <p:attrNameLst>
                                          <p:attrName>ppt_x</p:attrName>
                                        </p:attrNameLst>
                                      </p:cBhvr>
                                      <p:tavLst>
                                        <p:tav tm="0">
                                          <p:val>
                                            <p:strVal val="#ppt_x"/>
                                          </p:val>
                                        </p:tav>
                                        <p:tav tm="100000">
                                          <p:val>
                                            <p:strVal val="#ppt_x"/>
                                          </p:val>
                                        </p:tav>
                                      </p:tavLst>
                                    </p:anim>
                                    <p:anim calcmode="lin" valueType="num">
                                      <p:cBhvr additive="base">
                                        <p:cTn id="37" dur="500" fill="hold"/>
                                        <p:tgtEl>
                                          <p:spTgt spid="4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78"/>
                                        </p:tgtEl>
                                        <p:attrNameLst>
                                          <p:attrName>style.visibility</p:attrName>
                                        </p:attrNameLst>
                                      </p:cBhvr>
                                      <p:to>
                                        <p:strVal val="visible"/>
                                      </p:to>
                                    </p:set>
                                    <p:animEffect transition="in" filter="wipe(down)">
                                      <p:cBhvr>
                                        <p:cTn id="41" dur="500"/>
                                        <p:tgtEl>
                                          <p:spTgt spid="7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wipe(right)">
                                      <p:cBhvr>
                                        <p:cTn id="45" dur="500"/>
                                        <p:tgtEl>
                                          <p:spTgt spid="76"/>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81"/>
                                        </p:tgtEl>
                                        <p:attrNameLst>
                                          <p:attrName>style.visibility</p:attrName>
                                        </p:attrNameLst>
                                      </p:cBhvr>
                                      <p:to>
                                        <p:strVal val="visible"/>
                                      </p:to>
                                    </p:set>
                                    <p:animEffect transition="in" filter="wipe(down)">
                                      <p:cBhvr>
                                        <p:cTn id="49" dur="500"/>
                                        <p:tgtEl>
                                          <p:spTgt spid="81"/>
                                        </p:tgtEl>
                                      </p:cBhvr>
                                    </p:animEffect>
                                  </p:childTnLst>
                                </p:cTn>
                              </p:par>
                            </p:childTnLst>
                          </p:cTn>
                        </p:par>
                        <p:par>
                          <p:cTn id="50" fill="hold">
                            <p:stCondLst>
                              <p:cond delay="5000"/>
                            </p:stCondLst>
                            <p:childTnLst>
                              <p:par>
                                <p:cTn id="51" presetID="10" presetClass="entr" presetSubtype="0"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 grpId="0" animBg="1"/>
      <p:bldP spid="45" grpId="0" animBg="1"/>
      <p:bldP spid="46" grpId="0" animBg="1"/>
      <p:bldP spid="47" grpId="0" animBg="1"/>
      <p:bldP spid="48" grpId="0" animBg="1"/>
      <p:bldP spid="4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9644" y="385516"/>
            <a:ext cx="10515600" cy="1325563"/>
          </a:xfrm>
        </p:spPr>
        <p:txBody>
          <a:bodyPr/>
          <a:lstStyle/>
          <a:p>
            <a:r>
              <a:rPr lang="en-US" dirty="0"/>
              <a:t>CISG: Obligations of the seller</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832675" y="2297182"/>
            <a:ext cx="9549537"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b="1" dirty="0"/>
              <a:t>Article 30</a:t>
            </a:r>
          </a:p>
          <a:p>
            <a:pPr marL="0" lvl="0" indent="0" eaLnBrk="0" fontAlgn="base" hangingPunct="0">
              <a:lnSpc>
                <a:spcPct val="100000"/>
              </a:lnSpc>
              <a:spcBef>
                <a:spcPct val="0"/>
              </a:spcBef>
              <a:spcAft>
                <a:spcPct val="0"/>
              </a:spcAft>
              <a:buNone/>
            </a:pPr>
            <a:r>
              <a:rPr lang="en-US" altLang="en-US" dirty="0"/>
              <a:t>The seller must </a:t>
            </a:r>
            <a:r>
              <a:rPr lang="en-US" altLang="en-US" b="1" dirty="0"/>
              <a:t>deliver</a:t>
            </a:r>
            <a:r>
              <a:rPr lang="en-US" altLang="en-US" dirty="0"/>
              <a:t> </a:t>
            </a:r>
            <a:r>
              <a:rPr lang="en-US" altLang="en-US" b="1" dirty="0"/>
              <a:t>the</a:t>
            </a:r>
            <a:r>
              <a:rPr lang="en-US" altLang="en-US" dirty="0"/>
              <a:t> </a:t>
            </a:r>
            <a:r>
              <a:rPr lang="en-US" altLang="en-US" b="1" dirty="0"/>
              <a:t>goods</a:t>
            </a:r>
            <a:r>
              <a:rPr lang="en-US" altLang="en-US" dirty="0"/>
              <a:t>, </a:t>
            </a:r>
            <a:r>
              <a:rPr lang="en-US" altLang="en-US" b="1" dirty="0"/>
              <a:t>hand over any documents </a:t>
            </a:r>
            <a:r>
              <a:rPr lang="en-US" altLang="en-US" dirty="0"/>
              <a:t>relating to them and </a:t>
            </a:r>
            <a:r>
              <a:rPr lang="en-US" altLang="en-US" b="1" dirty="0"/>
              <a:t>transfer the property </a:t>
            </a:r>
            <a:r>
              <a:rPr lang="en-US" altLang="en-US" dirty="0"/>
              <a:t>in the goods, as required by the </a:t>
            </a:r>
            <a:r>
              <a:rPr lang="en-US" altLang="en-US" b="1" dirty="0"/>
              <a:t>contract and this Convention.</a:t>
            </a:r>
            <a:endParaRPr kumimoji="0" lang="en-US" altLang="en-US" sz="3200"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4197717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7575" y="85994"/>
            <a:ext cx="10515600" cy="1325563"/>
          </a:xfrm>
        </p:spPr>
        <p:txBody>
          <a:bodyPr/>
          <a:lstStyle/>
          <a:p>
            <a:r>
              <a:rPr lang="en-US" dirty="0"/>
              <a:t>CISG: Delivery of goods: where?</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17414" y="5547413"/>
            <a:ext cx="58917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207575" y="2137717"/>
            <a:ext cx="10515600"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sz="2400" b="1" dirty="0"/>
              <a:t>Article 31</a:t>
            </a:r>
          </a:p>
          <a:p>
            <a:pPr marL="0" lvl="0" indent="0" eaLnBrk="0" fontAlgn="base" hangingPunct="0">
              <a:lnSpc>
                <a:spcPct val="100000"/>
              </a:lnSpc>
              <a:spcBef>
                <a:spcPct val="0"/>
              </a:spcBef>
              <a:spcAft>
                <a:spcPct val="0"/>
              </a:spcAft>
              <a:buNone/>
            </a:pPr>
            <a:r>
              <a:rPr lang="en-US" altLang="en-US" sz="2400" dirty="0"/>
              <a:t>If the seller is </a:t>
            </a:r>
            <a:r>
              <a:rPr lang="en-US" altLang="en-US" sz="2400" b="1" dirty="0"/>
              <a:t>not bound </a:t>
            </a:r>
            <a:r>
              <a:rPr lang="en-US" altLang="en-US" sz="2400" dirty="0"/>
              <a:t>to deliver the goods at any </a:t>
            </a:r>
            <a:r>
              <a:rPr lang="en-US" altLang="en-US" sz="2400" b="1" dirty="0"/>
              <a:t>other</a:t>
            </a:r>
            <a:r>
              <a:rPr lang="en-US" altLang="en-US" sz="2400" dirty="0"/>
              <a:t> particular </a:t>
            </a:r>
            <a:r>
              <a:rPr lang="en-US" altLang="en-US" sz="2400" b="1" dirty="0"/>
              <a:t>place</a:t>
            </a:r>
            <a:r>
              <a:rPr lang="en-US" altLang="en-US" sz="2400" dirty="0"/>
              <a:t>, his obligation to </a:t>
            </a:r>
            <a:r>
              <a:rPr lang="en-US" altLang="en-US" sz="2400" b="1" dirty="0"/>
              <a:t>deliver consists</a:t>
            </a:r>
            <a:r>
              <a:rPr lang="en-US" altLang="en-US" sz="2400" dirty="0"/>
              <a:t>:</a:t>
            </a:r>
          </a:p>
          <a:p>
            <a:pPr marL="457200" lvl="1" indent="0" eaLnBrk="0" fontAlgn="base" hangingPunct="0">
              <a:lnSpc>
                <a:spcPct val="100000"/>
              </a:lnSpc>
              <a:spcBef>
                <a:spcPct val="0"/>
              </a:spcBef>
              <a:spcAft>
                <a:spcPct val="0"/>
              </a:spcAft>
              <a:buNone/>
            </a:pPr>
            <a:r>
              <a:rPr lang="en-US" altLang="en-US" sz="2200" dirty="0"/>
              <a:t>(a) if the contract of sale involves </a:t>
            </a:r>
            <a:r>
              <a:rPr lang="en-US" altLang="en-US" sz="2200" b="1" dirty="0"/>
              <a:t>carriage</a:t>
            </a:r>
            <a:r>
              <a:rPr lang="en-US" altLang="en-US" sz="2200" dirty="0"/>
              <a:t> of the goods - in </a:t>
            </a:r>
            <a:r>
              <a:rPr lang="en-US" altLang="en-US" sz="2200" b="1" dirty="0"/>
              <a:t>handing the goods over to the first carrier </a:t>
            </a:r>
            <a:r>
              <a:rPr lang="en-US" altLang="en-US" sz="2200" dirty="0"/>
              <a:t>for transmission to the buyer;</a:t>
            </a:r>
          </a:p>
          <a:p>
            <a:pPr marL="457200" lvl="1" indent="0" eaLnBrk="0" fontAlgn="base" hangingPunct="0">
              <a:lnSpc>
                <a:spcPct val="100000"/>
              </a:lnSpc>
              <a:spcBef>
                <a:spcPct val="0"/>
              </a:spcBef>
              <a:spcAft>
                <a:spcPct val="0"/>
              </a:spcAft>
              <a:buNone/>
            </a:pPr>
            <a:r>
              <a:rPr lang="en-US" altLang="en-US" sz="2200" dirty="0"/>
              <a:t>(b) …;</a:t>
            </a:r>
          </a:p>
          <a:p>
            <a:pPr marL="457200" lvl="1" indent="0" eaLnBrk="0" fontAlgn="base" hangingPunct="0">
              <a:lnSpc>
                <a:spcPct val="100000"/>
              </a:lnSpc>
              <a:spcBef>
                <a:spcPct val="0"/>
              </a:spcBef>
              <a:spcAft>
                <a:spcPct val="0"/>
              </a:spcAft>
              <a:buNone/>
            </a:pPr>
            <a:r>
              <a:rPr lang="en-US" altLang="en-US" sz="2200" dirty="0"/>
              <a:t>(c) in other cases - in placing the goods at the buyer's disposal at the place where the </a:t>
            </a:r>
            <a:r>
              <a:rPr lang="en-US" altLang="en-US" sz="2200" b="1" dirty="0"/>
              <a:t>seller had his place of business </a:t>
            </a:r>
            <a:r>
              <a:rPr lang="en-US" altLang="en-US" sz="2200" dirty="0"/>
              <a:t>at the time of the conclusion of the contract.</a:t>
            </a:r>
            <a:endParaRPr kumimoji="0" lang="en-US" altLang="en-US" sz="220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323937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8">
                                            <p:txEl>
                                              <p:pRg st="2" end="2"/>
                                            </p:txEl>
                                          </p:spTgt>
                                        </p:tgtEl>
                                        <p:attrNameLst>
                                          <p:attrName>style.visibility</p:attrName>
                                        </p:attrNameLst>
                                      </p:cBhvr>
                                      <p:to>
                                        <p:strVal val="visible"/>
                                      </p:to>
                                    </p:set>
                                    <p:animEffect transition="in" filter="fade">
                                      <p:cBhvr>
                                        <p:cTn id="15" dur="500"/>
                                        <p:tgtEl>
                                          <p:spTgt spid="18">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xEl>
                                              <p:pRg st="3" end="3"/>
                                            </p:txEl>
                                          </p:spTgt>
                                        </p:tgtEl>
                                        <p:attrNameLst>
                                          <p:attrName>style.visibility</p:attrName>
                                        </p:attrNameLst>
                                      </p:cBhvr>
                                      <p:to>
                                        <p:strVal val="visible"/>
                                      </p:to>
                                    </p:set>
                                    <p:animEffect transition="in" filter="fade">
                                      <p:cBhvr>
                                        <p:cTn id="18" dur="500"/>
                                        <p:tgtEl>
                                          <p:spTgt spid="18">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xEl>
                                              <p:pRg st="4" end="4"/>
                                            </p:txEl>
                                          </p:spTgt>
                                        </p:tgtEl>
                                        <p:attrNameLst>
                                          <p:attrName>style.visibility</p:attrName>
                                        </p:attrNameLst>
                                      </p:cBhvr>
                                      <p:to>
                                        <p:strVal val="visible"/>
                                      </p:to>
                                    </p:set>
                                    <p:animEffect transition="in" filter="fade">
                                      <p:cBhvr>
                                        <p:cTn id="21"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1670112" y="2659559"/>
            <a:ext cx="8614859" cy="769441"/>
          </a:xfrm>
          <a:prstGeom prst="rect">
            <a:avLst/>
          </a:prstGeom>
          <a:noFill/>
        </p:spPr>
        <p:txBody>
          <a:bodyPr wrap="none" rtlCol="0">
            <a:spAutoFit/>
          </a:bodyPr>
          <a:lstStyle/>
          <a:p>
            <a:r>
              <a:rPr lang="en-US" sz="4400" dirty="0">
                <a:solidFill>
                  <a:schemeClr val="bg1">
                    <a:lumMod val="50000"/>
                  </a:schemeClr>
                </a:solidFill>
                <a:latin typeface="+mj-lt"/>
                <a:ea typeface="Open Sans" panose="020B0606030504020204" pitchFamily="34" charset="0"/>
                <a:cs typeface="Open Sans" panose="020B0606030504020204" pitchFamily="34" charset="0"/>
              </a:rPr>
              <a:t>“Carriage” must include a third party!</a:t>
            </a: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76" name="Straight Connector 75"/>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6791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500" fill="hold"/>
                                        <p:tgtEl>
                                          <p:spTgt spid="49"/>
                                        </p:tgtEl>
                                        <p:attrNameLst>
                                          <p:attrName>ppt_x</p:attrName>
                                        </p:attrNameLst>
                                      </p:cBhvr>
                                      <p:tavLst>
                                        <p:tav tm="0">
                                          <p:val>
                                            <p:strVal val="#ppt_x"/>
                                          </p:val>
                                        </p:tav>
                                        <p:tav tm="100000">
                                          <p:val>
                                            <p:strVal val="#ppt_x"/>
                                          </p:val>
                                        </p:tav>
                                      </p:tavLst>
                                    </p:anim>
                                    <p:anim calcmode="lin" valueType="num">
                                      <p:cBhvr additive="base">
                                        <p:cTn id="12" dur="500" fill="hold"/>
                                        <p:tgtEl>
                                          <p:spTgt spid="4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ppt_x"/>
                                          </p:val>
                                        </p:tav>
                                        <p:tav tm="100000">
                                          <p:val>
                                            <p:strVal val="#ppt_x"/>
                                          </p:val>
                                        </p:tav>
                                      </p:tavLst>
                                    </p:anim>
                                    <p:anim calcmode="lin" valueType="num">
                                      <p:cBhvr additive="base">
                                        <p:cTn id="17" dur="500" fill="hold"/>
                                        <p:tgtEl>
                                          <p:spTgt spid="3"/>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anim calcmode="lin" valueType="num">
                                      <p:cBhvr additive="base">
                                        <p:cTn id="21" dur="500" fill="hold"/>
                                        <p:tgtEl>
                                          <p:spTgt spid="45"/>
                                        </p:tgtEl>
                                        <p:attrNameLst>
                                          <p:attrName>ppt_x</p:attrName>
                                        </p:attrNameLst>
                                      </p:cBhvr>
                                      <p:tavLst>
                                        <p:tav tm="0">
                                          <p:val>
                                            <p:strVal val="#ppt_x"/>
                                          </p:val>
                                        </p:tav>
                                        <p:tav tm="100000">
                                          <p:val>
                                            <p:strVal val="#ppt_x"/>
                                          </p:val>
                                        </p:tav>
                                      </p:tavLst>
                                    </p:anim>
                                    <p:anim calcmode="lin" valueType="num">
                                      <p:cBhvr additive="base">
                                        <p:cTn id="22" dur="500" fill="hold"/>
                                        <p:tgtEl>
                                          <p:spTgt spid="4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46"/>
                                        </p:tgtEl>
                                        <p:attrNameLst>
                                          <p:attrName>style.visibility</p:attrName>
                                        </p:attrNameLst>
                                      </p:cBhvr>
                                      <p:to>
                                        <p:strVal val="visible"/>
                                      </p:to>
                                    </p:set>
                                    <p:anim calcmode="lin" valueType="num">
                                      <p:cBhvr additive="base">
                                        <p:cTn id="26" dur="500" fill="hold"/>
                                        <p:tgtEl>
                                          <p:spTgt spid="46"/>
                                        </p:tgtEl>
                                        <p:attrNameLst>
                                          <p:attrName>ppt_x</p:attrName>
                                        </p:attrNameLst>
                                      </p:cBhvr>
                                      <p:tavLst>
                                        <p:tav tm="0">
                                          <p:val>
                                            <p:strVal val="#ppt_x"/>
                                          </p:val>
                                        </p:tav>
                                        <p:tav tm="100000">
                                          <p:val>
                                            <p:strVal val="#ppt_x"/>
                                          </p:val>
                                        </p:tav>
                                      </p:tavLst>
                                    </p:anim>
                                    <p:anim calcmode="lin" valueType="num">
                                      <p:cBhvr additive="base">
                                        <p:cTn id="27" dur="500" fill="hold"/>
                                        <p:tgtEl>
                                          <p:spTgt spid="4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ppt_x"/>
                                          </p:val>
                                        </p:tav>
                                        <p:tav tm="100000">
                                          <p:val>
                                            <p:strVal val="#ppt_x"/>
                                          </p:val>
                                        </p:tav>
                                      </p:tavLst>
                                    </p:anim>
                                    <p:anim calcmode="lin" valueType="num">
                                      <p:cBhvr additive="base">
                                        <p:cTn id="32" dur="500" fill="hold"/>
                                        <p:tgtEl>
                                          <p:spTgt spid="4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48"/>
                                        </p:tgtEl>
                                        <p:attrNameLst>
                                          <p:attrName>style.visibility</p:attrName>
                                        </p:attrNameLst>
                                      </p:cBhvr>
                                      <p:to>
                                        <p:strVal val="visible"/>
                                      </p:to>
                                    </p:set>
                                    <p:anim calcmode="lin" valueType="num">
                                      <p:cBhvr additive="base">
                                        <p:cTn id="36" dur="500" fill="hold"/>
                                        <p:tgtEl>
                                          <p:spTgt spid="48"/>
                                        </p:tgtEl>
                                        <p:attrNameLst>
                                          <p:attrName>ppt_x</p:attrName>
                                        </p:attrNameLst>
                                      </p:cBhvr>
                                      <p:tavLst>
                                        <p:tav tm="0">
                                          <p:val>
                                            <p:strVal val="#ppt_x"/>
                                          </p:val>
                                        </p:tav>
                                        <p:tav tm="100000">
                                          <p:val>
                                            <p:strVal val="#ppt_x"/>
                                          </p:val>
                                        </p:tav>
                                      </p:tavLst>
                                    </p:anim>
                                    <p:anim calcmode="lin" valueType="num">
                                      <p:cBhvr additive="base">
                                        <p:cTn id="37" dur="500" fill="hold"/>
                                        <p:tgtEl>
                                          <p:spTgt spid="4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78"/>
                                        </p:tgtEl>
                                        <p:attrNameLst>
                                          <p:attrName>style.visibility</p:attrName>
                                        </p:attrNameLst>
                                      </p:cBhvr>
                                      <p:to>
                                        <p:strVal val="visible"/>
                                      </p:to>
                                    </p:set>
                                    <p:animEffect transition="in" filter="wipe(down)">
                                      <p:cBhvr>
                                        <p:cTn id="41" dur="500"/>
                                        <p:tgtEl>
                                          <p:spTgt spid="7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wipe(right)">
                                      <p:cBhvr>
                                        <p:cTn id="45" dur="500"/>
                                        <p:tgtEl>
                                          <p:spTgt spid="76"/>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81"/>
                                        </p:tgtEl>
                                        <p:attrNameLst>
                                          <p:attrName>style.visibility</p:attrName>
                                        </p:attrNameLst>
                                      </p:cBhvr>
                                      <p:to>
                                        <p:strVal val="visible"/>
                                      </p:to>
                                    </p:set>
                                    <p:animEffect transition="in" filter="wipe(down)">
                                      <p:cBhvr>
                                        <p:cTn id="49" dur="500"/>
                                        <p:tgtEl>
                                          <p:spTgt spid="81"/>
                                        </p:tgtEl>
                                      </p:cBhvr>
                                    </p:animEffect>
                                  </p:childTnLst>
                                </p:cTn>
                              </p:par>
                            </p:childTnLst>
                          </p:cTn>
                        </p:par>
                        <p:par>
                          <p:cTn id="50" fill="hold">
                            <p:stCondLst>
                              <p:cond delay="5000"/>
                            </p:stCondLst>
                            <p:childTnLst>
                              <p:par>
                                <p:cTn id="51" presetID="10" presetClass="entr" presetSubtype="0"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 grpId="0" animBg="1"/>
      <p:bldP spid="45" grpId="0" animBg="1"/>
      <p:bldP spid="46" grpId="0" animBg="1"/>
      <p:bldP spid="47" grpId="0" animBg="1"/>
      <p:bldP spid="48" grpId="0" animBg="1"/>
      <p:bldP spid="4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584488"/>
            <a:ext cx="10515600" cy="1325563"/>
          </a:xfrm>
        </p:spPr>
        <p:txBody>
          <a:bodyPr/>
          <a:lstStyle/>
          <a:p>
            <a:r>
              <a:rPr lang="en-US" dirty="0"/>
              <a:t>Examples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154715" y="2142886"/>
            <a:ext cx="1051560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dirty="0"/>
              <a:t>Apple (USA) is selling 1000 iPhones to </a:t>
            </a:r>
            <a:r>
              <a:rPr lang="en-US" altLang="en-US" dirty="0" err="1"/>
              <a:t>Komplett</a:t>
            </a:r>
            <a:r>
              <a:rPr lang="en-US" altLang="en-US" dirty="0"/>
              <a:t>, a Norwegian company. Phones are manufactured in China, and Apple transports them to New York. Apple then hands phones over to DHL, which transports them to London. FedEx takes phones from London to Oslo, and Bring makes a final delivery. Contract is silent on delivery modes.</a:t>
            </a:r>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en-US" altLang="en-US" b="1" dirty="0"/>
              <a:t>When has Apple delivered the goods?</a:t>
            </a:r>
          </a:p>
        </p:txBody>
      </p:sp>
    </p:spTree>
    <p:extLst>
      <p:ext uri="{BB962C8B-B14F-4D97-AF65-F5344CB8AC3E}">
        <p14:creationId xmlns:p14="http://schemas.microsoft.com/office/powerpoint/2010/main" val="1687747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2" end="2"/>
                                            </p:txEl>
                                          </p:spTgt>
                                        </p:tgtEl>
                                        <p:attrNameLst>
                                          <p:attrName>style.visibility</p:attrName>
                                        </p:attrNameLst>
                                      </p:cBhvr>
                                      <p:to>
                                        <p:strVal val="visible"/>
                                      </p:to>
                                    </p:set>
                                    <p:animEffect transition="in" filter="fade">
                                      <p:cBhvr>
                                        <p:cTn id="12"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7575" y="85994"/>
            <a:ext cx="10515600" cy="1325563"/>
          </a:xfrm>
        </p:spPr>
        <p:txBody>
          <a:bodyPr/>
          <a:lstStyle/>
          <a:p>
            <a:r>
              <a:rPr lang="en-US" dirty="0"/>
              <a:t>CISG: Delivery of goods: when?</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17414" y="5547413"/>
            <a:ext cx="58917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207575" y="2060772"/>
            <a:ext cx="105156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sz="2400" b="1" dirty="0"/>
              <a:t>Article 33</a:t>
            </a:r>
          </a:p>
          <a:p>
            <a:pPr marL="0" lvl="0" indent="0" eaLnBrk="0" fontAlgn="base" hangingPunct="0">
              <a:lnSpc>
                <a:spcPct val="100000"/>
              </a:lnSpc>
              <a:spcBef>
                <a:spcPct val="0"/>
              </a:spcBef>
              <a:spcAft>
                <a:spcPct val="0"/>
              </a:spcAft>
              <a:buNone/>
            </a:pPr>
            <a:r>
              <a:rPr lang="en-US" altLang="en-US" sz="2400" dirty="0"/>
              <a:t>The seller must deliver the goods:</a:t>
            </a:r>
          </a:p>
          <a:p>
            <a:pPr marL="457200" lvl="1" indent="0" eaLnBrk="0" fontAlgn="base" hangingPunct="0">
              <a:lnSpc>
                <a:spcPct val="100000"/>
              </a:lnSpc>
              <a:spcBef>
                <a:spcPct val="0"/>
              </a:spcBef>
              <a:spcAft>
                <a:spcPct val="0"/>
              </a:spcAft>
              <a:buNone/>
            </a:pPr>
            <a:r>
              <a:rPr lang="en-US" altLang="en-US" dirty="0"/>
              <a:t>(a) if a date is </a:t>
            </a:r>
            <a:r>
              <a:rPr lang="en-US" altLang="en-US" b="1" dirty="0"/>
              <a:t>fixed by or determinable from the contract</a:t>
            </a:r>
            <a:r>
              <a:rPr lang="en-US" altLang="en-US" dirty="0"/>
              <a:t>, on </a:t>
            </a:r>
            <a:r>
              <a:rPr lang="en-US" altLang="en-US" b="1" dirty="0"/>
              <a:t>that date</a:t>
            </a:r>
            <a:r>
              <a:rPr lang="en-US" altLang="en-US" dirty="0"/>
              <a:t>;</a:t>
            </a:r>
          </a:p>
          <a:p>
            <a:pPr marL="457200" lvl="1" indent="0" eaLnBrk="0" fontAlgn="base" hangingPunct="0">
              <a:lnSpc>
                <a:spcPct val="100000"/>
              </a:lnSpc>
              <a:spcBef>
                <a:spcPct val="0"/>
              </a:spcBef>
              <a:spcAft>
                <a:spcPct val="0"/>
              </a:spcAft>
              <a:buNone/>
            </a:pPr>
            <a:r>
              <a:rPr lang="en-US" altLang="en-US" dirty="0"/>
              <a:t>(b) if a </a:t>
            </a:r>
            <a:r>
              <a:rPr lang="en-US" altLang="en-US" b="1" dirty="0"/>
              <a:t>period of time is fixed by or determinable from the contract, at any time within that period</a:t>
            </a:r>
            <a:r>
              <a:rPr lang="en-US" altLang="en-US" dirty="0"/>
              <a:t> unless circumstances indicate that the buyer is to </a:t>
            </a:r>
            <a:r>
              <a:rPr lang="en-US" altLang="en-US" b="1" dirty="0"/>
              <a:t>choose</a:t>
            </a:r>
            <a:r>
              <a:rPr lang="en-US" altLang="en-US" dirty="0"/>
              <a:t> a date; </a:t>
            </a:r>
            <a:r>
              <a:rPr lang="en-US" altLang="en-US" b="1" u="sng" dirty="0"/>
              <a:t>or</a:t>
            </a:r>
          </a:p>
          <a:p>
            <a:pPr marL="457200" lvl="1" indent="0" eaLnBrk="0" fontAlgn="base" hangingPunct="0">
              <a:lnSpc>
                <a:spcPct val="100000"/>
              </a:lnSpc>
              <a:spcBef>
                <a:spcPct val="0"/>
              </a:spcBef>
              <a:spcAft>
                <a:spcPct val="0"/>
              </a:spcAft>
              <a:buNone/>
            </a:pPr>
            <a:r>
              <a:rPr lang="en-US" altLang="en-US" dirty="0"/>
              <a:t>(c) in any other case, </a:t>
            </a:r>
            <a:r>
              <a:rPr lang="en-US" altLang="en-US" b="1" dirty="0"/>
              <a:t>within a reasonable time</a:t>
            </a:r>
            <a:r>
              <a:rPr lang="en-US" altLang="en-US" dirty="0"/>
              <a:t> after the conclusion of the contract.</a:t>
            </a:r>
          </a:p>
        </p:txBody>
      </p:sp>
    </p:spTree>
    <p:extLst>
      <p:ext uri="{BB962C8B-B14F-4D97-AF65-F5344CB8AC3E}">
        <p14:creationId xmlns:p14="http://schemas.microsoft.com/office/powerpoint/2010/main" val="1640081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8">
                                            <p:txEl>
                                              <p:pRg st="2" end="2"/>
                                            </p:txEl>
                                          </p:spTgt>
                                        </p:tgtEl>
                                        <p:attrNameLst>
                                          <p:attrName>style.visibility</p:attrName>
                                        </p:attrNameLst>
                                      </p:cBhvr>
                                      <p:to>
                                        <p:strVal val="visible"/>
                                      </p:to>
                                    </p:set>
                                    <p:animEffect transition="in" filter="fade">
                                      <p:cBhvr>
                                        <p:cTn id="15" dur="500"/>
                                        <p:tgtEl>
                                          <p:spTgt spid="18">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8">
                                            <p:txEl>
                                              <p:pRg st="3" end="3"/>
                                            </p:txEl>
                                          </p:spTgt>
                                        </p:tgtEl>
                                        <p:attrNameLst>
                                          <p:attrName>style.visibility</p:attrName>
                                        </p:attrNameLst>
                                      </p:cBhvr>
                                      <p:to>
                                        <p:strVal val="visible"/>
                                      </p:to>
                                    </p:set>
                                    <p:animEffect transition="in" filter="fade">
                                      <p:cBhvr>
                                        <p:cTn id="18" dur="500"/>
                                        <p:tgtEl>
                                          <p:spTgt spid="18">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8">
                                            <p:txEl>
                                              <p:pRg st="4" end="4"/>
                                            </p:txEl>
                                          </p:spTgt>
                                        </p:tgtEl>
                                        <p:attrNameLst>
                                          <p:attrName>style.visibility</p:attrName>
                                        </p:attrNameLst>
                                      </p:cBhvr>
                                      <p:to>
                                        <p:strVal val="visible"/>
                                      </p:to>
                                    </p:set>
                                    <p:animEffect transition="in" filter="fade">
                                      <p:cBhvr>
                                        <p:cTn id="21"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584488"/>
            <a:ext cx="10515600" cy="1325563"/>
          </a:xfrm>
        </p:spPr>
        <p:txBody>
          <a:bodyPr/>
          <a:lstStyle/>
          <a:p>
            <a:r>
              <a:rPr lang="en-US" dirty="0"/>
              <a:t>Examples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143091" y="2125494"/>
            <a:ext cx="105156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dirty="0"/>
              <a:t>Contract:</a:t>
            </a:r>
          </a:p>
          <a:p>
            <a:pPr marL="0" lvl="0" indent="0" eaLnBrk="0" fontAlgn="base" hangingPunct="0">
              <a:lnSpc>
                <a:spcPct val="100000"/>
              </a:lnSpc>
              <a:spcBef>
                <a:spcPct val="0"/>
              </a:spcBef>
              <a:spcAft>
                <a:spcPct val="0"/>
              </a:spcAft>
              <a:buNone/>
            </a:pPr>
            <a:r>
              <a:rPr lang="en-US" altLang="en-US" dirty="0"/>
              <a:t>“iPhones will be delivered on 15</a:t>
            </a:r>
            <a:r>
              <a:rPr lang="en-US" altLang="en-US" baseline="30000" dirty="0"/>
              <a:t>th</a:t>
            </a:r>
            <a:r>
              <a:rPr lang="en-US" altLang="en-US" dirty="0"/>
              <a:t> of September.”</a:t>
            </a:r>
          </a:p>
          <a:p>
            <a:pPr marL="0" lvl="0" indent="0" eaLnBrk="0" fontAlgn="base" hangingPunct="0">
              <a:lnSpc>
                <a:spcPct val="100000"/>
              </a:lnSpc>
              <a:spcBef>
                <a:spcPct val="0"/>
              </a:spcBef>
              <a:spcAft>
                <a:spcPct val="0"/>
              </a:spcAft>
              <a:buNone/>
            </a:pPr>
            <a:r>
              <a:rPr lang="en-US" altLang="en-US" dirty="0"/>
              <a:t>“iPhones will be delivered as soon as they are manufactured.”</a:t>
            </a:r>
          </a:p>
          <a:p>
            <a:pPr marL="0" lvl="0" indent="0" eaLnBrk="0" fontAlgn="base" hangingPunct="0">
              <a:lnSpc>
                <a:spcPct val="100000"/>
              </a:lnSpc>
              <a:spcBef>
                <a:spcPct val="0"/>
              </a:spcBef>
              <a:spcAft>
                <a:spcPct val="0"/>
              </a:spcAft>
              <a:buNone/>
            </a:pPr>
            <a:r>
              <a:rPr lang="en-US" altLang="en-US" dirty="0"/>
              <a:t>“iPhones will be delivered between 10</a:t>
            </a:r>
            <a:r>
              <a:rPr lang="en-US" altLang="en-US" baseline="30000" dirty="0"/>
              <a:t>th</a:t>
            </a:r>
            <a:r>
              <a:rPr lang="en-US" altLang="en-US" dirty="0"/>
              <a:t> of August and 15</a:t>
            </a:r>
            <a:r>
              <a:rPr lang="en-US" altLang="en-US" baseline="30000" dirty="0"/>
              <a:t>th</a:t>
            </a:r>
            <a:r>
              <a:rPr lang="en-US" altLang="en-US" dirty="0"/>
              <a:t> of September.”</a:t>
            </a:r>
          </a:p>
          <a:p>
            <a:pPr marL="0" lvl="0" indent="0" eaLnBrk="0" fontAlgn="base" hangingPunct="0">
              <a:lnSpc>
                <a:spcPct val="100000"/>
              </a:lnSpc>
              <a:spcBef>
                <a:spcPct val="0"/>
              </a:spcBef>
              <a:spcAft>
                <a:spcPct val="0"/>
              </a:spcAft>
              <a:buNone/>
            </a:pPr>
            <a:r>
              <a:rPr lang="en-US" altLang="en-US" dirty="0"/>
              <a:t>:silent:</a:t>
            </a:r>
          </a:p>
        </p:txBody>
      </p:sp>
    </p:spTree>
    <p:extLst>
      <p:ext uri="{BB962C8B-B14F-4D97-AF65-F5344CB8AC3E}">
        <p14:creationId xmlns:p14="http://schemas.microsoft.com/office/powerpoint/2010/main" val="1847564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fade">
                                      <p:cBhvr>
                                        <p:cTn id="22" dur="500"/>
                                        <p:tgtEl>
                                          <p:spTgt spid="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Effect transition="in" filter="fade">
                                      <p:cBhvr>
                                        <p:cTn id="27"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584488"/>
            <a:ext cx="10515600" cy="1325563"/>
          </a:xfrm>
        </p:spPr>
        <p:txBody>
          <a:bodyPr/>
          <a:lstStyle/>
          <a:p>
            <a:r>
              <a:rPr lang="en-US" dirty="0"/>
              <a:t>Examples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170214" y="2385098"/>
            <a:ext cx="105156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dirty="0"/>
              <a:t>CISG: “</a:t>
            </a:r>
            <a:r>
              <a:rPr lang="en-US" dirty="0"/>
              <a:t>The buyer must examine the goods, or cause them to be examined, within as short a period as is practicable in the circumstances.”</a:t>
            </a:r>
          </a:p>
          <a:p>
            <a:pPr marL="0" lvl="0" indent="0" eaLnBrk="0" fontAlgn="base" hangingPunct="0">
              <a:lnSpc>
                <a:spcPct val="100000"/>
              </a:lnSpc>
              <a:spcBef>
                <a:spcPct val="0"/>
              </a:spcBef>
              <a:spcAft>
                <a:spcPct val="0"/>
              </a:spcAft>
              <a:buNone/>
            </a:pPr>
            <a:r>
              <a:rPr lang="en-US" altLang="en-US" dirty="0"/>
              <a:t>Contract: “The buyer must examine the goods within 20 days”.</a:t>
            </a:r>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en-US" altLang="en-US" dirty="0"/>
              <a:t>What prevails?</a:t>
            </a:r>
          </a:p>
        </p:txBody>
      </p:sp>
    </p:spTree>
    <p:extLst>
      <p:ext uri="{BB962C8B-B14F-4D97-AF65-F5344CB8AC3E}">
        <p14:creationId xmlns:p14="http://schemas.microsoft.com/office/powerpoint/2010/main" val="2867453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3" end="3"/>
                                            </p:txEl>
                                          </p:spTgt>
                                        </p:tgtEl>
                                        <p:attrNameLst>
                                          <p:attrName>style.visibility</p:attrName>
                                        </p:attrNameLst>
                                      </p:cBhvr>
                                      <p:to>
                                        <p:strVal val="visible"/>
                                      </p:to>
                                    </p:set>
                                    <p:animEffect transition="in" filter="fade">
                                      <p:cBhvr>
                                        <p:cTn id="17" dur="500"/>
                                        <p:tgtEl>
                                          <p:spTgt spid="1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9087" y="589331"/>
            <a:ext cx="10515600" cy="1325563"/>
          </a:xfrm>
        </p:spPr>
        <p:txBody>
          <a:bodyPr/>
          <a:lstStyle/>
          <a:p>
            <a:r>
              <a:rPr lang="en-US" dirty="0"/>
              <a:t>CISG: Conformity of goods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17414" y="5547413"/>
            <a:ext cx="58917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315359" y="2227983"/>
            <a:ext cx="105156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b="1" dirty="0"/>
              <a:t>Article 35</a:t>
            </a:r>
          </a:p>
          <a:p>
            <a:pPr marL="0" lvl="0" indent="0" algn="just" eaLnBrk="0" fontAlgn="base" hangingPunct="0">
              <a:lnSpc>
                <a:spcPct val="100000"/>
              </a:lnSpc>
              <a:spcBef>
                <a:spcPct val="0"/>
              </a:spcBef>
              <a:spcAft>
                <a:spcPct val="0"/>
              </a:spcAft>
              <a:buNone/>
            </a:pPr>
            <a:r>
              <a:rPr lang="en-US" altLang="en-US" dirty="0"/>
              <a:t>(1) The seller must deliver goods which are of the </a:t>
            </a:r>
            <a:r>
              <a:rPr lang="en-US" altLang="en-US" b="1" dirty="0"/>
              <a:t>quantity</a:t>
            </a:r>
            <a:r>
              <a:rPr lang="en-US" altLang="en-US" dirty="0"/>
              <a:t>, </a:t>
            </a:r>
            <a:r>
              <a:rPr lang="en-US" altLang="en-US" b="1" dirty="0"/>
              <a:t>quality</a:t>
            </a:r>
            <a:r>
              <a:rPr lang="en-US" altLang="en-US" dirty="0"/>
              <a:t> and </a:t>
            </a:r>
            <a:r>
              <a:rPr lang="en-US" altLang="en-US" b="1" dirty="0"/>
              <a:t>description</a:t>
            </a:r>
            <a:r>
              <a:rPr lang="en-US" altLang="en-US" dirty="0"/>
              <a:t> </a:t>
            </a:r>
            <a:r>
              <a:rPr lang="en-US" altLang="en-US" b="1" dirty="0"/>
              <a:t>required by the contract </a:t>
            </a:r>
            <a:r>
              <a:rPr lang="en-US" altLang="en-US" dirty="0"/>
              <a:t>and which are </a:t>
            </a:r>
            <a:r>
              <a:rPr lang="en-US" altLang="en-US" b="1" dirty="0"/>
              <a:t>contained or packaged in the manner required by the contract.</a:t>
            </a:r>
          </a:p>
          <a:p>
            <a:pPr marL="0" lvl="0" indent="0" eaLnBrk="0" fontAlgn="base" hangingPunct="0">
              <a:lnSpc>
                <a:spcPct val="100000"/>
              </a:lnSpc>
              <a:spcBef>
                <a:spcPct val="0"/>
              </a:spcBef>
              <a:spcAft>
                <a:spcPct val="0"/>
              </a:spcAft>
              <a:buNone/>
            </a:pPr>
            <a:endParaRPr lang="en-US" altLang="en-US" b="1" dirty="0"/>
          </a:p>
          <a:p>
            <a:pPr marL="0" lvl="0" indent="0" eaLnBrk="0" fontAlgn="base" hangingPunct="0">
              <a:lnSpc>
                <a:spcPct val="100000"/>
              </a:lnSpc>
              <a:spcBef>
                <a:spcPct val="0"/>
              </a:spcBef>
              <a:spcAft>
                <a:spcPct val="0"/>
              </a:spcAft>
              <a:buNone/>
            </a:pPr>
            <a:endParaRPr lang="en-US" altLang="en-US" b="1" dirty="0"/>
          </a:p>
        </p:txBody>
      </p:sp>
    </p:spTree>
    <p:extLst>
      <p:ext uri="{BB962C8B-B14F-4D97-AF65-F5344CB8AC3E}">
        <p14:creationId xmlns:p14="http://schemas.microsoft.com/office/powerpoint/2010/main" val="2105907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584488"/>
            <a:ext cx="10515600" cy="1325563"/>
          </a:xfrm>
        </p:spPr>
        <p:txBody>
          <a:bodyPr/>
          <a:lstStyle/>
          <a:p>
            <a:r>
              <a:rPr lang="en-US" dirty="0"/>
              <a:t>Examples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605310" y="5335309"/>
            <a:ext cx="1013382"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143091" y="1694609"/>
            <a:ext cx="105156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dirty="0"/>
              <a:t>Contract:</a:t>
            </a:r>
          </a:p>
          <a:p>
            <a:pPr marL="0" lvl="0" indent="0" eaLnBrk="0" fontAlgn="base" hangingPunct="0">
              <a:lnSpc>
                <a:spcPct val="100000"/>
              </a:lnSpc>
              <a:spcBef>
                <a:spcPct val="0"/>
              </a:spcBef>
              <a:spcAft>
                <a:spcPct val="0"/>
              </a:spcAft>
              <a:buNone/>
            </a:pPr>
            <a:r>
              <a:rPr lang="en-US" altLang="en-US" dirty="0"/>
              <a:t>“Apple will sell 1000 red iPhone 11 Pros.”</a:t>
            </a:r>
          </a:p>
          <a:p>
            <a:pPr marL="0" lvl="0" indent="0" eaLnBrk="0" fontAlgn="base" hangingPunct="0">
              <a:lnSpc>
                <a:spcPct val="100000"/>
              </a:lnSpc>
              <a:spcBef>
                <a:spcPct val="0"/>
              </a:spcBef>
              <a:spcAft>
                <a:spcPct val="0"/>
              </a:spcAft>
              <a:buNone/>
            </a:pPr>
            <a:endParaRPr lang="en-US" altLang="en-US" dirty="0"/>
          </a:p>
          <a:p>
            <a:pPr marL="0" lvl="0" indent="0" eaLnBrk="0" fontAlgn="base" hangingPunct="0">
              <a:lnSpc>
                <a:spcPct val="100000"/>
              </a:lnSpc>
              <a:spcBef>
                <a:spcPct val="0"/>
              </a:spcBef>
              <a:spcAft>
                <a:spcPct val="0"/>
              </a:spcAft>
              <a:buNone/>
            </a:pPr>
            <a:r>
              <a:rPr lang="en-US" altLang="en-US" dirty="0"/>
              <a:t>Delivery:</a:t>
            </a:r>
          </a:p>
          <a:p>
            <a:pPr marL="0" lvl="0" indent="0" eaLnBrk="0" fontAlgn="base" hangingPunct="0">
              <a:lnSpc>
                <a:spcPct val="100000"/>
              </a:lnSpc>
              <a:spcBef>
                <a:spcPct val="0"/>
              </a:spcBef>
              <a:spcAft>
                <a:spcPct val="0"/>
              </a:spcAft>
              <a:buNone/>
            </a:pPr>
            <a:r>
              <a:rPr lang="en-US" altLang="en-US" dirty="0"/>
              <a:t>1000 blue iPhone 11 Pro</a:t>
            </a:r>
          </a:p>
          <a:p>
            <a:pPr marL="0" lvl="0" indent="0" eaLnBrk="0" fontAlgn="base" hangingPunct="0">
              <a:lnSpc>
                <a:spcPct val="100000"/>
              </a:lnSpc>
              <a:spcBef>
                <a:spcPct val="0"/>
              </a:spcBef>
              <a:spcAft>
                <a:spcPct val="0"/>
              </a:spcAft>
              <a:buNone/>
            </a:pPr>
            <a:r>
              <a:rPr lang="en-US" altLang="en-US" dirty="0"/>
              <a:t>1001 red iPhone 11 Pro</a:t>
            </a:r>
          </a:p>
          <a:p>
            <a:pPr marL="0" lvl="0" indent="0" eaLnBrk="0" fontAlgn="base" hangingPunct="0">
              <a:lnSpc>
                <a:spcPct val="100000"/>
              </a:lnSpc>
              <a:spcBef>
                <a:spcPct val="0"/>
              </a:spcBef>
              <a:spcAft>
                <a:spcPct val="0"/>
              </a:spcAft>
              <a:buNone/>
            </a:pPr>
            <a:r>
              <a:rPr lang="en-US" altLang="en-US" dirty="0"/>
              <a:t>999 red iPhone 10</a:t>
            </a:r>
          </a:p>
          <a:p>
            <a:pPr marL="0" lvl="0" indent="0" eaLnBrk="0" fontAlgn="base" hangingPunct="0">
              <a:lnSpc>
                <a:spcPct val="100000"/>
              </a:lnSpc>
              <a:spcBef>
                <a:spcPct val="0"/>
              </a:spcBef>
              <a:spcAft>
                <a:spcPct val="0"/>
              </a:spcAft>
              <a:buNone/>
            </a:pPr>
            <a:r>
              <a:rPr lang="en-US" altLang="en-US" dirty="0"/>
              <a:t>1000 red iPhone 11 Pro without packaging</a:t>
            </a:r>
          </a:p>
        </p:txBody>
      </p:sp>
    </p:spTree>
    <p:extLst>
      <p:ext uri="{BB962C8B-B14F-4D97-AF65-F5344CB8AC3E}">
        <p14:creationId xmlns:p14="http://schemas.microsoft.com/office/powerpoint/2010/main" val="2774668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3" end="3"/>
                                            </p:txEl>
                                          </p:spTgt>
                                        </p:tgtEl>
                                        <p:attrNameLst>
                                          <p:attrName>style.visibility</p:attrName>
                                        </p:attrNameLst>
                                      </p:cBhvr>
                                      <p:to>
                                        <p:strVal val="visible"/>
                                      </p:to>
                                    </p:set>
                                    <p:animEffect transition="in" filter="fade">
                                      <p:cBhvr>
                                        <p:cTn id="17" dur="500"/>
                                        <p:tgtEl>
                                          <p:spTgt spid="1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xEl>
                                              <p:pRg st="4" end="4"/>
                                            </p:txEl>
                                          </p:spTgt>
                                        </p:tgtEl>
                                        <p:attrNameLst>
                                          <p:attrName>style.visibility</p:attrName>
                                        </p:attrNameLst>
                                      </p:cBhvr>
                                      <p:to>
                                        <p:strVal val="visible"/>
                                      </p:to>
                                    </p:set>
                                    <p:animEffect transition="in" filter="fade">
                                      <p:cBhvr>
                                        <p:cTn id="22" dur="500"/>
                                        <p:tgtEl>
                                          <p:spTgt spid="18">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xEl>
                                              <p:pRg st="5" end="5"/>
                                            </p:txEl>
                                          </p:spTgt>
                                        </p:tgtEl>
                                        <p:attrNameLst>
                                          <p:attrName>style.visibility</p:attrName>
                                        </p:attrNameLst>
                                      </p:cBhvr>
                                      <p:to>
                                        <p:strVal val="visible"/>
                                      </p:to>
                                    </p:set>
                                    <p:animEffect transition="in" filter="fade">
                                      <p:cBhvr>
                                        <p:cTn id="27" dur="500"/>
                                        <p:tgtEl>
                                          <p:spTgt spid="18">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xEl>
                                              <p:pRg st="6" end="6"/>
                                            </p:txEl>
                                          </p:spTgt>
                                        </p:tgtEl>
                                        <p:attrNameLst>
                                          <p:attrName>style.visibility</p:attrName>
                                        </p:attrNameLst>
                                      </p:cBhvr>
                                      <p:to>
                                        <p:strVal val="visible"/>
                                      </p:to>
                                    </p:set>
                                    <p:animEffect transition="in" filter="fade">
                                      <p:cBhvr>
                                        <p:cTn id="32" dur="500"/>
                                        <p:tgtEl>
                                          <p:spTgt spid="18">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8">
                                            <p:txEl>
                                              <p:pRg st="7" end="7"/>
                                            </p:txEl>
                                          </p:spTgt>
                                        </p:tgtEl>
                                        <p:attrNameLst>
                                          <p:attrName>style.visibility</p:attrName>
                                        </p:attrNameLst>
                                      </p:cBhvr>
                                      <p:to>
                                        <p:strVal val="visible"/>
                                      </p:to>
                                    </p:set>
                                    <p:animEffect transition="in" filter="fade">
                                      <p:cBhvr>
                                        <p:cTn id="37" dur="500"/>
                                        <p:tgtEl>
                                          <p:spTgt spid="1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7575" y="85994"/>
            <a:ext cx="10515600" cy="1325563"/>
          </a:xfrm>
        </p:spPr>
        <p:txBody>
          <a:bodyPr/>
          <a:lstStyle/>
          <a:p>
            <a:r>
              <a:rPr lang="en-US" dirty="0"/>
              <a:t>CISG: Conformity of goods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923614" y="5717611"/>
            <a:ext cx="248776"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922174" y="5684172"/>
            <a:ext cx="315654"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987613" y="5717611"/>
            <a:ext cx="248776"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9005680" y="5703678"/>
            <a:ext cx="276641"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1115308" y="5781307"/>
            <a:ext cx="121384"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833896" y="5659894"/>
            <a:ext cx="364210"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5169975"/>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207573" y="1197078"/>
            <a:ext cx="10578885"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sz="2400" b="1" dirty="0"/>
              <a:t>Article 35</a:t>
            </a:r>
          </a:p>
          <a:p>
            <a:pPr marL="0" lvl="0" indent="0" algn="just" eaLnBrk="0" fontAlgn="base" hangingPunct="0">
              <a:lnSpc>
                <a:spcPct val="100000"/>
              </a:lnSpc>
              <a:spcBef>
                <a:spcPct val="0"/>
              </a:spcBef>
              <a:spcAft>
                <a:spcPct val="0"/>
              </a:spcAft>
              <a:buNone/>
            </a:pPr>
            <a:r>
              <a:rPr lang="en-US" altLang="en-US" sz="2400" dirty="0"/>
              <a:t>(2) Except where the parties have agreed otherwise, the </a:t>
            </a:r>
            <a:r>
              <a:rPr lang="en-US" altLang="en-US" sz="2400" b="1" dirty="0"/>
              <a:t>goods do not conform </a:t>
            </a:r>
            <a:r>
              <a:rPr lang="en-US" altLang="en-US" sz="2400" dirty="0"/>
              <a:t>with the contract </a:t>
            </a:r>
            <a:r>
              <a:rPr lang="en-US" altLang="en-US" sz="2400" b="1" dirty="0"/>
              <a:t>unless</a:t>
            </a:r>
            <a:r>
              <a:rPr lang="en-US" altLang="en-US" sz="2400" dirty="0"/>
              <a:t> they:</a:t>
            </a:r>
          </a:p>
          <a:p>
            <a:pPr marL="457200" lvl="1" indent="0" algn="just" eaLnBrk="0" fontAlgn="base" hangingPunct="0">
              <a:lnSpc>
                <a:spcPct val="100000"/>
              </a:lnSpc>
              <a:spcBef>
                <a:spcPct val="0"/>
              </a:spcBef>
              <a:spcAft>
                <a:spcPct val="0"/>
              </a:spcAft>
              <a:buNone/>
            </a:pPr>
            <a:r>
              <a:rPr lang="en-US" altLang="en-US" dirty="0"/>
              <a:t>(a) are </a:t>
            </a:r>
            <a:r>
              <a:rPr lang="en-US" altLang="en-US" b="1" dirty="0"/>
              <a:t>fit for the purposes </a:t>
            </a:r>
            <a:r>
              <a:rPr lang="en-US" altLang="en-US" dirty="0"/>
              <a:t>for which goods of the same description </a:t>
            </a:r>
            <a:r>
              <a:rPr lang="en-US" altLang="en-US" b="1" dirty="0"/>
              <a:t>would ordinarily be used</a:t>
            </a:r>
            <a:r>
              <a:rPr lang="en-US" altLang="en-US" dirty="0"/>
              <a:t>;</a:t>
            </a:r>
          </a:p>
          <a:p>
            <a:pPr marL="457200" lvl="1" indent="0" algn="just" eaLnBrk="0" fontAlgn="base" hangingPunct="0">
              <a:lnSpc>
                <a:spcPct val="100000"/>
              </a:lnSpc>
              <a:spcBef>
                <a:spcPct val="0"/>
              </a:spcBef>
              <a:spcAft>
                <a:spcPct val="0"/>
              </a:spcAft>
              <a:buNone/>
            </a:pPr>
            <a:r>
              <a:rPr lang="en-US" altLang="en-US" dirty="0"/>
              <a:t>(b) are fit for any </a:t>
            </a:r>
            <a:r>
              <a:rPr lang="en-US" altLang="en-US" b="1" dirty="0"/>
              <a:t>particular purpose</a:t>
            </a:r>
            <a:r>
              <a:rPr lang="en-US" altLang="en-US" dirty="0"/>
              <a:t> expressly or impliedly </a:t>
            </a:r>
            <a:r>
              <a:rPr lang="en-US" altLang="en-US" b="1" dirty="0"/>
              <a:t>made known to the seller </a:t>
            </a:r>
            <a:r>
              <a:rPr lang="en-US" altLang="en-US" dirty="0"/>
              <a:t>at the time of the conclusion of the contract, </a:t>
            </a:r>
            <a:r>
              <a:rPr lang="en-US" altLang="en-US" b="1" dirty="0"/>
              <a:t>except</a:t>
            </a:r>
            <a:r>
              <a:rPr lang="en-US" altLang="en-US" dirty="0"/>
              <a:t> where the circumstances show that </a:t>
            </a:r>
            <a:r>
              <a:rPr lang="en-US" altLang="en-US" b="1" dirty="0"/>
              <a:t>the buyer did not rely</a:t>
            </a:r>
            <a:r>
              <a:rPr lang="en-US" altLang="en-US" dirty="0"/>
              <a:t>, or that it was unreasonable for him to rely, on </a:t>
            </a:r>
            <a:r>
              <a:rPr lang="en-US" altLang="en-US" b="1" dirty="0"/>
              <a:t>the seller's skill and judgement</a:t>
            </a:r>
            <a:r>
              <a:rPr lang="en-US" altLang="en-US" dirty="0"/>
              <a:t>;</a:t>
            </a:r>
          </a:p>
          <a:p>
            <a:pPr marL="457200" lvl="1" indent="0" algn="just" eaLnBrk="0" fontAlgn="base" hangingPunct="0">
              <a:lnSpc>
                <a:spcPct val="100000"/>
              </a:lnSpc>
              <a:spcBef>
                <a:spcPct val="0"/>
              </a:spcBef>
              <a:spcAft>
                <a:spcPct val="0"/>
              </a:spcAft>
              <a:buNone/>
            </a:pPr>
            <a:r>
              <a:rPr lang="en-US" altLang="en-US" dirty="0"/>
              <a:t>(c) possess the </a:t>
            </a:r>
            <a:r>
              <a:rPr lang="en-US" altLang="en-US" b="1" dirty="0"/>
              <a:t>qualities of </a:t>
            </a:r>
            <a:r>
              <a:rPr lang="en-US" altLang="en-US" dirty="0"/>
              <a:t>goods which the seller has held out to the buyer as a </a:t>
            </a:r>
            <a:r>
              <a:rPr lang="en-US" altLang="en-US" b="1" dirty="0"/>
              <a:t>sample or model</a:t>
            </a:r>
            <a:r>
              <a:rPr lang="en-US" altLang="en-US" dirty="0"/>
              <a:t>;</a:t>
            </a:r>
          </a:p>
          <a:p>
            <a:pPr marL="457200" lvl="1" indent="0" algn="just" eaLnBrk="0" fontAlgn="base" hangingPunct="0">
              <a:lnSpc>
                <a:spcPct val="100000"/>
              </a:lnSpc>
              <a:spcBef>
                <a:spcPct val="0"/>
              </a:spcBef>
              <a:spcAft>
                <a:spcPct val="0"/>
              </a:spcAft>
              <a:buNone/>
            </a:pPr>
            <a:r>
              <a:rPr lang="en-US" altLang="en-US" dirty="0"/>
              <a:t>(d) </a:t>
            </a:r>
            <a:r>
              <a:rPr lang="en-US" altLang="en-US" b="1" dirty="0"/>
              <a:t>are contained or packaged in the manner usual for such goods </a:t>
            </a:r>
            <a:r>
              <a:rPr lang="en-US" altLang="en-US" dirty="0"/>
              <a:t>or, where there is no such manner, in a manner </a:t>
            </a:r>
            <a:r>
              <a:rPr lang="en-US" altLang="en-US" b="1" dirty="0"/>
              <a:t>adequate to preserve and protect </a:t>
            </a:r>
            <a:r>
              <a:rPr lang="en-US" altLang="en-US" dirty="0"/>
              <a:t>the goods.</a:t>
            </a:r>
          </a:p>
          <a:p>
            <a:pPr marL="0" lvl="0" indent="0" eaLnBrk="0" fontAlgn="base" hangingPunct="0">
              <a:lnSpc>
                <a:spcPct val="100000"/>
              </a:lnSpc>
              <a:spcBef>
                <a:spcPct val="0"/>
              </a:spcBef>
              <a:spcAft>
                <a:spcPct val="0"/>
              </a:spcAft>
              <a:buNone/>
            </a:pPr>
            <a:endParaRPr lang="en-US" altLang="en-US" sz="2400" b="1" dirty="0"/>
          </a:p>
          <a:p>
            <a:pPr marL="0" lvl="0" indent="0" eaLnBrk="0" fontAlgn="base" hangingPunct="0">
              <a:lnSpc>
                <a:spcPct val="100000"/>
              </a:lnSpc>
              <a:spcBef>
                <a:spcPct val="0"/>
              </a:spcBef>
              <a:spcAft>
                <a:spcPct val="0"/>
              </a:spcAft>
              <a:buNone/>
            </a:pPr>
            <a:endParaRPr lang="en-US" altLang="en-US" sz="2400" b="1" dirty="0"/>
          </a:p>
        </p:txBody>
      </p:sp>
    </p:spTree>
    <p:extLst>
      <p:ext uri="{BB962C8B-B14F-4D97-AF65-F5344CB8AC3E}">
        <p14:creationId xmlns:p14="http://schemas.microsoft.com/office/powerpoint/2010/main" val="1204146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fade">
                                      <p:cBhvr>
                                        <p:cTn id="22" dur="500"/>
                                        <p:tgtEl>
                                          <p:spTgt spid="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Effect transition="in" filter="fade">
                                      <p:cBhvr>
                                        <p:cTn id="27" dur="500"/>
                                        <p:tgtEl>
                                          <p:spTgt spid="1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xEl>
                                              <p:pRg st="5" end="5"/>
                                            </p:txEl>
                                          </p:spTgt>
                                        </p:tgtEl>
                                        <p:attrNameLst>
                                          <p:attrName>style.visibility</p:attrName>
                                        </p:attrNameLst>
                                      </p:cBhvr>
                                      <p:to>
                                        <p:strVal val="visible"/>
                                      </p:to>
                                    </p:set>
                                    <p:animEffect transition="in" filter="fade">
                                      <p:cBhvr>
                                        <p:cTn id="32" dur="500"/>
                                        <p:tgtEl>
                                          <p:spTgt spid="1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bldLvl="3"/>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8569" y="140647"/>
            <a:ext cx="10515600" cy="1325563"/>
          </a:xfrm>
        </p:spPr>
        <p:txBody>
          <a:bodyPr/>
          <a:lstStyle/>
          <a:p>
            <a:r>
              <a:rPr lang="en-US" dirty="0"/>
              <a:t>Examples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933770" y="5663769"/>
            <a:ext cx="35646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018721" y="1880440"/>
            <a:ext cx="1051560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lvl="0" indent="-514350" eaLnBrk="0" fontAlgn="base" hangingPunct="0">
              <a:lnSpc>
                <a:spcPct val="100000"/>
              </a:lnSpc>
              <a:spcBef>
                <a:spcPct val="0"/>
              </a:spcBef>
              <a:spcAft>
                <a:spcPct val="0"/>
              </a:spcAft>
              <a:buAutoNum type="arabicPeriod"/>
            </a:pPr>
            <a:r>
              <a:rPr lang="en-US" altLang="en-US" sz="2400" dirty="0"/>
              <a:t>Apple sells 1000 iPhones to </a:t>
            </a:r>
            <a:r>
              <a:rPr lang="en-US" altLang="en-US" sz="2400" dirty="0" err="1"/>
              <a:t>Komplett</a:t>
            </a:r>
            <a:r>
              <a:rPr lang="en-US" altLang="en-US" sz="2400" dirty="0"/>
              <a:t>. They cannot be used to make phone calls in large areas of Norway, as they have exceptionally weak reception.</a:t>
            </a:r>
          </a:p>
          <a:p>
            <a:pPr marL="514350" lvl="0" indent="-514350" eaLnBrk="0" fontAlgn="base" hangingPunct="0">
              <a:lnSpc>
                <a:spcPct val="100000"/>
              </a:lnSpc>
              <a:spcBef>
                <a:spcPct val="0"/>
              </a:spcBef>
              <a:spcAft>
                <a:spcPct val="0"/>
              </a:spcAft>
              <a:buAutoNum type="arabicPeriod"/>
            </a:pPr>
            <a:r>
              <a:rPr lang="en-US" altLang="en-US" sz="2400" dirty="0"/>
              <a:t>A book company sells 1000 copies of a book with Norwegian fairytales to the language center, to be used in Norwegian class. They send the edition in English.</a:t>
            </a:r>
          </a:p>
          <a:p>
            <a:pPr marL="514350" lvl="0" indent="-514350" eaLnBrk="0" fontAlgn="base" hangingPunct="0">
              <a:lnSpc>
                <a:spcPct val="100000"/>
              </a:lnSpc>
              <a:spcBef>
                <a:spcPct val="0"/>
              </a:spcBef>
              <a:spcAft>
                <a:spcPct val="0"/>
              </a:spcAft>
              <a:buAutoNum type="arabicPeriod"/>
            </a:pPr>
            <a:r>
              <a:rPr lang="en-US" altLang="en-US" sz="2400" dirty="0"/>
              <a:t>Huawei shows off their new phone at MWC congress, with download speeds of 50 GBs. </a:t>
            </a:r>
            <a:r>
              <a:rPr lang="en-US" altLang="en-US" sz="2400" dirty="0" err="1"/>
              <a:t>Elkj</a:t>
            </a:r>
            <a:r>
              <a:rPr lang="nb-NO" altLang="en-US" sz="2400" dirty="0" err="1"/>
              <a:t>øp</a:t>
            </a:r>
            <a:r>
              <a:rPr lang="nb-NO" altLang="en-US" sz="2400" dirty="0"/>
              <a:t> </a:t>
            </a:r>
            <a:r>
              <a:rPr lang="en-US" altLang="en-US" sz="2400" dirty="0"/>
              <a:t>orders 10.0000. Final models have a tenth of speed.</a:t>
            </a:r>
          </a:p>
          <a:p>
            <a:pPr marL="514350" lvl="0" indent="-514350" eaLnBrk="0" fontAlgn="base" hangingPunct="0">
              <a:lnSpc>
                <a:spcPct val="100000"/>
              </a:lnSpc>
              <a:spcBef>
                <a:spcPct val="0"/>
              </a:spcBef>
              <a:spcAft>
                <a:spcPct val="0"/>
              </a:spcAft>
              <a:buAutoNum type="arabicPeriod"/>
            </a:pPr>
            <a:r>
              <a:rPr lang="en-US" altLang="en-US" sz="2400" dirty="0"/>
              <a:t>Nike sends a batch of its shoes with no packaging at all.</a:t>
            </a:r>
          </a:p>
        </p:txBody>
      </p:sp>
    </p:spTree>
    <p:extLst>
      <p:ext uri="{BB962C8B-B14F-4D97-AF65-F5344CB8AC3E}">
        <p14:creationId xmlns:p14="http://schemas.microsoft.com/office/powerpoint/2010/main" val="794452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fade">
                                      <p:cBhvr>
                                        <p:cTn id="22" dur="500"/>
                                        <p:tgtEl>
                                          <p:spTgt spid="1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7575" y="85994"/>
            <a:ext cx="10515600" cy="1325563"/>
          </a:xfrm>
        </p:spPr>
        <p:txBody>
          <a:bodyPr/>
          <a:lstStyle/>
          <a:p>
            <a:r>
              <a:rPr lang="en-US" dirty="0"/>
              <a:t>CISG: Conformity of goods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17414" y="5547413"/>
            <a:ext cx="58917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075838" y="1745064"/>
            <a:ext cx="105156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sz="2400" b="1" dirty="0"/>
              <a:t>Article 35</a:t>
            </a:r>
          </a:p>
          <a:p>
            <a:pPr marL="0" lvl="0" indent="0" algn="just" eaLnBrk="0" fontAlgn="base" hangingPunct="0">
              <a:lnSpc>
                <a:spcPct val="100000"/>
              </a:lnSpc>
              <a:spcBef>
                <a:spcPct val="0"/>
              </a:spcBef>
              <a:spcAft>
                <a:spcPct val="0"/>
              </a:spcAft>
              <a:buNone/>
            </a:pPr>
            <a:r>
              <a:rPr lang="en-US" altLang="en-US" sz="2400" dirty="0"/>
              <a:t>(3) The seller is </a:t>
            </a:r>
            <a:r>
              <a:rPr lang="en-US" altLang="en-US" sz="2400" b="1" dirty="0"/>
              <a:t>not liable </a:t>
            </a:r>
            <a:r>
              <a:rPr lang="en-US" altLang="en-US" sz="2400" dirty="0"/>
              <a:t>under subparagraphs (a) to (d) of the preceding paragraph for </a:t>
            </a:r>
            <a:r>
              <a:rPr lang="en-US" altLang="en-US" sz="2400" b="1" dirty="0"/>
              <a:t>any lack of conformity </a:t>
            </a:r>
            <a:r>
              <a:rPr lang="en-US" altLang="en-US" sz="2400" dirty="0"/>
              <a:t>of the goods if at the time of the conclusion of the contract the </a:t>
            </a:r>
            <a:r>
              <a:rPr lang="en-US" altLang="en-US" sz="2400" b="1" dirty="0"/>
              <a:t>buyer knew or could not have been unaware of such lack of conformity.</a:t>
            </a:r>
          </a:p>
          <a:p>
            <a:pPr marL="0" lvl="0" indent="0" eaLnBrk="0" fontAlgn="base" hangingPunct="0">
              <a:lnSpc>
                <a:spcPct val="100000"/>
              </a:lnSpc>
              <a:spcBef>
                <a:spcPct val="0"/>
              </a:spcBef>
              <a:spcAft>
                <a:spcPct val="0"/>
              </a:spcAft>
              <a:buNone/>
            </a:pPr>
            <a:endParaRPr lang="en-US" altLang="en-US" sz="2400" b="1" dirty="0"/>
          </a:p>
          <a:p>
            <a:pPr marL="0" lvl="0" indent="0" eaLnBrk="0" fontAlgn="base" hangingPunct="0">
              <a:lnSpc>
                <a:spcPct val="100000"/>
              </a:lnSpc>
              <a:spcBef>
                <a:spcPct val="0"/>
              </a:spcBef>
              <a:spcAft>
                <a:spcPct val="0"/>
              </a:spcAft>
              <a:buNone/>
            </a:pPr>
            <a:endParaRPr lang="en-US" altLang="en-US" sz="2400" b="1" dirty="0"/>
          </a:p>
        </p:txBody>
      </p:sp>
    </p:spTree>
    <p:extLst>
      <p:ext uri="{BB962C8B-B14F-4D97-AF65-F5344CB8AC3E}">
        <p14:creationId xmlns:p14="http://schemas.microsoft.com/office/powerpoint/2010/main" val="1422608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8569" y="140647"/>
            <a:ext cx="10515600" cy="1325563"/>
          </a:xfrm>
        </p:spPr>
        <p:txBody>
          <a:bodyPr/>
          <a:lstStyle/>
          <a:p>
            <a:r>
              <a:rPr lang="en-US" dirty="0"/>
              <a:t>Examples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933770" y="5663769"/>
            <a:ext cx="35646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018721" y="2649882"/>
            <a:ext cx="105156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lvl="0" indent="-514350" eaLnBrk="0" fontAlgn="base" hangingPunct="0">
              <a:lnSpc>
                <a:spcPct val="100000"/>
              </a:lnSpc>
              <a:spcBef>
                <a:spcPct val="0"/>
              </a:spcBef>
              <a:spcAft>
                <a:spcPct val="0"/>
              </a:spcAft>
              <a:buAutoNum type="arabicPeriod"/>
            </a:pPr>
            <a:r>
              <a:rPr lang="en-US" altLang="en-US" sz="2400" dirty="0"/>
              <a:t>I buy an antique clock from ancient Rome. It does not tell the time. I claim non-conformity and breach of contract.</a:t>
            </a:r>
          </a:p>
          <a:p>
            <a:pPr marL="514350" lvl="0" indent="-514350" eaLnBrk="0" fontAlgn="base" hangingPunct="0">
              <a:lnSpc>
                <a:spcPct val="100000"/>
              </a:lnSpc>
              <a:spcBef>
                <a:spcPct val="0"/>
              </a:spcBef>
              <a:spcAft>
                <a:spcPct val="0"/>
              </a:spcAft>
              <a:buAutoNum type="arabicPeriod"/>
            </a:pPr>
            <a:r>
              <a:rPr lang="en-US" altLang="en-US" sz="2400" dirty="0"/>
              <a:t>I buy a “Mona Lisa” on Finn.no for 100 NOK. I claim non-conformity upon discovering it has not been painted by Leonardo da Vinci.</a:t>
            </a:r>
          </a:p>
        </p:txBody>
      </p:sp>
    </p:spTree>
    <p:extLst>
      <p:ext uri="{BB962C8B-B14F-4D97-AF65-F5344CB8AC3E}">
        <p14:creationId xmlns:p14="http://schemas.microsoft.com/office/powerpoint/2010/main" val="3064181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7575" y="85994"/>
            <a:ext cx="10515600" cy="1325563"/>
          </a:xfrm>
        </p:spPr>
        <p:txBody>
          <a:bodyPr/>
          <a:lstStyle/>
          <a:p>
            <a:r>
              <a:rPr lang="en-US" dirty="0"/>
              <a:t>CISG: Conformity of goods – duty to examine</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17414" y="5547413"/>
            <a:ext cx="58917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091336" y="1489319"/>
            <a:ext cx="105156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sz="2400" b="1" dirty="0"/>
              <a:t>Article 38</a:t>
            </a:r>
          </a:p>
          <a:p>
            <a:pPr marL="0" lvl="0" indent="0" eaLnBrk="0" fontAlgn="base" hangingPunct="0">
              <a:lnSpc>
                <a:spcPct val="100000"/>
              </a:lnSpc>
              <a:spcBef>
                <a:spcPct val="0"/>
              </a:spcBef>
              <a:spcAft>
                <a:spcPct val="0"/>
              </a:spcAft>
              <a:buNone/>
            </a:pPr>
            <a:r>
              <a:rPr lang="en-US" altLang="en-US" sz="2400" dirty="0"/>
              <a:t>(1) The </a:t>
            </a:r>
            <a:r>
              <a:rPr lang="en-US" altLang="en-US" sz="2400" b="1" dirty="0"/>
              <a:t>buyer must examine the goods</a:t>
            </a:r>
            <a:r>
              <a:rPr lang="en-US" altLang="en-US" sz="2400" dirty="0"/>
              <a:t>, or cause them to be examined, </a:t>
            </a:r>
            <a:r>
              <a:rPr lang="en-US" altLang="en-US" sz="2400" b="1" dirty="0"/>
              <a:t>within as short a period as is practicable in the circumstances</a:t>
            </a:r>
            <a:r>
              <a:rPr lang="en-US" altLang="en-US" sz="2400" dirty="0"/>
              <a:t>.</a:t>
            </a:r>
          </a:p>
          <a:p>
            <a:pPr marL="0" lvl="0" indent="0" eaLnBrk="0" fontAlgn="base" hangingPunct="0">
              <a:lnSpc>
                <a:spcPct val="100000"/>
              </a:lnSpc>
              <a:spcBef>
                <a:spcPct val="0"/>
              </a:spcBef>
              <a:spcAft>
                <a:spcPct val="0"/>
              </a:spcAft>
              <a:buNone/>
            </a:pPr>
            <a:r>
              <a:rPr lang="en-US" altLang="en-US" sz="2400" dirty="0"/>
              <a:t>(2) If the contract involves </a:t>
            </a:r>
            <a:r>
              <a:rPr lang="en-US" altLang="en-US" sz="2400" b="1" dirty="0"/>
              <a:t>carriage of the goods</a:t>
            </a:r>
            <a:r>
              <a:rPr lang="en-US" altLang="en-US" sz="2400" dirty="0"/>
              <a:t>, examination may be deferred until after the goods have </a:t>
            </a:r>
            <a:r>
              <a:rPr lang="en-US" altLang="en-US" sz="2400" b="1" dirty="0"/>
              <a:t>arrived at their destination</a:t>
            </a:r>
            <a:r>
              <a:rPr lang="en-US" altLang="en-US" sz="2400" dirty="0"/>
              <a:t>.</a:t>
            </a:r>
          </a:p>
          <a:p>
            <a:pPr marL="0" lvl="0" indent="0" eaLnBrk="0" fontAlgn="base" hangingPunct="0">
              <a:lnSpc>
                <a:spcPct val="100000"/>
              </a:lnSpc>
              <a:spcBef>
                <a:spcPct val="0"/>
              </a:spcBef>
              <a:spcAft>
                <a:spcPct val="0"/>
              </a:spcAft>
              <a:buNone/>
            </a:pPr>
            <a:r>
              <a:rPr lang="en-US" altLang="en-US" sz="2400" dirty="0"/>
              <a:t>(3) If the goods are </a:t>
            </a:r>
            <a:r>
              <a:rPr lang="en-US" altLang="en-US" sz="2400" b="1" dirty="0"/>
              <a:t>redirected</a:t>
            </a:r>
            <a:r>
              <a:rPr lang="en-US" altLang="en-US" sz="2400" dirty="0"/>
              <a:t> in transit or </a:t>
            </a:r>
            <a:r>
              <a:rPr lang="en-US" altLang="en-US" sz="2400" dirty="0" err="1"/>
              <a:t>redispatched</a:t>
            </a:r>
            <a:r>
              <a:rPr lang="en-US" altLang="en-US" sz="2400" dirty="0"/>
              <a:t> by the buyer without a reasonable opportunity for examination by him and at the time of the conclusion of the contract the seller knew or ought to have known of the possibility of such redirection or redispatch, </a:t>
            </a:r>
            <a:r>
              <a:rPr lang="en-US" altLang="en-US" sz="2400" b="1" dirty="0"/>
              <a:t>examination may be deferred until after the goods have arrived at the new destination</a:t>
            </a:r>
            <a:r>
              <a:rPr lang="en-US" altLang="en-US" sz="2400" dirty="0"/>
              <a:t>.</a:t>
            </a:r>
          </a:p>
          <a:p>
            <a:pPr marL="0" lvl="0" indent="0" eaLnBrk="0" fontAlgn="base" hangingPunct="0">
              <a:lnSpc>
                <a:spcPct val="100000"/>
              </a:lnSpc>
              <a:spcBef>
                <a:spcPct val="0"/>
              </a:spcBef>
              <a:spcAft>
                <a:spcPct val="0"/>
              </a:spcAft>
              <a:buNone/>
            </a:pPr>
            <a:endParaRPr lang="en-US" altLang="en-US" sz="2400" b="1" dirty="0"/>
          </a:p>
        </p:txBody>
      </p:sp>
    </p:spTree>
    <p:extLst>
      <p:ext uri="{BB962C8B-B14F-4D97-AF65-F5344CB8AC3E}">
        <p14:creationId xmlns:p14="http://schemas.microsoft.com/office/powerpoint/2010/main" val="249009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5960" y="202013"/>
            <a:ext cx="10984425" cy="1325563"/>
          </a:xfrm>
        </p:spPr>
        <p:txBody>
          <a:bodyPr/>
          <a:lstStyle/>
          <a:p>
            <a:r>
              <a:rPr lang="en-US" dirty="0"/>
              <a:t>CISG: Conformity of goods – notice requirement</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17414" y="5547413"/>
            <a:ext cx="58917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091336" y="2043317"/>
            <a:ext cx="105156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sz="2400" b="1" dirty="0"/>
              <a:t>Article 39</a:t>
            </a:r>
          </a:p>
          <a:p>
            <a:pPr marL="0" lvl="0" indent="0" eaLnBrk="0" fontAlgn="base" hangingPunct="0">
              <a:lnSpc>
                <a:spcPct val="100000"/>
              </a:lnSpc>
              <a:spcBef>
                <a:spcPct val="0"/>
              </a:spcBef>
              <a:spcAft>
                <a:spcPct val="0"/>
              </a:spcAft>
              <a:buNone/>
            </a:pPr>
            <a:r>
              <a:rPr lang="en-US" altLang="en-US" sz="2400" dirty="0"/>
              <a:t>(1) The </a:t>
            </a:r>
            <a:r>
              <a:rPr lang="en-US" altLang="en-US" sz="2400" b="1" dirty="0"/>
              <a:t>buyer loses the right </a:t>
            </a:r>
            <a:r>
              <a:rPr lang="en-US" altLang="en-US" sz="2400" dirty="0"/>
              <a:t>to rely on a </a:t>
            </a:r>
            <a:r>
              <a:rPr lang="en-US" altLang="en-US" sz="2400" b="1" dirty="0"/>
              <a:t>lack of conformity </a:t>
            </a:r>
            <a:r>
              <a:rPr lang="en-US" altLang="en-US" sz="2400" dirty="0"/>
              <a:t>of the goods if </a:t>
            </a:r>
            <a:r>
              <a:rPr lang="en-US" altLang="en-US" sz="2400" b="1" dirty="0"/>
              <a:t>he does not give notice to the seller </a:t>
            </a:r>
            <a:r>
              <a:rPr lang="en-US" altLang="en-US" sz="2400" dirty="0"/>
              <a:t>specifying the </a:t>
            </a:r>
            <a:r>
              <a:rPr lang="en-US" altLang="en-US" sz="2400" b="1" dirty="0"/>
              <a:t>nature of the lack of conformity </a:t>
            </a:r>
            <a:r>
              <a:rPr lang="en-US" altLang="en-US" sz="2400" dirty="0"/>
              <a:t>within a </a:t>
            </a:r>
            <a:r>
              <a:rPr lang="en-US" altLang="en-US" sz="2400" b="1" dirty="0"/>
              <a:t>reasonable time after</a:t>
            </a:r>
            <a:r>
              <a:rPr lang="en-US" altLang="en-US" sz="2400" dirty="0"/>
              <a:t> he has </a:t>
            </a:r>
            <a:r>
              <a:rPr lang="en-US" altLang="en-US" sz="2400" b="1" dirty="0"/>
              <a:t>discovered</a:t>
            </a:r>
            <a:r>
              <a:rPr lang="en-US" altLang="en-US" sz="2400" dirty="0"/>
              <a:t> it or </a:t>
            </a:r>
            <a:r>
              <a:rPr lang="en-US" altLang="en-US" sz="2400" b="1" dirty="0"/>
              <a:t>ought to have discovered </a:t>
            </a:r>
            <a:r>
              <a:rPr lang="en-US" altLang="en-US" sz="2400" dirty="0"/>
              <a:t>it.</a:t>
            </a:r>
          </a:p>
          <a:p>
            <a:pPr marL="0" lvl="0" indent="0" eaLnBrk="0" fontAlgn="base" hangingPunct="0">
              <a:lnSpc>
                <a:spcPct val="100000"/>
              </a:lnSpc>
              <a:spcBef>
                <a:spcPct val="0"/>
              </a:spcBef>
              <a:spcAft>
                <a:spcPct val="0"/>
              </a:spcAft>
              <a:buNone/>
            </a:pPr>
            <a:r>
              <a:rPr lang="en-US" altLang="en-US" sz="2400" dirty="0"/>
              <a:t>(2) In any event, the </a:t>
            </a:r>
            <a:r>
              <a:rPr lang="en-US" altLang="en-US" sz="2400" b="1" dirty="0"/>
              <a:t>buyer loses the right to rely on a lack of conformity </a:t>
            </a:r>
            <a:r>
              <a:rPr lang="en-US" altLang="en-US" sz="2400" dirty="0"/>
              <a:t>of the goods if he does not give the seller notice thereof at the </a:t>
            </a:r>
            <a:r>
              <a:rPr lang="en-US" altLang="en-US" sz="2400" b="1" dirty="0"/>
              <a:t>latest within a period of two years </a:t>
            </a:r>
            <a:r>
              <a:rPr lang="en-US" altLang="en-US" sz="2400" dirty="0"/>
              <a:t>from the date on which the goods were </a:t>
            </a:r>
            <a:r>
              <a:rPr lang="en-US" altLang="en-US" sz="2400" b="1" dirty="0"/>
              <a:t>actually handed over </a:t>
            </a:r>
            <a:r>
              <a:rPr lang="en-US" altLang="en-US" sz="2400" dirty="0"/>
              <a:t>to the buyer, </a:t>
            </a:r>
            <a:r>
              <a:rPr lang="en-US" altLang="en-US" sz="2400" b="1" dirty="0"/>
              <a:t>unless</a:t>
            </a:r>
            <a:r>
              <a:rPr lang="en-US" altLang="en-US" sz="2400" dirty="0"/>
              <a:t> this time-limit is inconsistent with a </a:t>
            </a:r>
            <a:r>
              <a:rPr lang="en-US" altLang="en-US" sz="2400" b="1" dirty="0"/>
              <a:t>contractual period </a:t>
            </a:r>
            <a:r>
              <a:rPr lang="en-US" altLang="en-US" sz="2400" dirty="0"/>
              <a:t>of guarantee.</a:t>
            </a:r>
          </a:p>
        </p:txBody>
      </p:sp>
    </p:spTree>
    <p:extLst>
      <p:ext uri="{BB962C8B-B14F-4D97-AF65-F5344CB8AC3E}">
        <p14:creationId xmlns:p14="http://schemas.microsoft.com/office/powerpoint/2010/main" val="4417802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8569" y="140647"/>
            <a:ext cx="10515600" cy="1325563"/>
          </a:xfrm>
        </p:spPr>
        <p:txBody>
          <a:bodyPr/>
          <a:lstStyle/>
          <a:p>
            <a:r>
              <a:rPr lang="en-US" dirty="0"/>
              <a:t>Examples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933770" y="5663769"/>
            <a:ext cx="35646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018721" y="2465216"/>
            <a:ext cx="105156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lvl="0" indent="-514350" eaLnBrk="0" fontAlgn="base" hangingPunct="0">
              <a:lnSpc>
                <a:spcPct val="100000"/>
              </a:lnSpc>
              <a:spcBef>
                <a:spcPct val="0"/>
              </a:spcBef>
              <a:spcAft>
                <a:spcPct val="0"/>
              </a:spcAft>
              <a:buAutoNum type="arabicPeriod"/>
            </a:pPr>
            <a:r>
              <a:rPr lang="en-US" altLang="en-US" sz="2400" dirty="0"/>
              <a:t>I receive 900 iPhones instead of 1000. I say nothing for three years.</a:t>
            </a:r>
          </a:p>
          <a:p>
            <a:pPr marL="514350" lvl="0" indent="-514350" eaLnBrk="0" fontAlgn="base" hangingPunct="0">
              <a:lnSpc>
                <a:spcPct val="100000"/>
              </a:lnSpc>
              <a:spcBef>
                <a:spcPct val="0"/>
              </a:spcBef>
              <a:spcAft>
                <a:spcPct val="0"/>
              </a:spcAft>
              <a:buAutoNum type="arabicPeriod"/>
            </a:pPr>
            <a:r>
              <a:rPr lang="en-US" altLang="en-US" sz="2400" dirty="0"/>
              <a:t>I receive blue iPhones instead of red. I refuse shipment with a note saying “Not what I wanted.”</a:t>
            </a:r>
          </a:p>
          <a:p>
            <a:pPr marL="514350" lvl="0" indent="-514350" eaLnBrk="0" fontAlgn="base" hangingPunct="0">
              <a:lnSpc>
                <a:spcPct val="100000"/>
              </a:lnSpc>
              <a:spcBef>
                <a:spcPct val="0"/>
              </a:spcBef>
              <a:spcAft>
                <a:spcPct val="0"/>
              </a:spcAft>
              <a:buAutoNum type="arabicPeriod"/>
            </a:pPr>
            <a:r>
              <a:rPr lang="en-US" altLang="en-US" sz="2400" dirty="0"/>
              <a:t>I received bananas which had started to perish, but it took me 15 days to fully inspect the shipment. By that time, all the goods were rotten.</a:t>
            </a:r>
          </a:p>
        </p:txBody>
      </p:sp>
    </p:spTree>
    <p:extLst>
      <p:ext uri="{BB962C8B-B14F-4D97-AF65-F5344CB8AC3E}">
        <p14:creationId xmlns:p14="http://schemas.microsoft.com/office/powerpoint/2010/main" val="3028409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5960" y="202013"/>
            <a:ext cx="10984425" cy="1325563"/>
          </a:xfrm>
        </p:spPr>
        <p:txBody>
          <a:bodyPr/>
          <a:lstStyle/>
          <a:p>
            <a:r>
              <a:rPr lang="en-US" dirty="0"/>
              <a:t>CISG: Obligations of the buyer</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17414" y="5547413"/>
            <a:ext cx="58917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091336" y="2966646"/>
            <a:ext cx="10515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sz="2400" b="1" dirty="0"/>
              <a:t>Article 53</a:t>
            </a:r>
          </a:p>
          <a:p>
            <a:pPr marL="0" lvl="0" indent="0" eaLnBrk="0" fontAlgn="base" hangingPunct="0">
              <a:lnSpc>
                <a:spcPct val="100000"/>
              </a:lnSpc>
              <a:spcBef>
                <a:spcPct val="0"/>
              </a:spcBef>
              <a:spcAft>
                <a:spcPct val="0"/>
              </a:spcAft>
              <a:buNone/>
            </a:pPr>
            <a:r>
              <a:rPr lang="en-US" altLang="en-US" sz="2400" dirty="0"/>
              <a:t>The buyer must </a:t>
            </a:r>
            <a:r>
              <a:rPr lang="en-US" altLang="en-US" sz="2400" b="1" dirty="0"/>
              <a:t>pay the price </a:t>
            </a:r>
            <a:r>
              <a:rPr lang="en-US" altLang="en-US" sz="2400" dirty="0"/>
              <a:t>for the goods and </a:t>
            </a:r>
            <a:r>
              <a:rPr lang="en-US" altLang="en-US" sz="2400" b="1" dirty="0"/>
              <a:t>take delivery of them </a:t>
            </a:r>
            <a:r>
              <a:rPr lang="en-US" altLang="en-US" sz="2400" dirty="0"/>
              <a:t>as required by the contract and this Convention.</a:t>
            </a:r>
          </a:p>
        </p:txBody>
      </p:sp>
    </p:spTree>
    <p:extLst>
      <p:ext uri="{BB962C8B-B14F-4D97-AF65-F5344CB8AC3E}">
        <p14:creationId xmlns:p14="http://schemas.microsoft.com/office/powerpoint/2010/main" val="41791827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5960" y="202013"/>
            <a:ext cx="10984425" cy="1325563"/>
          </a:xfrm>
        </p:spPr>
        <p:txBody>
          <a:bodyPr/>
          <a:lstStyle/>
          <a:p>
            <a:r>
              <a:rPr lang="en-US" dirty="0"/>
              <a:t>CISG: Paying – when?</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17414" y="5547413"/>
            <a:ext cx="58917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210372" y="1245020"/>
            <a:ext cx="10515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sz="2400" b="1" dirty="0"/>
              <a:t>Article 58</a:t>
            </a:r>
          </a:p>
          <a:p>
            <a:pPr marL="0" lvl="0" indent="0" eaLnBrk="0" fontAlgn="base" hangingPunct="0">
              <a:lnSpc>
                <a:spcPct val="100000"/>
              </a:lnSpc>
              <a:spcBef>
                <a:spcPct val="0"/>
              </a:spcBef>
              <a:spcAft>
                <a:spcPct val="0"/>
              </a:spcAft>
              <a:buNone/>
            </a:pPr>
            <a:r>
              <a:rPr lang="en-US" altLang="en-US" sz="2400" dirty="0"/>
              <a:t>(1) If the buyer is not bound to pay the price at </a:t>
            </a:r>
            <a:r>
              <a:rPr lang="en-US" altLang="en-US" sz="2400" b="1" dirty="0"/>
              <a:t>any other specific time</a:t>
            </a:r>
            <a:r>
              <a:rPr lang="en-US" altLang="en-US" sz="2400" dirty="0"/>
              <a:t>, he must pay it when the </a:t>
            </a:r>
            <a:r>
              <a:rPr lang="en-US" altLang="en-US" sz="2400" b="1" dirty="0"/>
              <a:t>seller</a:t>
            </a:r>
            <a:r>
              <a:rPr lang="en-US" altLang="en-US" sz="2400" dirty="0"/>
              <a:t> </a:t>
            </a:r>
            <a:r>
              <a:rPr lang="en-US" altLang="en-US" sz="2400" b="1" dirty="0"/>
              <a:t>places either the goods or documents controlling their disposition at the buyer's disposal</a:t>
            </a:r>
            <a:r>
              <a:rPr lang="en-US" altLang="en-US" sz="2400" dirty="0"/>
              <a:t> in accordance with the contract and this Convention. The seller </a:t>
            </a:r>
            <a:r>
              <a:rPr lang="en-US" altLang="en-US" sz="2400" b="1" dirty="0"/>
              <a:t>may</a:t>
            </a:r>
            <a:r>
              <a:rPr lang="en-US" altLang="en-US" sz="2400" dirty="0"/>
              <a:t> make such payment a </a:t>
            </a:r>
            <a:r>
              <a:rPr lang="en-US" altLang="en-US" sz="2400" b="1" dirty="0"/>
              <a:t>condition</a:t>
            </a:r>
            <a:r>
              <a:rPr lang="en-US" altLang="en-US" sz="2400" dirty="0"/>
              <a:t> for handing over the goods or documents.</a:t>
            </a:r>
          </a:p>
          <a:p>
            <a:pPr marL="0" lvl="0" indent="0" eaLnBrk="0" fontAlgn="base" hangingPunct="0">
              <a:lnSpc>
                <a:spcPct val="100000"/>
              </a:lnSpc>
              <a:spcBef>
                <a:spcPct val="0"/>
              </a:spcBef>
              <a:spcAft>
                <a:spcPct val="0"/>
              </a:spcAft>
              <a:buNone/>
            </a:pPr>
            <a:r>
              <a:rPr lang="en-US" altLang="en-US" sz="2400" dirty="0"/>
              <a:t>(2) If the contract involves </a:t>
            </a:r>
            <a:r>
              <a:rPr lang="en-US" altLang="en-US" sz="2400" b="1" dirty="0"/>
              <a:t>carriage of the goods</a:t>
            </a:r>
            <a:r>
              <a:rPr lang="en-US" altLang="en-US" sz="2400" dirty="0"/>
              <a:t>, the seller may dispatch the goods on terms whereby the goods, or documents controlling their disposition, will not be handed over to the buyer </a:t>
            </a:r>
            <a:r>
              <a:rPr lang="en-US" altLang="en-US" sz="2400" b="1" dirty="0"/>
              <a:t>except against payment of the price</a:t>
            </a:r>
            <a:r>
              <a:rPr lang="en-US" altLang="en-US" sz="2400" dirty="0"/>
              <a:t>.</a:t>
            </a:r>
          </a:p>
          <a:p>
            <a:pPr marL="0" lvl="0" indent="0" eaLnBrk="0" fontAlgn="base" hangingPunct="0">
              <a:lnSpc>
                <a:spcPct val="100000"/>
              </a:lnSpc>
              <a:spcBef>
                <a:spcPct val="0"/>
              </a:spcBef>
              <a:spcAft>
                <a:spcPct val="0"/>
              </a:spcAft>
              <a:buNone/>
            </a:pPr>
            <a:r>
              <a:rPr lang="en-US" altLang="en-US" sz="2400" dirty="0"/>
              <a:t>(3) The buyer is </a:t>
            </a:r>
            <a:r>
              <a:rPr lang="en-US" altLang="en-US" sz="2400" b="1" dirty="0"/>
              <a:t>not bound to pay the price until he has had an opportunity to examine the goods</a:t>
            </a:r>
            <a:r>
              <a:rPr lang="en-US" altLang="en-US" sz="2400" dirty="0"/>
              <a:t>, unless the procedures for delivery or payment agreed upon by the parties are inconsistent with his having such an opportunity.</a:t>
            </a:r>
          </a:p>
          <a:p>
            <a:pPr marL="0" lvl="0" indent="0" eaLnBrk="0" fontAlgn="base" hangingPunct="0">
              <a:lnSpc>
                <a:spcPct val="100000"/>
              </a:lnSpc>
              <a:spcBef>
                <a:spcPct val="0"/>
              </a:spcBef>
              <a:spcAft>
                <a:spcPct val="0"/>
              </a:spcAft>
              <a:buNone/>
            </a:pPr>
            <a:endParaRPr lang="en-US" altLang="en-US" sz="2400" b="1" dirty="0"/>
          </a:p>
          <a:p>
            <a:pPr marL="0" lvl="0" indent="0" eaLnBrk="0" fontAlgn="base" hangingPunct="0">
              <a:lnSpc>
                <a:spcPct val="100000"/>
              </a:lnSpc>
              <a:spcBef>
                <a:spcPct val="0"/>
              </a:spcBef>
              <a:spcAft>
                <a:spcPct val="0"/>
              </a:spcAft>
              <a:buNone/>
            </a:pPr>
            <a:endParaRPr lang="en-US" altLang="en-US" sz="2400" b="1" dirty="0"/>
          </a:p>
        </p:txBody>
      </p:sp>
    </p:spTree>
    <p:extLst>
      <p:ext uri="{BB962C8B-B14F-4D97-AF65-F5344CB8AC3E}">
        <p14:creationId xmlns:p14="http://schemas.microsoft.com/office/powerpoint/2010/main" val="3979275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5960" y="202013"/>
            <a:ext cx="10984425" cy="1325563"/>
          </a:xfrm>
        </p:spPr>
        <p:txBody>
          <a:bodyPr/>
          <a:lstStyle/>
          <a:p>
            <a:r>
              <a:rPr lang="en-US" dirty="0"/>
              <a:t>CISG: Paying – when?</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17414" y="5547413"/>
            <a:ext cx="58917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210372" y="2722347"/>
            <a:ext cx="105156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sz="2400" b="1" dirty="0"/>
              <a:t>Article 60</a:t>
            </a:r>
          </a:p>
          <a:p>
            <a:pPr marL="0" lvl="0" indent="0" eaLnBrk="0" fontAlgn="base" hangingPunct="0">
              <a:lnSpc>
                <a:spcPct val="100000"/>
              </a:lnSpc>
              <a:spcBef>
                <a:spcPct val="0"/>
              </a:spcBef>
              <a:spcAft>
                <a:spcPct val="0"/>
              </a:spcAft>
              <a:buNone/>
            </a:pPr>
            <a:r>
              <a:rPr lang="en-US" altLang="en-US" sz="2400" dirty="0"/>
              <a:t>The buyer's obligation to take delivery consists:</a:t>
            </a:r>
          </a:p>
          <a:p>
            <a:pPr marL="457200" lvl="1" indent="0" eaLnBrk="0" fontAlgn="base" hangingPunct="0">
              <a:lnSpc>
                <a:spcPct val="100000"/>
              </a:lnSpc>
              <a:spcBef>
                <a:spcPct val="0"/>
              </a:spcBef>
              <a:spcAft>
                <a:spcPct val="0"/>
              </a:spcAft>
              <a:buNone/>
            </a:pPr>
            <a:r>
              <a:rPr lang="en-US" altLang="en-US" dirty="0"/>
              <a:t>(a) in doing all the </a:t>
            </a:r>
            <a:r>
              <a:rPr lang="en-US" altLang="en-US" b="1" dirty="0"/>
              <a:t>acts which could reasonably be expected</a:t>
            </a:r>
            <a:r>
              <a:rPr lang="en-US" altLang="en-US" dirty="0"/>
              <a:t> of him in order to </a:t>
            </a:r>
            <a:r>
              <a:rPr lang="en-US" altLang="en-US" b="1" dirty="0"/>
              <a:t>enable the seller to make delivery</a:t>
            </a:r>
            <a:r>
              <a:rPr lang="en-US" altLang="en-US" dirty="0"/>
              <a:t>; and</a:t>
            </a:r>
          </a:p>
          <a:p>
            <a:pPr marL="457200" lvl="1" indent="0" eaLnBrk="0" fontAlgn="base" hangingPunct="0">
              <a:lnSpc>
                <a:spcPct val="100000"/>
              </a:lnSpc>
              <a:spcBef>
                <a:spcPct val="0"/>
              </a:spcBef>
              <a:spcAft>
                <a:spcPct val="0"/>
              </a:spcAft>
              <a:buNone/>
            </a:pPr>
            <a:r>
              <a:rPr lang="en-US" altLang="en-US" dirty="0"/>
              <a:t>(b) in </a:t>
            </a:r>
            <a:r>
              <a:rPr lang="en-US" altLang="en-US" b="1" dirty="0"/>
              <a:t>taking over the goods.</a:t>
            </a:r>
          </a:p>
          <a:p>
            <a:pPr marL="0" lvl="0" indent="0" eaLnBrk="0" fontAlgn="base" hangingPunct="0">
              <a:lnSpc>
                <a:spcPct val="100000"/>
              </a:lnSpc>
              <a:spcBef>
                <a:spcPct val="0"/>
              </a:spcBef>
              <a:spcAft>
                <a:spcPct val="0"/>
              </a:spcAft>
              <a:buNone/>
            </a:pPr>
            <a:endParaRPr lang="en-US" altLang="en-US" sz="2400" b="1" dirty="0"/>
          </a:p>
        </p:txBody>
      </p:sp>
    </p:spTree>
    <p:extLst>
      <p:ext uri="{BB962C8B-B14F-4D97-AF65-F5344CB8AC3E}">
        <p14:creationId xmlns:p14="http://schemas.microsoft.com/office/powerpoint/2010/main" val="30574897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4391847" y="2659559"/>
            <a:ext cx="3408305" cy="769441"/>
          </a:xfrm>
          <a:prstGeom prst="rect">
            <a:avLst/>
          </a:prstGeom>
          <a:noFill/>
        </p:spPr>
        <p:txBody>
          <a:bodyPr wrap="none" rtlCol="0">
            <a:spAutoFit/>
          </a:bodyPr>
          <a:lstStyle/>
          <a:p>
            <a:r>
              <a:rPr lang="en-US" sz="4400" dirty="0">
                <a:solidFill>
                  <a:schemeClr val="bg1">
                    <a:lumMod val="50000"/>
                  </a:schemeClr>
                </a:solidFill>
                <a:latin typeface="+mj-lt"/>
                <a:ea typeface="Open Sans" panose="020B0606030504020204" pitchFamily="34" charset="0"/>
                <a:cs typeface="Open Sans" panose="020B0606030504020204" pitchFamily="34" charset="0"/>
              </a:rPr>
              <a:t>Passing of risk</a:t>
            </a: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76" name="Straight Connector 75"/>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3000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500" fill="hold"/>
                                        <p:tgtEl>
                                          <p:spTgt spid="49"/>
                                        </p:tgtEl>
                                        <p:attrNameLst>
                                          <p:attrName>ppt_x</p:attrName>
                                        </p:attrNameLst>
                                      </p:cBhvr>
                                      <p:tavLst>
                                        <p:tav tm="0">
                                          <p:val>
                                            <p:strVal val="#ppt_x"/>
                                          </p:val>
                                        </p:tav>
                                        <p:tav tm="100000">
                                          <p:val>
                                            <p:strVal val="#ppt_x"/>
                                          </p:val>
                                        </p:tav>
                                      </p:tavLst>
                                    </p:anim>
                                    <p:anim calcmode="lin" valueType="num">
                                      <p:cBhvr additive="base">
                                        <p:cTn id="12" dur="500" fill="hold"/>
                                        <p:tgtEl>
                                          <p:spTgt spid="4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ppt_x"/>
                                          </p:val>
                                        </p:tav>
                                        <p:tav tm="100000">
                                          <p:val>
                                            <p:strVal val="#ppt_x"/>
                                          </p:val>
                                        </p:tav>
                                      </p:tavLst>
                                    </p:anim>
                                    <p:anim calcmode="lin" valueType="num">
                                      <p:cBhvr additive="base">
                                        <p:cTn id="17" dur="500" fill="hold"/>
                                        <p:tgtEl>
                                          <p:spTgt spid="3"/>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anim calcmode="lin" valueType="num">
                                      <p:cBhvr additive="base">
                                        <p:cTn id="21" dur="500" fill="hold"/>
                                        <p:tgtEl>
                                          <p:spTgt spid="45"/>
                                        </p:tgtEl>
                                        <p:attrNameLst>
                                          <p:attrName>ppt_x</p:attrName>
                                        </p:attrNameLst>
                                      </p:cBhvr>
                                      <p:tavLst>
                                        <p:tav tm="0">
                                          <p:val>
                                            <p:strVal val="#ppt_x"/>
                                          </p:val>
                                        </p:tav>
                                        <p:tav tm="100000">
                                          <p:val>
                                            <p:strVal val="#ppt_x"/>
                                          </p:val>
                                        </p:tav>
                                      </p:tavLst>
                                    </p:anim>
                                    <p:anim calcmode="lin" valueType="num">
                                      <p:cBhvr additive="base">
                                        <p:cTn id="22" dur="500" fill="hold"/>
                                        <p:tgtEl>
                                          <p:spTgt spid="4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46"/>
                                        </p:tgtEl>
                                        <p:attrNameLst>
                                          <p:attrName>style.visibility</p:attrName>
                                        </p:attrNameLst>
                                      </p:cBhvr>
                                      <p:to>
                                        <p:strVal val="visible"/>
                                      </p:to>
                                    </p:set>
                                    <p:anim calcmode="lin" valueType="num">
                                      <p:cBhvr additive="base">
                                        <p:cTn id="26" dur="500" fill="hold"/>
                                        <p:tgtEl>
                                          <p:spTgt spid="46"/>
                                        </p:tgtEl>
                                        <p:attrNameLst>
                                          <p:attrName>ppt_x</p:attrName>
                                        </p:attrNameLst>
                                      </p:cBhvr>
                                      <p:tavLst>
                                        <p:tav tm="0">
                                          <p:val>
                                            <p:strVal val="#ppt_x"/>
                                          </p:val>
                                        </p:tav>
                                        <p:tav tm="100000">
                                          <p:val>
                                            <p:strVal val="#ppt_x"/>
                                          </p:val>
                                        </p:tav>
                                      </p:tavLst>
                                    </p:anim>
                                    <p:anim calcmode="lin" valueType="num">
                                      <p:cBhvr additive="base">
                                        <p:cTn id="27" dur="500" fill="hold"/>
                                        <p:tgtEl>
                                          <p:spTgt spid="4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ppt_x"/>
                                          </p:val>
                                        </p:tav>
                                        <p:tav tm="100000">
                                          <p:val>
                                            <p:strVal val="#ppt_x"/>
                                          </p:val>
                                        </p:tav>
                                      </p:tavLst>
                                    </p:anim>
                                    <p:anim calcmode="lin" valueType="num">
                                      <p:cBhvr additive="base">
                                        <p:cTn id="32" dur="500" fill="hold"/>
                                        <p:tgtEl>
                                          <p:spTgt spid="4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48"/>
                                        </p:tgtEl>
                                        <p:attrNameLst>
                                          <p:attrName>style.visibility</p:attrName>
                                        </p:attrNameLst>
                                      </p:cBhvr>
                                      <p:to>
                                        <p:strVal val="visible"/>
                                      </p:to>
                                    </p:set>
                                    <p:anim calcmode="lin" valueType="num">
                                      <p:cBhvr additive="base">
                                        <p:cTn id="36" dur="500" fill="hold"/>
                                        <p:tgtEl>
                                          <p:spTgt spid="48"/>
                                        </p:tgtEl>
                                        <p:attrNameLst>
                                          <p:attrName>ppt_x</p:attrName>
                                        </p:attrNameLst>
                                      </p:cBhvr>
                                      <p:tavLst>
                                        <p:tav tm="0">
                                          <p:val>
                                            <p:strVal val="#ppt_x"/>
                                          </p:val>
                                        </p:tav>
                                        <p:tav tm="100000">
                                          <p:val>
                                            <p:strVal val="#ppt_x"/>
                                          </p:val>
                                        </p:tav>
                                      </p:tavLst>
                                    </p:anim>
                                    <p:anim calcmode="lin" valueType="num">
                                      <p:cBhvr additive="base">
                                        <p:cTn id="37" dur="500" fill="hold"/>
                                        <p:tgtEl>
                                          <p:spTgt spid="4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78"/>
                                        </p:tgtEl>
                                        <p:attrNameLst>
                                          <p:attrName>style.visibility</p:attrName>
                                        </p:attrNameLst>
                                      </p:cBhvr>
                                      <p:to>
                                        <p:strVal val="visible"/>
                                      </p:to>
                                    </p:set>
                                    <p:animEffect transition="in" filter="wipe(down)">
                                      <p:cBhvr>
                                        <p:cTn id="41" dur="500"/>
                                        <p:tgtEl>
                                          <p:spTgt spid="7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wipe(right)">
                                      <p:cBhvr>
                                        <p:cTn id="45" dur="500"/>
                                        <p:tgtEl>
                                          <p:spTgt spid="76"/>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81"/>
                                        </p:tgtEl>
                                        <p:attrNameLst>
                                          <p:attrName>style.visibility</p:attrName>
                                        </p:attrNameLst>
                                      </p:cBhvr>
                                      <p:to>
                                        <p:strVal val="visible"/>
                                      </p:to>
                                    </p:set>
                                    <p:animEffect transition="in" filter="wipe(down)">
                                      <p:cBhvr>
                                        <p:cTn id="49" dur="500"/>
                                        <p:tgtEl>
                                          <p:spTgt spid="81"/>
                                        </p:tgtEl>
                                      </p:cBhvr>
                                    </p:animEffect>
                                  </p:childTnLst>
                                </p:cTn>
                              </p:par>
                            </p:childTnLst>
                          </p:cTn>
                        </p:par>
                        <p:par>
                          <p:cTn id="50" fill="hold">
                            <p:stCondLst>
                              <p:cond delay="5000"/>
                            </p:stCondLst>
                            <p:childTnLst>
                              <p:par>
                                <p:cTn id="51" presetID="10" presetClass="entr" presetSubtype="0"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 grpId="0" animBg="1"/>
      <p:bldP spid="45" grpId="0" animBg="1"/>
      <p:bldP spid="46" grpId="0" animBg="1"/>
      <p:bldP spid="47" grpId="0" animBg="1"/>
      <p:bldP spid="48" grpId="0" animBg="1"/>
      <p:bldP spid="4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2474464" y="2659559"/>
            <a:ext cx="7774885" cy="769441"/>
          </a:xfrm>
          <a:prstGeom prst="rect">
            <a:avLst/>
          </a:prstGeom>
          <a:noFill/>
        </p:spPr>
        <p:txBody>
          <a:bodyPr wrap="none" rtlCol="0">
            <a:spAutoFit/>
          </a:bodyPr>
          <a:lstStyle/>
          <a:p>
            <a:r>
              <a:rPr lang="en-US" sz="4400" dirty="0">
                <a:solidFill>
                  <a:schemeClr val="bg1">
                    <a:lumMod val="50000"/>
                  </a:schemeClr>
                </a:solidFill>
                <a:latin typeface="+mj-lt"/>
                <a:ea typeface="Open Sans" panose="020B0606030504020204" pitchFamily="34" charset="0"/>
                <a:cs typeface="Open Sans" panose="020B0606030504020204" pitchFamily="34" charset="0"/>
              </a:rPr>
              <a:t>Who pays if goods are destroyed?</a:t>
            </a:r>
          </a:p>
        </p:txBody>
      </p:sp>
      <p:sp>
        <p:nvSpPr>
          <p:cNvPr id="3" name="Rectangle 2"/>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5" name="Rectangle 44"/>
          <p:cNvSpPr/>
          <p:nvPr/>
        </p:nvSpPr>
        <p:spPr>
          <a:xfrm rot="16200000">
            <a:off x="4785414" y="5547413"/>
            <a:ext cx="589173"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6" name="Rectangle 45"/>
          <p:cNvSpPr/>
          <p:nvPr/>
        </p:nvSpPr>
        <p:spPr>
          <a:xfrm rot="16200000">
            <a:off x="6680724" y="5410723"/>
            <a:ext cx="862554"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7" name="Rectangle 46"/>
          <p:cNvSpPr/>
          <p:nvPr/>
        </p:nvSpPr>
        <p:spPr>
          <a:xfrm rot="16200000">
            <a:off x="8594272" y="5292271"/>
            <a:ext cx="1099457"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8" name="Rectangle 47"/>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9" name="Rectangle 48"/>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p:cNvGrpSpPr/>
          <p:nvPr/>
        </p:nvGrpSpPr>
        <p:grpSpPr>
          <a:xfrm>
            <a:off x="2" y="6736617"/>
            <a:ext cx="12191999" cy="134339"/>
            <a:chOff x="2" y="2110197"/>
            <a:chExt cx="12191999" cy="134339"/>
          </a:xfrm>
        </p:grpSpPr>
        <p:sp>
          <p:nvSpPr>
            <p:cNvPr id="51" name="Rectangle 50"/>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2" name="Rectangle 51"/>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3" name="Rectangle 52"/>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4" name="Rectangle 53"/>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5" name="Rectangle 54"/>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6" name="Rectangle 55"/>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76" name="Straight Connector 75"/>
          <p:cNvCxnSpPr/>
          <p:nvPr/>
        </p:nvCxnSpPr>
        <p:spPr>
          <a:xfrm>
            <a:off x="669303" y="5812915"/>
            <a:ext cx="4402317" cy="0"/>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cxnSpLocks/>
          </p:cNvCxnSpPr>
          <p:nvPr/>
        </p:nvCxnSpPr>
        <p:spPr>
          <a:xfrm>
            <a:off x="5071620" y="5812915"/>
            <a:ext cx="9763" cy="455911"/>
          </a:xfrm>
          <a:prstGeom prst="line">
            <a:avLst/>
          </a:prstGeom>
          <a:ln w="158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cxnSpLocks/>
          </p:cNvCxnSpPr>
          <p:nvPr/>
        </p:nvCxnSpPr>
        <p:spPr>
          <a:xfrm>
            <a:off x="669303" y="838986"/>
            <a:ext cx="0" cy="4973929"/>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5365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500" fill="hold"/>
                                        <p:tgtEl>
                                          <p:spTgt spid="49"/>
                                        </p:tgtEl>
                                        <p:attrNameLst>
                                          <p:attrName>ppt_x</p:attrName>
                                        </p:attrNameLst>
                                      </p:cBhvr>
                                      <p:tavLst>
                                        <p:tav tm="0">
                                          <p:val>
                                            <p:strVal val="#ppt_x"/>
                                          </p:val>
                                        </p:tav>
                                        <p:tav tm="100000">
                                          <p:val>
                                            <p:strVal val="#ppt_x"/>
                                          </p:val>
                                        </p:tav>
                                      </p:tavLst>
                                    </p:anim>
                                    <p:anim calcmode="lin" valueType="num">
                                      <p:cBhvr additive="base">
                                        <p:cTn id="12" dur="500" fill="hold"/>
                                        <p:tgtEl>
                                          <p:spTgt spid="49"/>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ppt_x"/>
                                          </p:val>
                                        </p:tav>
                                        <p:tav tm="100000">
                                          <p:val>
                                            <p:strVal val="#ppt_x"/>
                                          </p:val>
                                        </p:tav>
                                      </p:tavLst>
                                    </p:anim>
                                    <p:anim calcmode="lin" valueType="num">
                                      <p:cBhvr additive="base">
                                        <p:cTn id="17" dur="500" fill="hold"/>
                                        <p:tgtEl>
                                          <p:spTgt spid="3"/>
                                        </p:tgtEl>
                                        <p:attrNameLst>
                                          <p:attrName>ppt_y</p:attrName>
                                        </p:attrNameLst>
                                      </p:cBhvr>
                                      <p:tavLst>
                                        <p:tav tm="0">
                                          <p:val>
                                            <p:strVal val="1+#ppt_h/2"/>
                                          </p:val>
                                        </p:tav>
                                        <p:tav tm="100000">
                                          <p:val>
                                            <p:strVal val="#ppt_y"/>
                                          </p:val>
                                        </p:tav>
                                      </p:tavLst>
                                    </p:anim>
                                  </p:childTnLst>
                                </p:cTn>
                              </p:par>
                            </p:childTnLst>
                          </p:cTn>
                        </p:par>
                        <p:par>
                          <p:cTn id="18" fill="hold">
                            <p:stCondLst>
                              <p:cond delay="1500"/>
                            </p:stCondLst>
                            <p:childTnLst>
                              <p:par>
                                <p:cTn id="19" presetID="2" presetClass="entr" presetSubtype="4"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anim calcmode="lin" valueType="num">
                                      <p:cBhvr additive="base">
                                        <p:cTn id="21" dur="500" fill="hold"/>
                                        <p:tgtEl>
                                          <p:spTgt spid="45"/>
                                        </p:tgtEl>
                                        <p:attrNameLst>
                                          <p:attrName>ppt_x</p:attrName>
                                        </p:attrNameLst>
                                      </p:cBhvr>
                                      <p:tavLst>
                                        <p:tav tm="0">
                                          <p:val>
                                            <p:strVal val="#ppt_x"/>
                                          </p:val>
                                        </p:tav>
                                        <p:tav tm="100000">
                                          <p:val>
                                            <p:strVal val="#ppt_x"/>
                                          </p:val>
                                        </p:tav>
                                      </p:tavLst>
                                    </p:anim>
                                    <p:anim calcmode="lin" valueType="num">
                                      <p:cBhvr additive="base">
                                        <p:cTn id="22" dur="500" fill="hold"/>
                                        <p:tgtEl>
                                          <p:spTgt spid="45"/>
                                        </p:tgtEl>
                                        <p:attrNameLst>
                                          <p:attrName>ppt_y</p:attrName>
                                        </p:attrNameLst>
                                      </p:cBhvr>
                                      <p:tavLst>
                                        <p:tav tm="0">
                                          <p:val>
                                            <p:strVal val="1+#ppt_h/2"/>
                                          </p:val>
                                        </p:tav>
                                        <p:tav tm="100000">
                                          <p:val>
                                            <p:strVal val="#ppt_y"/>
                                          </p:val>
                                        </p:tav>
                                      </p:tavLst>
                                    </p:anim>
                                  </p:childTnLst>
                                </p:cTn>
                              </p:par>
                            </p:childTnLst>
                          </p:cTn>
                        </p:par>
                        <p:par>
                          <p:cTn id="23" fill="hold">
                            <p:stCondLst>
                              <p:cond delay="2000"/>
                            </p:stCondLst>
                            <p:childTnLst>
                              <p:par>
                                <p:cTn id="24" presetID="2" presetClass="entr" presetSubtype="4" fill="hold" grpId="0" nodeType="afterEffect">
                                  <p:stCondLst>
                                    <p:cond delay="0"/>
                                  </p:stCondLst>
                                  <p:childTnLst>
                                    <p:set>
                                      <p:cBhvr>
                                        <p:cTn id="25" dur="1" fill="hold">
                                          <p:stCondLst>
                                            <p:cond delay="0"/>
                                          </p:stCondLst>
                                        </p:cTn>
                                        <p:tgtEl>
                                          <p:spTgt spid="46"/>
                                        </p:tgtEl>
                                        <p:attrNameLst>
                                          <p:attrName>style.visibility</p:attrName>
                                        </p:attrNameLst>
                                      </p:cBhvr>
                                      <p:to>
                                        <p:strVal val="visible"/>
                                      </p:to>
                                    </p:set>
                                    <p:anim calcmode="lin" valueType="num">
                                      <p:cBhvr additive="base">
                                        <p:cTn id="26" dur="500" fill="hold"/>
                                        <p:tgtEl>
                                          <p:spTgt spid="46"/>
                                        </p:tgtEl>
                                        <p:attrNameLst>
                                          <p:attrName>ppt_x</p:attrName>
                                        </p:attrNameLst>
                                      </p:cBhvr>
                                      <p:tavLst>
                                        <p:tav tm="0">
                                          <p:val>
                                            <p:strVal val="#ppt_x"/>
                                          </p:val>
                                        </p:tav>
                                        <p:tav tm="100000">
                                          <p:val>
                                            <p:strVal val="#ppt_x"/>
                                          </p:val>
                                        </p:tav>
                                      </p:tavLst>
                                    </p:anim>
                                    <p:anim calcmode="lin" valueType="num">
                                      <p:cBhvr additive="base">
                                        <p:cTn id="27" dur="500" fill="hold"/>
                                        <p:tgtEl>
                                          <p:spTgt spid="46"/>
                                        </p:tgtEl>
                                        <p:attrNameLst>
                                          <p:attrName>ppt_y</p:attrName>
                                        </p:attrNameLst>
                                      </p:cBhvr>
                                      <p:tavLst>
                                        <p:tav tm="0">
                                          <p:val>
                                            <p:strVal val="1+#ppt_h/2"/>
                                          </p:val>
                                        </p:tav>
                                        <p:tav tm="100000">
                                          <p:val>
                                            <p:strVal val="#ppt_y"/>
                                          </p:val>
                                        </p:tav>
                                      </p:tavLst>
                                    </p:anim>
                                  </p:childTnLst>
                                </p:cTn>
                              </p:par>
                            </p:childTnLst>
                          </p:cTn>
                        </p:par>
                        <p:par>
                          <p:cTn id="28" fill="hold">
                            <p:stCondLst>
                              <p:cond delay="2500"/>
                            </p:stCondLst>
                            <p:childTnLst>
                              <p:par>
                                <p:cTn id="29" presetID="2" presetClass="entr" presetSubtype="4" fill="hold" grpId="0" nodeType="after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ppt_x"/>
                                          </p:val>
                                        </p:tav>
                                        <p:tav tm="100000">
                                          <p:val>
                                            <p:strVal val="#ppt_x"/>
                                          </p:val>
                                        </p:tav>
                                      </p:tavLst>
                                    </p:anim>
                                    <p:anim calcmode="lin" valueType="num">
                                      <p:cBhvr additive="base">
                                        <p:cTn id="32" dur="500" fill="hold"/>
                                        <p:tgtEl>
                                          <p:spTgt spid="47"/>
                                        </p:tgtEl>
                                        <p:attrNameLst>
                                          <p:attrName>ppt_y</p:attrName>
                                        </p:attrNameLst>
                                      </p:cBhvr>
                                      <p:tavLst>
                                        <p:tav tm="0">
                                          <p:val>
                                            <p:strVal val="1+#ppt_h/2"/>
                                          </p:val>
                                        </p:tav>
                                        <p:tav tm="100000">
                                          <p:val>
                                            <p:strVal val="#ppt_y"/>
                                          </p:val>
                                        </p:tav>
                                      </p:tavLst>
                                    </p:anim>
                                  </p:childTnLst>
                                </p:cTn>
                              </p:par>
                            </p:childTnLst>
                          </p:cTn>
                        </p:par>
                        <p:par>
                          <p:cTn id="33" fill="hold">
                            <p:stCondLst>
                              <p:cond delay="3000"/>
                            </p:stCondLst>
                            <p:childTnLst>
                              <p:par>
                                <p:cTn id="34" presetID="2" presetClass="entr" presetSubtype="4" fill="hold" grpId="0" nodeType="afterEffect">
                                  <p:stCondLst>
                                    <p:cond delay="0"/>
                                  </p:stCondLst>
                                  <p:childTnLst>
                                    <p:set>
                                      <p:cBhvr>
                                        <p:cTn id="35" dur="1" fill="hold">
                                          <p:stCondLst>
                                            <p:cond delay="0"/>
                                          </p:stCondLst>
                                        </p:cTn>
                                        <p:tgtEl>
                                          <p:spTgt spid="48"/>
                                        </p:tgtEl>
                                        <p:attrNameLst>
                                          <p:attrName>style.visibility</p:attrName>
                                        </p:attrNameLst>
                                      </p:cBhvr>
                                      <p:to>
                                        <p:strVal val="visible"/>
                                      </p:to>
                                    </p:set>
                                    <p:anim calcmode="lin" valueType="num">
                                      <p:cBhvr additive="base">
                                        <p:cTn id="36" dur="500" fill="hold"/>
                                        <p:tgtEl>
                                          <p:spTgt spid="48"/>
                                        </p:tgtEl>
                                        <p:attrNameLst>
                                          <p:attrName>ppt_x</p:attrName>
                                        </p:attrNameLst>
                                      </p:cBhvr>
                                      <p:tavLst>
                                        <p:tav tm="0">
                                          <p:val>
                                            <p:strVal val="#ppt_x"/>
                                          </p:val>
                                        </p:tav>
                                        <p:tav tm="100000">
                                          <p:val>
                                            <p:strVal val="#ppt_x"/>
                                          </p:val>
                                        </p:tav>
                                      </p:tavLst>
                                    </p:anim>
                                    <p:anim calcmode="lin" valueType="num">
                                      <p:cBhvr additive="base">
                                        <p:cTn id="37" dur="500" fill="hold"/>
                                        <p:tgtEl>
                                          <p:spTgt spid="48"/>
                                        </p:tgtEl>
                                        <p:attrNameLst>
                                          <p:attrName>ppt_y</p:attrName>
                                        </p:attrNameLst>
                                      </p:cBhvr>
                                      <p:tavLst>
                                        <p:tav tm="0">
                                          <p:val>
                                            <p:strVal val="1+#ppt_h/2"/>
                                          </p:val>
                                        </p:tav>
                                        <p:tav tm="100000">
                                          <p:val>
                                            <p:strVal val="#ppt_y"/>
                                          </p:val>
                                        </p:tav>
                                      </p:tavLst>
                                    </p:anim>
                                  </p:childTnLst>
                                </p:cTn>
                              </p:par>
                            </p:childTnLst>
                          </p:cTn>
                        </p:par>
                        <p:par>
                          <p:cTn id="38" fill="hold">
                            <p:stCondLst>
                              <p:cond delay="3500"/>
                            </p:stCondLst>
                            <p:childTnLst>
                              <p:par>
                                <p:cTn id="39" presetID="22" presetClass="entr" presetSubtype="4" fill="hold" nodeType="afterEffect">
                                  <p:stCondLst>
                                    <p:cond delay="0"/>
                                  </p:stCondLst>
                                  <p:childTnLst>
                                    <p:set>
                                      <p:cBhvr>
                                        <p:cTn id="40" dur="1" fill="hold">
                                          <p:stCondLst>
                                            <p:cond delay="0"/>
                                          </p:stCondLst>
                                        </p:cTn>
                                        <p:tgtEl>
                                          <p:spTgt spid="78"/>
                                        </p:tgtEl>
                                        <p:attrNameLst>
                                          <p:attrName>style.visibility</p:attrName>
                                        </p:attrNameLst>
                                      </p:cBhvr>
                                      <p:to>
                                        <p:strVal val="visible"/>
                                      </p:to>
                                    </p:set>
                                    <p:animEffect transition="in" filter="wipe(down)">
                                      <p:cBhvr>
                                        <p:cTn id="41" dur="500"/>
                                        <p:tgtEl>
                                          <p:spTgt spid="78"/>
                                        </p:tgtEl>
                                      </p:cBhvr>
                                    </p:animEffect>
                                  </p:childTnLst>
                                </p:cTn>
                              </p:par>
                            </p:childTnLst>
                          </p:cTn>
                        </p:par>
                        <p:par>
                          <p:cTn id="42" fill="hold">
                            <p:stCondLst>
                              <p:cond delay="4000"/>
                            </p:stCondLst>
                            <p:childTnLst>
                              <p:par>
                                <p:cTn id="43" presetID="22" presetClass="entr" presetSubtype="2" fill="hold" nodeType="after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wipe(right)">
                                      <p:cBhvr>
                                        <p:cTn id="45" dur="500"/>
                                        <p:tgtEl>
                                          <p:spTgt spid="76"/>
                                        </p:tgtEl>
                                      </p:cBhvr>
                                    </p:animEffect>
                                  </p:childTnLst>
                                </p:cTn>
                              </p:par>
                            </p:childTnLst>
                          </p:cTn>
                        </p:par>
                        <p:par>
                          <p:cTn id="46" fill="hold">
                            <p:stCondLst>
                              <p:cond delay="4500"/>
                            </p:stCondLst>
                            <p:childTnLst>
                              <p:par>
                                <p:cTn id="47" presetID="22" presetClass="entr" presetSubtype="4" fill="hold" nodeType="afterEffect">
                                  <p:stCondLst>
                                    <p:cond delay="0"/>
                                  </p:stCondLst>
                                  <p:childTnLst>
                                    <p:set>
                                      <p:cBhvr>
                                        <p:cTn id="48" dur="1" fill="hold">
                                          <p:stCondLst>
                                            <p:cond delay="0"/>
                                          </p:stCondLst>
                                        </p:cTn>
                                        <p:tgtEl>
                                          <p:spTgt spid="81"/>
                                        </p:tgtEl>
                                        <p:attrNameLst>
                                          <p:attrName>style.visibility</p:attrName>
                                        </p:attrNameLst>
                                      </p:cBhvr>
                                      <p:to>
                                        <p:strVal val="visible"/>
                                      </p:to>
                                    </p:set>
                                    <p:animEffect transition="in" filter="wipe(down)">
                                      <p:cBhvr>
                                        <p:cTn id="49" dur="500"/>
                                        <p:tgtEl>
                                          <p:spTgt spid="81"/>
                                        </p:tgtEl>
                                      </p:cBhvr>
                                    </p:animEffect>
                                  </p:childTnLst>
                                </p:cTn>
                              </p:par>
                            </p:childTnLst>
                          </p:cTn>
                        </p:par>
                        <p:par>
                          <p:cTn id="50" fill="hold">
                            <p:stCondLst>
                              <p:cond delay="5000"/>
                            </p:stCondLst>
                            <p:childTnLst>
                              <p:par>
                                <p:cTn id="51" presetID="10" presetClass="entr" presetSubtype="0"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3" grpId="0" animBg="1"/>
      <p:bldP spid="45" grpId="0" animBg="1"/>
      <p:bldP spid="46" grpId="0" animBg="1"/>
      <p:bldP spid="47" grpId="0" animBg="1"/>
      <p:bldP spid="48" grpId="0" animBg="1"/>
      <p:bldP spid="4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5960" y="202013"/>
            <a:ext cx="10984425" cy="1325563"/>
          </a:xfrm>
        </p:spPr>
        <p:txBody>
          <a:bodyPr/>
          <a:lstStyle/>
          <a:p>
            <a:r>
              <a:rPr lang="en-US" dirty="0"/>
              <a:t>CISG: Passing of risk</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17414" y="5547413"/>
            <a:ext cx="58917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210372" y="2907013"/>
            <a:ext cx="105156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sz="2400" b="1" dirty="0"/>
              <a:t>Article 66</a:t>
            </a:r>
          </a:p>
          <a:p>
            <a:pPr marL="0" lvl="0" indent="0" eaLnBrk="0" fontAlgn="base" hangingPunct="0">
              <a:lnSpc>
                <a:spcPct val="100000"/>
              </a:lnSpc>
              <a:spcBef>
                <a:spcPct val="0"/>
              </a:spcBef>
              <a:spcAft>
                <a:spcPct val="0"/>
              </a:spcAft>
              <a:buNone/>
            </a:pPr>
            <a:r>
              <a:rPr lang="en-US" altLang="en-US" sz="2400" dirty="0"/>
              <a:t>Loss of or damage to the goods </a:t>
            </a:r>
            <a:r>
              <a:rPr lang="en-US" altLang="en-US" sz="2400" b="1" dirty="0"/>
              <a:t>after the risk has passed to the buyer </a:t>
            </a:r>
            <a:r>
              <a:rPr lang="en-US" altLang="en-US" sz="2400" dirty="0"/>
              <a:t>does </a:t>
            </a:r>
            <a:r>
              <a:rPr lang="en-US" altLang="en-US" sz="2400" b="1" dirty="0"/>
              <a:t>not</a:t>
            </a:r>
            <a:r>
              <a:rPr lang="en-US" altLang="en-US" sz="2400" dirty="0"/>
              <a:t> discharge him from his </a:t>
            </a:r>
            <a:r>
              <a:rPr lang="en-US" altLang="en-US" sz="2400" b="1" dirty="0"/>
              <a:t>obligation to pay the price</a:t>
            </a:r>
            <a:r>
              <a:rPr lang="en-US" altLang="en-US" sz="2400" dirty="0"/>
              <a:t>, unless the loss or damage is </a:t>
            </a:r>
            <a:r>
              <a:rPr lang="en-US" altLang="en-US" sz="2400" b="1" dirty="0"/>
              <a:t>due to an act or omission of the seller.</a:t>
            </a:r>
          </a:p>
          <a:p>
            <a:pPr marL="0" lvl="0" indent="0" eaLnBrk="0" fontAlgn="base" hangingPunct="0">
              <a:lnSpc>
                <a:spcPct val="100000"/>
              </a:lnSpc>
              <a:spcBef>
                <a:spcPct val="0"/>
              </a:spcBef>
              <a:spcAft>
                <a:spcPct val="0"/>
              </a:spcAft>
              <a:buNone/>
            </a:pPr>
            <a:endParaRPr lang="en-US" altLang="en-US" sz="2400" b="1" dirty="0"/>
          </a:p>
        </p:txBody>
      </p:sp>
    </p:spTree>
    <p:extLst>
      <p:ext uri="{BB962C8B-B14F-4D97-AF65-F5344CB8AC3E}">
        <p14:creationId xmlns:p14="http://schemas.microsoft.com/office/powerpoint/2010/main" val="11182797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5960" y="202013"/>
            <a:ext cx="10984425" cy="1325563"/>
          </a:xfrm>
        </p:spPr>
        <p:txBody>
          <a:bodyPr/>
          <a:lstStyle/>
          <a:p>
            <a:r>
              <a:rPr lang="en-US" dirty="0"/>
              <a:t>CISG: Passing of risk</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17414" y="5547413"/>
            <a:ext cx="58917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210390" y="2023871"/>
            <a:ext cx="1074999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sz="2400" b="1" dirty="0"/>
              <a:t>Article 67</a:t>
            </a:r>
          </a:p>
          <a:p>
            <a:pPr marL="0" lvl="0" indent="0" algn="just" eaLnBrk="0" fontAlgn="base" hangingPunct="0">
              <a:lnSpc>
                <a:spcPct val="100000"/>
              </a:lnSpc>
              <a:spcBef>
                <a:spcPct val="0"/>
              </a:spcBef>
              <a:spcAft>
                <a:spcPct val="0"/>
              </a:spcAft>
              <a:buNone/>
            </a:pPr>
            <a:r>
              <a:rPr lang="en-US" altLang="en-US" sz="2400" dirty="0"/>
              <a:t>(1) If the contract of sale involves </a:t>
            </a:r>
            <a:r>
              <a:rPr lang="en-US" altLang="en-US" sz="2400" b="1" dirty="0"/>
              <a:t>carriage of the goods </a:t>
            </a:r>
            <a:r>
              <a:rPr lang="en-US" altLang="en-US" sz="2400" dirty="0"/>
              <a:t>and the seller is </a:t>
            </a:r>
            <a:r>
              <a:rPr lang="en-US" altLang="en-US" sz="2400" b="1" dirty="0"/>
              <a:t>not bound to hand them over at a particular place</a:t>
            </a:r>
            <a:r>
              <a:rPr lang="en-US" altLang="en-US" sz="2400" dirty="0"/>
              <a:t>, the risk </a:t>
            </a:r>
            <a:r>
              <a:rPr lang="en-US" altLang="en-US" sz="2400" b="1" dirty="0"/>
              <a:t>passes to the buyer </a:t>
            </a:r>
            <a:r>
              <a:rPr lang="en-US" altLang="en-US" sz="2400" dirty="0"/>
              <a:t>when the goods are </a:t>
            </a:r>
            <a:r>
              <a:rPr lang="en-US" altLang="en-US" sz="2400" b="1" dirty="0"/>
              <a:t>handed over to the first carrier for transmission </a:t>
            </a:r>
            <a:r>
              <a:rPr lang="en-US" altLang="en-US" sz="2400" dirty="0"/>
              <a:t>to the buyer in accordance with the contract of sale. If the seller is bound to hand the goods over to a carrier at a </a:t>
            </a:r>
            <a:r>
              <a:rPr lang="en-US" altLang="en-US" sz="2400" b="1" dirty="0"/>
              <a:t>particular place</a:t>
            </a:r>
            <a:r>
              <a:rPr lang="en-US" altLang="en-US" sz="2400" dirty="0"/>
              <a:t>, the risk does not pass to the buyer until the goods are handed over to the </a:t>
            </a:r>
            <a:r>
              <a:rPr lang="en-US" altLang="en-US" sz="2400" b="1" dirty="0"/>
              <a:t>carrier at that place</a:t>
            </a:r>
            <a:r>
              <a:rPr lang="en-US" altLang="en-US" sz="2400" dirty="0"/>
              <a:t>. The fact that the seller is authorized to retain documents controlling the disposition of the goods does not affect the passage of the risk.</a:t>
            </a:r>
          </a:p>
        </p:txBody>
      </p:sp>
    </p:spTree>
    <p:extLst>
      <p:ext uri="{BB962C8B-B14F-4D97-AF65-F5344CB8AC3E}">
        <p14:creationId xmlns:p14="http://schemas.microsoft.com/office/powerpoint/2010/main" val="21668967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8569" y="140647"/>
            <a:ext cx="10515600" cy="1325563"/>
          </a:xfrm>
        </p:spPr>
        <p:txBody>
          <a:bodyPr/>
          <a:lstStyle/>
          <a:p>
            <a:r>
              <a:rPr lang="en-US" dirty="0"/>
              <a:t>Examples</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933770" y="5663769"/>
            <a:ext cx="35646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018721" y="2649882"/>
            <a:ext cx="105156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lvl="0" indent="-514350" eaLnBrk="0" fontAlgn="base" hangingPunct="0">
              <a:lnSpc>
                <a:spcPct val="100000"/>
              </a:lnSpc>
              <a:spcBef>
                <a:spcPct val="0"/>
              </a:spcBef>
              <a:spcAft>
                <a:spcPct val="0"/>
              </a:spcAft>
              <a:buAutoNum type="arabicPeriod"/>
            </a:pPr>
            <a:r>
              <a:rPr lang="en-US" altLang="en-US" sz="2400" dirty="0"/>
              <a:t>Apple ships iPhones to </a:t>
            </a:r>
            <a:r>
              <a:rPr lang="en-US" altLang="en-US" sz="2400" dirty="0" err="1"/>
              <a:t>Komplett</a:t>
            </a:r>
            <a:r>
              <a:rPr lang="en-US" altLang="en-US" sz="2400" dirty="0"/>
              <a:t>, handing them over to FedEx in New York. iPhones are destroyed in a plane crash before they reach Oslo.</a:t>
            </a:r>
          </a:p>
          <a:p>
            <a:pPr marL="514350" lvl="0" indent="-514350" eaLnBrk="0" fontAlgn="base" hangingPunct="0">
              <a:lnSpc>
                <a:spcPct val="100000"/>
              </a:lnSpc>
              <a:spcBef>
                <a:spcPct val="0"/>
              </a:spcBef>
              <a:spcAft>
                <a:spcPct val="0"/>
              </a:spcAft>
              <a:buAutoNum type="arabicPeriod"/>
            </a:pPr>
            <a:r>
              <a:rPr lang="en-US" altLang="en-US" sz="2400" dirty="0"/>
              <a:t>The plane crashed because iPhones were poorly made, overheated and breached the hull of the plane.</a:t>
            </a:r>
          </a:p>
        </p:txBody>
      </p:sp>
    </p:spTree>
    <p:extLst>
      <p:ext uri="{BB962C8B-B14F-4D97-AF65-F5344CB8AC3E}">
        <p14:creationId xmlns:p14="http://schemas.microsoft.com/office/powerpoint/2010/main" val="1527564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5960" y="202013"/>
            <a:ext cx="10984425" cy="1325563"/>
          </a:xfrm>
        </p:spPr>
        <p:txBody>
          <a:bodyPr/>
          <a:lstStyle/>
          <a:p>
            <a:r>
              <a:rPr lang="en-US" dirty="0"/>
              <a:t>CISG: Passing of risk</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817414" y="5547413"/>
            <a:ext cx="589173"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210390" y="2153754"/>
            <a:ext cx="1074999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sz="2400" b="1" dirty="0"/>
              <a:t>Article 69</a:t>
            </a:r>
          </a:p>
          <a:p>
            <a:pPr marL="0" lvl="0" indent="0" eaLnBrk="0" fontAlgn="base" hangingPunct="0">
              <a:lnSpc>
                <a:spcPct val="100000"/>
              </a:lnSpc>
              <a:spcBef>
                <a:spcPct val="0"/>
              </a:spcBef>
              <a:spcAft>
                <a:spcPct val="0"/>
              </a:spcAft>
              <a:buNone/>
            </a:pPr>
            <a:r>
              <a:rPr lang="en-US" altLang="en-US" sz="2400" dirty="0"/>
              <a:t>(1) In cases not within articles 67 and 68, the risk passes to the buyer </a:t>
            </a:r>
            <a:r>
              <a:rPr lang="en-US" altLang="en-US" sz="2400" b="1" dirty="0"/>
              <a:t>when he takes over the goods </a:t>
            </a:r>
            <a:r>
              <a:rPr lang="en-US" altLang="en-US" sz="2400" dirty="0"/>
              <a:t>or, if he does </a:t>
            </a:r>
            <a:r>
              <a:rPr lang="en-US" altLang="en-US" sz="2400" b="1" dirty="0"/>
              <a:t>not do so in due time</a:t>
            </a:r>
            <a:r>
              <a:rPr lang="en-US" altLang="en-US" sz="2400" dirty="0"/>
              <a:t>, from the time when the goods </a:t>
            </a:r>
            <a:r>
              <a:rPr lang="en-US" altLang="en-US" sz="2400" b="1" dirty="0"/>
              <a:t>are placed at his disposal and he commits a breach of contract by failing to take delivery.</a:t>
            </a:r>
          </a:p>
          <a:p>
            <a:pPr marL="0" lvl="0" indent="0" eaLnBrk="0" fontAlgn="base" hangingPunct="0">
              <a:lnSpc>
                <a:spcPct val="100000"/>
              </a:lnSpc>
              <a:spcBef>
                <a:spcPct val="0"/>
              </a:spcBef>
              <a:spcAft>
                <a:spcPct val="0"/>
              </a:spcAft>
              <a:buNone/>
            </a:pPr>
            <a:r>
              <a:rPr lang="en-US" altLang="en-US" sz="2400" dirty="0"/>
              <a:t>(2) However, if the buyer is bound to take over the goods at a place </a:t>
            </a:r>
            <a:r>
              <a:rPr lang="en-US" altLang="en-US" sz="2400" b="1" dirty="0"/>
              <a:t>other than a place of business of the seller</a:t>
            </a:r>
            <a:r>
              <a:rPr lang="en-US" altLang="en-US" sz="2400" dirty="0"/>
              <a:t>, the risk passes </a:t>
            </a:r>
            <a:r>
              <a:rPr lang="en-US" altLang="en-US" sz="2400" b="1" dirty="0"/>
              <a:t>when delivery is due and the buyer is aware of the fact that the goods are placed at his disposal at that place</a:t>
            </a:r>
            <a:r>
              <a:rPr lang="en-US" altLang="en-US" sz="2400" dirty="0"/>
              <a:t>.</a:t>
            </a:r>
          </a:p>
        </p:txBody>
      </p:sp>
    </p:spTree>
    <p:extLst>
      <p:ext uri="{BB962C8B-B14F-4D97-AF65-F5344CB8AC3E}">
        <p14:creationId xmlns:p14="http://schemas.microsoft.com/office/powerpoint/2010/main" val="24818006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8569" y="140647"/>
            <a:ext cx="10515600" cy="1325563"/>
          </a:xfrm>
        </p:spPr>
        <p:txBody>
          <a:bodyPr/>
          <a:lstStyle/>
          <a:p>
            <a:r>
              <a:rPr lang="en-US" dirty="0"/>
              <a:t>Case 1</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933770" y="5663769"/>
            <a:ext cx="35646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018721" y="1624593"/>
            <a:ext cx="10515600" cy="3801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sz="2400" dirty="0"/>
              <a:t>Coyote Defense Industries (CDI) orders optical sensors for its hunting drones from ACME. CDI technical team shows off the drone to ACME, explains how it will be used in bird-hunting, and purchases 10.000 units. A brief contract is drafted, containing no detailed description of the goods. </a:t>
            </a:r>
          </a:p>
          <a:p>
            <a:pPr marL="0" indent="0" algn="just">
              <a:buNone/>
            </a:pPr>
            <a:r>
              <a:rPr lang="en-US" sz="2400" dirty="0"/>
              <a:t>When sensors are delivered, CDI finds out that they are incredibly loud and chase the birds away. However, CDI does no further field tests at that point, given their ambition to re-brand themselves as a software development company.</a:t>
            </a:r>
          </a:p>
          <a:p>
            <a:pPr marL="0" indent="0" algn="just">
              <a:buNone/>
            </a:pPr>
            <a:r>
              <a:rPr lang="en-US" sz="2400" dirty="0"/>
              <a:t>When these efforts fail, three years later, they wish to sue ACME for breach of contract.</a:t>
            </a:r>
          </a:p>
          <a:p>
            <a:pPr marL="0" indent="0" algn="just">
              <a:buNone/>
            </a:pPr>
            <a:r>
              <a:rPr lang="en-US" sz="2400" b="1" dirty="0"/>
              <a:t>Advise CDI. Assume CISG applies.</a:t>
            </a:r>
          </a:p>
        </p:txBody>
      </p:sp>
    </p:spTree>
    <p:extLst>
      <p:ext uri="{BB962C8B-B14F-4D97-AF65-F5344CB8AC3E}">
        <p14:creationId xmlns:p14="http://schemas.microsoft.com/office/powerpoint/2010/main" val="31521024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8569" y="140647"/>
            <a:ext cx="10515600" cy="1325563"/>
          </a:xfrm>
        </p:spPr>
        <p:txBody>
          <a:bodyPr/>
          <a:lstStyle/>
          <a:p>
            <a:r>
              <a:rPr lang="en-US" dirty="0"/>
              <a:t>Case 2</a:t>
            </a:r>
            <a:endParaRPr lang="nb-NO" dirty="0"/>
          </a:p>
        </p:txBody>
      </p:sp>
      <p:sp>
        <p:nvSpPr>
          <p:cNvPr id="4" name="Rectangle 3">
            <a:extLst>
              <a:ext uri="{FF2B5EF4-FFF2-40B4-BE49-F238E27FC236}">
                <a16:creationId xmlns:a16="http://schemas.microsoft.com/office/drawing/2014/main" id="{F821AD68-8397-4202-BC9A-F410A880D30C}"/>
              </a:ext>
            </a:extLst>
          </p:cNvPr>
          <p:cNvSpPr/>
          <p:nvPr/>
        </p:nvSpPr>
        <p:spPr>
          <a:xfrm rot="16200000">
            <a:off x="2753416" y="5547413"/>
            <a:ext cx="589172" cy="20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4">
            <a:extLst>
              <a:ext uri="{FF2B5EF4-FFF2-40B4-BE49-F238E27FC236}">
                <a16:creationId xmlns:a16="http://schemas.microsoft.com/office/drawing/2014/main" id="{5D4CEE22-56E2-4BCA-8225-BA93BA9BBE44}"/>
              </a:ext>
            </a:extLst>
          </p:cNvPr>
          <p:cNvSpPr/>
          <p:nvPr/>
        </p:nvSpPr>
        <p:spPr>
          <a:xfrm rot="16200000">
            <a:off x="4706223" y="5468222"/>
            <a:ext cx="747555" cy="2032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5">
            <a:extLst>
              <a:ext uri="{FF2B5EF4-FFF2-40B4-BE49-F238E27FC236}">
                <a16:creationId xmlns:a16="http://schemas.microsoft.com/office/drawing/2014/main" id="{86DB26A0-D433-4749-9192-9D723BBD7E2A}"/>
              </a:ext>
            </a:extLst>
          </p:cNvPr>
          <p:cNvSpPr/>
          <p:nvPr/>
        </p:nvSpPr>
        <p:spPr>
          <a:xfrm rot="16200000">
            <a:off x="6933770" y="5663769"/>
            <a:ext cx="356461" cy="20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7" name="Rectangle 6">
            <a:extLst>
              <a:ext uri="{FF2B5EF4-FFF2-40B4-BE49-F238E27FC236}">
                <a16:creationId xmlns:a16="http://schemas.microsoft.com/office/drawing/2014/main" id="{72C80CB7-0D9D-4C47-B69D-922EB778837D}"/>
              </a:ext>
            </a:extLst>
          </p:cNvPr>
          <p:cNvSpPr/>
          <p:nvPr/>
        </p:nvSpPr>
        <p:spPr>
          <a:xfrm rot="16200000">
            <a:off x="8816419" y="5514417"/>
            <a:ext cx="655164" cy="203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8809B82E-CDDF-4E39-A700-087A98641B8E}"/>
              </a:ext>
            </a:extLst>
          </p:cNvPr>
          <p:cNvSpPr/>
          <p:nvPr/>
        </p:nvSpPr>
        <p:spPr>
          <a:xfrm rot="16200000">
            <a:off x="10848418" y="5514418"/>
            <a:ext cx="655163" cy="20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8">
            <a:extLst>
              <a:ext uri="{FF2B5EF4-FFF2-40B4-BE49-F238E27FC236}">
                <a16:creationId xmlns:a16="http://schemas.microsoft.com/office/drawing/2014/main" id="{5761EFD3-8F67-458B-B7A7-CA1C3810462D}"/>
              </a:ext>
            </a:extLst>
          </p:cNvPr>
          <p:cNvSpPr/>
          <p:nvPr/>
        </p:nvSpPr>
        <p:spPr>
          <a:xfrm rot="16200000">
            <a:off x="584724" y="5410723"/>
            <a:ext cx="862553" cy="20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10" name="Group 9">
            <a:extLst>
              <a:ext uri="{FF2B5EF4-FFF2-40B4-BE49-F238E27FC236}">
                <a16:creationId xmlns:a16="http://schemas.microsoft.com/office/drawing/2014/main" id="{8FC2FB37-19D3-46F8-828D-C7B680B8F117}"/>
              </a:ext>
            </a:extLst>
          </p:cNvPr>
          <p:cNvGrpSpPr/>
          <p:nvPr/>
        </p:nvGrpSpPr>
        <p:grpSpPr>
          <a:xfrm>
            <a:off x="2" y="6736617"/>
            <a:ext cx="12191999" cy="134339"/>
            <a:chOff x="2" y="2110197"/>
            <a:chExt cx="12191999" cy="134339"/>
          </a:xfrm>
        </p:grpSpPr>
        <p:sp>
          <p:nvSpPr>
            <p:cNvPr id="11" name="Rectangle 10">
              <a:extLst>
                <a:ext uri="{FF2B5EF4-FFF2-40B4-BE49-F238E27FC236}">
                  <a16:creationId xmlns:a16="http://schemas.microsoft.com/office/drawing/2014/main" id="{C31F8CC4-2097-4EB3-AD2B-46F941E50E60}"/>
                </a:ext>
              </a:extLst>
            </p:cNvPr>
            <p:cNvSpPr/>
            <p:nvPr/>
          </p:nvSpPr>
          <p:spPr>
            <a:xfrm rot="16200000">
              <a:off x="2980836" y="1161370"/>
              <a:ext cx="134333" cy="2032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1">
              <a:extLst>
                <a:ext uri="{FF2B5EF4-FFF2-40B4-BE49-F238E27FC236}">
                  <a16:creationId xmlns:a16="http://schemas.microsoft.com/office/drawing/2014/main" id="{DF824984-9E52-47CE-B682-ADFE69834067}"/>
                </a:ext>
              </a:extLst>
            </p:cNvPr>
            <p:cNvSpPr/>
            <p:nvPr/>
          </p:nvSpPr>
          <p:spPr>
            <a:xfrm rot="16200000">
              <a:off x="5012835" y="1161369"/>
              <a:ext cx="134333" cy="2032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2">
              <a:extLst>
                <a:ext uri="{FF2B5EF4-FFF2-40B4-BE49-F238E27FC236}">
                  <a16:creationId xmlns:a16="http://schemas.microsoft.com/office/drawing/2014/main" id="{1CF10EE7-E391-4508-8CFD-995038ED9F51}"/>
                </a:ext>
              </a:extLst>
            </p:cNvPr>
            <p:cNvSpPr/>
            <p:nvPr/>
          </p:nvSpPr>
          <p:spPr>
            <a:xfrm rot="16200000">
              <a:off x="7044834" y="1161369"/>
              <a:ext cx="134335" cy="2032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4" name="Rectangle 13">
              <a:extLst>
                <a:ext uri="{FF2B5EF4-FFF2-40B4-BE49-F238E27FC236}">
                  <a16:creationId xmlns:a16="http://schemas.microsoft.com/office/drawing/2014/main" id="{88C8747E-610D-4641-8136-D99FA14092A3}"/>
                </a:ext>
              </a:extLst>
            </p:cNvPr>
            <p:cNvSpPr/>
            <p:nvPr/>
          </p:nvSpPr>
          <p:spPr>
            <a:xfrm rot="16200000">
              <a:off x="9076834" y="1161367"/>
              <a:ext cx="134336" cy="2032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5" name="Rectangle 14">
              <a:extLst>
                <a:ext uri="{FF2B5EF4-FFF2-40B4-BE49-F238E27FC236}">
                  <a16:creationId xmlns:a16="http://schemas.microsoft.com/office/drawing/2014/main" id="{EC54A762-5E24-4B0C-A628-6B57CBC56BCE}"/>
                </a:ext>
              </a:extLst>
            </p:cNvPr>
            <p:cNvSpPr/>
            <p:nvPr/>
          </p:nvSpPr>
          <p:spPr>
            <a:xfrm rot="16200000">
              <a:off x="11108832" y="1161366"/>
              <a:ext cx="134338" cy="203200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6" name="Rectangle 15">
              <a:extLst>
                <a:ext uri="{FF2B5EF4-FFF2-40B4-BE49-F238E27FC236}">
                  <a16:creationId xmlns:a16="http://schemas.microsoft.com/office/drawing/2014/main" id="{C7AE4609-1E48-4764-9EB1-AE233D1E95E5}"/>
                </a:ext>
              </a:extLst>
            </p:cNvPr>
            <p:cNvSpPr/>
            <p:nvPr/>
          </p:nvSpPr>
          <p:spPr>
            <a:xfrm rot="16200000">
              <a:off x="948836" y="1161370"/>
              <a:ext cx="134331" cy="2032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cxnSp>
        <p:nvCxnSpPr>
          <p:cNvPr id="17" name="Straight Connector 16">
            <a:extLst>
              <a:ext uri="{FF2B5EF4-FFF2-40B4-BE49-F238E27FC236}">
                <a16:creationId xmlns:a16="http://schemas.microsoft.com/office/drawing/2014/main" id="{4D6F55E7-A484-4C3F-9E4D-63D0ACAC0629}"/>
              </a:ext>
            </a:extLst>
          </p:cNvPr>
          <p:cNvCxnSpPr>
            <a:cxnSpLocks/>
          </p:cNvCxnSpPr>
          <p:nvPr/>
        </p:nvCxnSpPr>
        <p:spPr>
          <a:xfrm>
            <a:off x="657679" y="1323814"/>
            <a:ext cx="0" cy="4671632"/>
          </a:xfrm>
          <a:prstGeom prst="line">
            <a:avLst/>
          </a:prstGeom>
          <a:ln w="15875">
            <a:solidFill>
              <a:schemeClr val="accent2"/>
            </a:solidFill>
            <a:headEnd type="oval"/>
          </a:ln>
        </p:spPr>
        <p:style>
          <a:lnRef idx="1">
            <a:schemeClr val="accent1"/>
          </a:lnRef>
          <a:fillRef idx="0">
            <a:schemeClr val="accent1"/>
          </a:fillRef>
          <a:effectRef idx="0">
            <a:schemeClr val="accent1"/>
          </a:effectRef>
          <a:fontRef idx="minor">
            <a:schemeClr val="tx1"/>
          </a:fontRef>
        </p:style>
      </p:cxnSp>
      <p:sp>
        <p:nvSpPr>
          <p:cNvPr id="18" name="Rectangle 1">
            <a:extLst>
              <a:ext uri="{FF2B5EF4-FFF2-40B4-BE49-F238E27FC236}">
                <a16:creationId xmlns:a16="http://schemas.microsoft.com/office/drawing/2014/main" id="{5210D2C2-0658-44B4-89E4-416861006014}"/>
              </a:ext>
            </a:extLst>
          </p:cNvPr>
          <p:cNvSpPr>
            <a:spLocks noGrp="1" noChangeArrowheads="1"/>
          </p:cNvSpPr>
          <p:nvPr>
            <p:ph idx="1"/>
          </p:nvPr>
        </p:nvSpPr>
        <p:spPr bwMode="auto">
          <a:xfrm>
            <a:off x="1018721" y="1420678"/>
            <a:ext cx="10515600" cy="4261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sz="2400" dirty="0"/>
              <a:t>CDI orders bird-hunting sensors for their drones from ACME. The contract stipulates that “the goods shall be handed over to FedEx for shipment in New York, and be ultimately shipped to CDI warehouse in Oslo”. Contract is otherwise silent on delivery.</a:t>
            </a:r>
          </a:p>
          <a:p>
            <a:pPr marL="0" indent="0" algn="just">
              <a:buNone/>
            </a:pPr>
            <a:r>
              <a:rPr lang="en-US" sz="2400" dirty="0"/>
              <a:t>ACME has HQ in Los Angeles, California, and starts loading sensors on its own trucks heading to New York. As the trucks are on their way, there is a massive landslide which destroys all the sensors.</a:t>
            </a:r>
          </a:p>
          <a:p>
            <a:pPr marL="0" indent="0" algn="just">
              <a:buNone/>
            </a:pPr>
            <a:r>
              <a:rPr lang="en-US" sz="2400" b="1" dirty="0"/>
              <a:t>Assume CISG applies. Who should cover the cost?</a:t>
            </a:r>
          </a:p>
          <a:p>
            <a:pPr marL="0" indent="0" algn="just">
              <a:buNone/>
            </a:pPr>
            <a:r>
              <a:rPr lang="en-US" sz="2400" b="1" dirty="0"/>
              <a:t>What if the sensors had been handed over to FedEx in LA and destroyed on the way to NY?</a:t>
            </a:r>
          </a:p>
          <a:p>
            <a:pPr marL="0" indent="0" algn="just">
              <a:buNone/>
            </a:pPr>
            <a:r>
              <a:rPr lang="en-US" sz="2400" b="1" dirty="0"/>
              <a:t>What if they were sank right as the ship left the NY harbor?</a:t>
            </a:r>
          </a:p>
        </p:txBody>
      </p:sp>
    </p:spTree>
    <p:extLst>
      <p:ext uri="{BB962C8B-B14F-4D97-AF65-F5344CB8AC3E}">
        <p14:creationId xmlns:p14="http://schemas.microsoft.com/office/powerpoint/2010/main" val="168044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13"/>
          <p:cNvSpPr>
            <a:spLocks/>
          </p:cNvSpPr>
          <p:nvPr/>
        </p:nvSpPr>
        <p:spPr bwMode="auto">
          <a:xfrm>
            <a:off x="10164502" y="3431366"/>
            <a:ext cx="2027498" cy="1482489"/>
          </a:xfrm>
          <a:custGeom>
            <a:avLst/>
            <a:gdLst>
              <a:gd name="T0" fmla="*/ 1230 w 1276"/>
              <a:gd name="T1" fmla="*/ 748 h 933"/>
              <a:gd name="T2" fmla="*/ 1221 w 1276"/>
              <a:gd name="T3" fmla="*/ 748 h 933"/>
              <a:gd name="T4" fmla="*/ 1206 w 1276"/>
              <a:gd name="T5" fmla="*/ 748 h 933"/>
              <a:gd name="T6" fmla="*/ 1211 w 1276"/>
              <a:gd name="T7" fmla="*/ 216 h 933"/>
              <a:gd name="T8" fmla="*/ 1218 w 1276"/>
              <a:gd name="T9" fmla="*/ 216 h 933"/>
              <a:gd name="T10" fmla="*/ 1221 w 1276"/>
              <a:gd name="T11" fmla="*/ 214 h 933"/>
              <a:gd name="T12" fmla="*/ 1218 w 1276"/>
              <a:gd name="T13" fmla="*/ 185 h 933"/>
              <a:gd name="T14" fmla="*/ 1206 w 1276"/>
              <a:gd name="T15" fmla="*/ 182 h 933"/>
              <a:gd name="T16" fmla="*/ 1192 w 1276"/>
              <a:gd name="T17" fmla="*/ 180 h 933"/>
              <a:gd name="T18" fmla="*/ 1182 w 1276"/>
              <a:gd name="T19" fmla="*/ 0 h 933"/>
              <a:gd name="T20" fmla="*/ 1172 w 1276"/>
              <a:gd name="T21" fmla="*/ 180 h 933"/>
              <a:gd name="T22" fmla="*/ 1158 w 1276"/>
              <a:gd name="T23" fmla="*/ 180 h 933"/>
              <a:gd name="T24" fmla="*/ 1143 w 1276"/>
              <a:gd name="T25" fmla="*/ 182 h 933"/>
              <a:gd name="T26" fmla="*/ 1141 w 1276"/>
              <a:gd name="T27" fmla="*/ 212 h 933"/>
              <a:gd name="T28" fmla="*/ 1143 w 1276"/>
              <a:gd name="T29" fmla="*/ 214 h 933"/>
              <a:gd name="T30" fmla="*/ 1151 w 1276"/>
              <a:gd name="T31" fmla="*/ 214 h 933"/>
              <a:gd name="T32" fmla="*/ 1071 w 1276"/>
              <a:gd name="T33" fmla="*/ 659 h 933"/>
              <a:gd name="T34" fmla="*/ 659 w 1276"/>
              <a:gd name="T35" fmla="*/ 496 h 933"/>
              <a:gd name="T36" fmla="*/ 666 w 1276"/>
              <a:gd name="T37" fmla="*/ 491 h 933"/>
              <a:gd name="T38" fmla="*/ 611 w 1276"/>
              <a:gd name="T39" fmla="*/ 430 h 933"/>
              <a:gd name="T40" fmla="*/ 620 w 1276"/>
              <a:gd name="T41" fmla="*/ 425 h 933"/>
              <a:gd name="T42" fmla="*/ 606 w 1276"/>
              <a:gd name="T43" fmla="*/ 420 h 933"/>
              <a:gd name="T44" fmla="*/ 608 w 1276"/>
              <a:gd name="T45" fmla="*/ 406 h 933"/>
              <a:gd name="T46" fmla="*/ 606 w 1276"/>
              <a:gd name="T47" fmla="*/ 389 h 933"/>
              <a:gd name="T48" fmla="*/ 594 w 1276"/>
              <a:gd name="T49" fmla="*/ 379 h 933"/>
              <a:gd name="T50" fmla="*/ 586 w 1276"/>
              <a:gd name="T51" fmla="*/ 377 h 933"/>
              <a:gd name="T52" fmla="*/ 569 w 1276"/>
              <a:gd name="T53" fmla="*/ 377 h 933"/>
              <a:gd name="T54" fmla="*/ 562 w 1276"/>
              <a:gd name="T55" fmla="*/ 379 h 933"/>
              <a:gd name="T56" fmla="*/ 552 w 1276"/>
              <a:gd name="T57" fmla="*/ 391 h 933"/>
              <a:gd name="T58" fmla="*/ 548 w 1276"/>
              <a:gd name="T59" fmla="*/ 399 h 933"/>
              <a:gd name="T60" fmla="*/ 548 w 1276"/>
              <a:gd name="T61" fmla="*/ 413 h 933"/>
              <a:gd name="T62" fmla="*/ 552 w 1276"/>
              <a:gd name="T63" fmla="*/ 423 h 933"/>
              <a:gd name="T64" fmla="*/ 538 w 1276"/>
              <a:gd name="T65" fmla="*/ 425 h 933"/>
              <a:gd name="T66" fmla="*/ 548 w 1276"/>
              <a:gd name="T67" fmla="*/ 430 h 933"/>
              <a:gd name="T68" fmla="*/ 519 w 1276"/>
              <a:gd name="T69" fmla="*/ 491 h 933"/>
              <a:gd name="T70" fmla="*/ 412 w 1276"/>
              <a:gd name="T71" fmla="*/ 491 h 933"/>
              <a:gd name="T72" fmla="*/ 402 w 1276"/>
              <a:gd name="T73" fmla="*/ 491 h 933"/>
              <a:gd name="T74" fmla="*/ 359 w 1276"/>
              <a:gd name="T75" fmla="*/ 464 h 933"/>
              <a:gd name="T76" fmla="*/ 366 w 1276"/>
              <a:gd name="T77" fmla="*/ 459 h 933"/>
              <a:gd name="T78" fmla="*/ 204 w 1276"/>
              <a:gd name="T79" fmla="*/ 447 h 933"/>
              <a:gd name="T80" fmla="*/ 194 w 1276"/>
              <a:gd name="T81" fmla="*/ 416 h 933"/>
              <a:gd name="T82" fmla="*/ 177 w 1276"/>
              <a:gd name="T83" fmla="*/ 391 h 933"/>
              <a:gd name="T84" fmla="*/ 155 w 1276"/>
              <a:gd name="T85" fmla="*/ 369 h 933"/>
              <a:gd name="T86" fmla="*/ 141 w 1276"/>
              <a:gd name="T87" fmla="*/ 360 h 933"/>
              <a:gd name="T88" fmla="*/ 114 w 1276"/>
              <a:gd name="T89" fmla="*/ 350 h 933"/>
              <a:gd name="T90" fmla="*/ 112 w 1276"/>
              <a:gd name="T91" fmla="*/ 348 h 933"/>
              <a:gd name="T92" fmla="*/ 97 w 1276"/>
              <a:gd name="T93" fmla="*/ 345 h 933"/>
              <a:gd name="T94" fmla="*/ 92 w 1276"/>
              <a:gd name="T95" fmla="*/ 345 h 933"/>
              <a:gd name="T96" fmla="*/ 88 w 1276"/>
              <a:gd name="T97" fmla="*/ 345 h 933"/>
              <a:gd name="T98" fmla="*/ 78 w 1276"/>
              <a:gd name="T99" fmla="*/ 263 h 933"/>
              <a:gd name="T100" fmla="*/ 73 w 1276"/>
              <a:gd name="T101" fmla="*/ 345 h 933"/>
              <a:gd name="T102" fmla="*/ 68 w 1276"/>
              <a:gd name="T103" fmla="*/ 345 h 933"/>
              <a:gd name="T104" fmla="*/ 51 w 1276"/>
              <a:gd name="T105" fmla="*/ 348 h 933"/>
              <a:gd name="T106" fmla="*/ 51 w 1276"/>
              <a:gd name="T107" fmla="*/ 348 h 933"/>
              <a:gd name="T108" fmla="*/ 37 w 1276"/>
              <a:gd name="T109" fmla="*/ 355 h 933"/>
              <a:gd name="T110" fmla="*/ 22 w 1276"/>
              <a:gd name="T111" fmla="*/ 360 h 933"/>
              <a:gd name="T112" fmla="*/ 0 w 1276"/>
              <a:gd name="T113" fmla="*/ 374 h 933"/>
              <a:gd name="T114" fmla="*/ 1276 w 1276"/>
              <a:gd name="T115" fmla="*/ 933 h 933"/>
              <a:gd name="T116" fmla="*/ 1233 w 1276"/>
              <a:gd name="T117" fmla="*/ 739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76" h="933">
                <a:moveTo>
                  <a:pt x="1233" y="746"/>
                </a:moveTo>
                <a:lnTo>
                  <a:pt x="1230" y="748"/>
                </a:lnTo>
                <a:lnTo>
                  <a:pt x="1228" y="748"/>
                </a:lnTo>
                <a:lnTo>
                  <a:pt x="1221" y="748"/>
                </a:lnTo>
                <a:lnTo>
                  <a:pt x="1216" y="748"/>
                </a:lnTo>
                <a:lnTo>
                  <a:pt x="1206" y="748"/>
                </a:lnTo>
                <a:lnTo>
                  <a:pt x="1206" y="741"/>
                </a:lnTo>
                <a:lnTo>
                  <a:pt x="1211" y="216"/>
                </a:lnTo>
                <a:lnTo>
                  <a:pt x="1213" y="216"/>
                </a:lnTo>
                <a:lnTo>
                  <a:pt x="1218" y="216"/>
                </a:lnTo>
                <a:lnTo>
                  <a:pt x="1221" y="214"/>
                </a:lnTo>
                <a:lnTo>
                  <a:pt x="1221" y="214"/>
                </a:lnTo>
                <a:lnTo>
                  <a:pt x="1221" y="185"/>
                </a:lnTo>
                <a:lnTo>
                  <a:pt x="1218" y="185"/>
                </a:lnTo>
                <a:lnTo>
                  <a:pt x="1213" y="182"/>
                </a:lnTo>
                <a:lnTo>
                  <a:pt x="1206" y="182"/>
                </a:lnTo>
                <a:lnTo>
                  <a:pt x="1197" y="180"/>
                </a:lnTo>
                <a:lnTo>
                  <a:pt x="1192" y="180"/>
                </a:lnTo>
                <a:lnTo>
                  <a:pt x="1192" y="93"/>
                </a:lnTo>
                <a:lnTo>
                  <a:pt x="1182" y="0"/>
                </a:lnTo>
                <a:lnTo>
                  <a:pt x="1175" y="90"/>
                </a:lnTo>
                <a:lnTo>
                  <a:pt x="1172" y="180"/>
                </a:lnTo>
                <a:lnTo>
                  <a:pt x="1165" y="180"/>
                </a:lnTo>
                <a:lnTo>
                  <a:pt x="1158" y="180"/>
                </a:lnTo>
                <a:lnTo>
                  <a:pt x="1151" y="180"/>
                </a:lnTo>
                <a:lnTo>
                  <a:pt x="1143" y="182"/>
                </a:lnTo>
                <a:lnTo>
                  <a:pt x="1141" y="182"/>
                </a:lnTo>
                <a:lnTo>
                  <a:pt x="1141" y="212"/>
                </a:lnTo>
                <a:lnTo>
                  <a:pt x="1141" y="212"/>
                </a:lnTo>
                <a:lnTo>
                  <a:pt x="1143" y="214"/>
                </a:lnTo>
                <a:lnTo>
                  <a:pt x="1148" y="214"/>
                </a:lnTo>
                <a:lnTo>
                  <a:pt x="1151" y="214"/>
                </a:lnTo>
                <a:lnTo>
                  <a:pt x="1146" y="714"/>
                </a:lnTo>
                <a:lnTo>
                  <a:pt x="1071" y="659"/>
                </a:lnTo>
                <a:lnTo>
                  <a:pt x="661" y="651"/>
                </a:lnTo>
                <a:lnTo>
                  <a:pt x="659" y="496"/>
                </a:lnTo>
                <a:lnTo>
                  <a:pt x="666" y="496"/>
                </a:lnTo>
                <a:lnTo>
                  <a:pt x="666" y="491"/>
                </a:lnTo>
                <a:lnTo>
                  <a:pt x="611" y="491"/>
                </a:lnTo>
                <a:lnTo>
                  <a:pt x="611" y="430"/>
                </a:lnTo>
                <a:lnTo>
                  <a:pt x="620" y="428"/>
                </a:lnTo>
                <a:lnTo>
                  <a:pt x="620" y="425"/>
                </a:lnTo>
                <a:lnTo>
                  <a:pt x="603" y="423"/>
                </a:lnTo>
                <a:lnTo>
                  <a:pt x="606" y="420"/>
                </a:lnTo>
                <a:lnTo>
                  <a:pt x="608" y="413"/>
                </a:lnTo>
                <a:lnTo>
                  <a:pt x="608" y="406"/>
                </a:lnTo>
                <a:lnTo>
                  <a:pt x="608" y="399"/>
                </a:lnTo>
                <a:lnTo>
                  <a:pt x="606" y="389"/>
                </a:lnTo>
                <a:lnTo>
                  <a:pt x="601" y="384"/>
                </a:lnTo>
                <a:lnTo>
                  <a:pt x="594" y="379"/>
                </a:lnTo>
                <a:lnTo>
                  <a:pt x="586" y="377"/>
                </a:lnTo>
                <a:lnTo>
                  <a:pt x="586" y="377"/>
                </a:lnTo>
                <a:lnTo>
                  <a:pt x="577" y="374"/>
                </a:lnTo>
                <a:lnTo>
                  <a:pt x="569" y="377"/>
                </a:lnTo>
                <a:lnTo>
                  <a:pt x="569" y="377"/>
                </a:lnTo>
                <a:lnTo>
                  <a:pt x="562" y="379"/>
                </a:lnTo>
                <a:lnTo>
                  <a:pt x="557" y="384"/>
                </a:lnTo>
                <a:lnTo>
                  <a:pt x="552" y="391"/>
                </a:lnTo>
                <a:lnTo>
                  <a:pt x="548" y="399"/>
                </a:lnTo>
                <a:lnTo>
                  <a:pt x="548" y="399"/>
                </a:lnTo>
                <a:lnTo>
                  <a:pt x="548" y="406"/>
                </a:lnTo>
                <a:lnTo>
                  <a:pt x="548" y="413"/>
                </a:lnTo>
                <a:lnTo>
                  <a:pt x="552" y="420"/>
                </a:lnTo>
                <a:lnTo>
                  <a:pt x="552" y="423"/>
                </a:lnTo>
                <a:lnTo>
                  <a:pt x="552" y="423"/>
                </a:lnTo>
                <a:lnTo>
                  <a:pt x="538" y="425"/>
                </a:lnTo>
                <a:lnTo>
                  <a:pt x="538" y="430"/>
                </a:lnTo>
                <a:lnTo>
                  <a:pt x="548" y="430"/>
                </a:lnTo>
                <a:lnTo>
                  <a:pt x="550" y="491"/>
                </a:lnTo>
                <a:lnTo>
                  <a:pt x="519" y="491"/>
                </a:lnTo>
                <a:lnTo>
                  <a:pt x="509" y="491"/>
                </a:lnTo>
                <a:lnTo>
                  <a:pt x="412" y="491"/>
                </a:lnTo>
                <a:lnTo>
                  <a:pt x="412" y="491"/>
                </a:lnTo>
                <a:lnTo>
                  <a:pt x="402" y="491"/>
                </a:lnTo>
                <a:lnTo>
                  <a:pt x="359" y="491"/>
                </a:lnTo>
                <a:lnTo>
                  <a:pt x="359" y="464"/>
                </a:lnTo>
                <a:lnTo>
                  <a:pt x="366" y="464"/>
                </a:lnTo>
                <a:lnTo>
                  <a:pt x="366" y="459"/>
                </a:lnTo>
                <a:lnTo>
                  <a:pt x="206" y="459"/>
                </a:lnTo>
                <a:lnTo>
                  <a:pt x="204" y="447"/>
                </a:lnTo>
                <a:lnTo>
                  <a:pt x="201" y="430"/>
                </a:lnTo>
                <a:lnTo>
                  <a:pt x="194" y="416"/>
                </a:lnTo>
                <a:lnTo>
                  <a:pt x="187" y="403"/>
                </a:lnTo>
                <a:lnTo>
                  <a:pt x="177" y="391"/>
                </a:lnTo>
                <a:lnTo>
                  <a:pt x="167" y="379"/>
                </a:lnTo>
                <a:lnTo>
                  <a:pt x="155" y="369"/>
                </a:lnTo>
                <a:lnTo>
                  <a:pt x="141" y="362"/>
                </a:lnTo>
                <a:lnTo>
                  <a:pt x="141" y="360"/>
                </a:lnTo>
                <a:lnTo>
                  <a:pt x="126" y="355"/>
                </a:lnTo>
                <a:lnTo>
                  <a:pt x="114" y="350"/>
                </a:lnTo>
                <a:lnTo>
                  <a:pt x="114" y="348"/>
                </a:lnTo>
                <a:lnTo>
                  <a:pt x="112" y="348"/>
                </a:lnTo>
                <a:lnTo>
                  <a:pt x="112" y="348"/>
                </a:lnTo>
                <a:lnTo>
                  <a:pt x="97" y="345"/>
                </a:lnTo>
                <a:lnTo>
                  <a:pt x="95" y="345"/>
                </a:lnTo>
                <a:lnTo>
                  <a:pt x="92" y="345"/>
                </a:lnTo>
                <a:lnTo>
                  <a:pt x="90" y="345"/>
                </a:lnTo>
                <a:lnTo>
                  <a:pt x="88" y="345"/>
                </a:lnTo>
                <a:lnTo>
                  <a:pt x="90" y="263"/>
                </a:lnTo>
                <a:lnTo>
                  <a:pt x="78" y="263"/>
                </a:lnTo>
                <a:lnTo>
                  <a:pt x="75" y="345"/>
                </a:lnTo>
                <a:lnTo>
                  <a:pt x="73" y="345"/>
                </a:lnTo>
                <a:lnTo>
                  <a:pt x="71" y="345"/>
                </a:lnTo>
                <a:lnTo>
                  <a:pt x="68" y="345"/>
                </a:lnTo>
                <a:lnTo>
                  <a:pt x="54" y="348"/>
                </a:lnTo>
                <a:lnTo>
                  <a:pt x="51" y="348"/>
                </a:lnTo>
                <a:lnTo>
                  <a:pt x="51" y="348"/>
                </a:lnTo>
                <a:lnTo>
                  <a:pt x="51" y="348"/>
                </a:lnTo>
                <a:lnTo>
                  <a:pt x="51" y="350"/>
                </a:lnTo>
                <a:lnTo>
                  <a:pt x="37" y="355"/>
                </a:lnTo>
                <a:lnTo>
                  <a:pt x="22" y="360"/>
                </a:lnTo>
                <a:lnTo>
                  <a:pt x="22" y="360"/>
                </a:lnTo>
                <a:lnTo>
                  <a:pt x="8" y="369"/>
                </a:lnTo>
                <a:lnTo>
                  <a:pt x="0" y="374"/>
                </a:lnTo>
                <a:lnTo>
                  <a:pt x="0" y="933"/>
                </a:lnTo>
                <a:lnTo>
                  <a:pt x="1276" y="933"/>
                </a:lnTo>
                <a:lnTo>
                  <a:pt x="1276" y="739"/>
                </a:lnTo>
                <a:lnTo>
                  <a:pt x="1233" y="739"/>
                </a:lnTo>
                <a:lnTo>
                  <a:pt x="1233" y="746"/>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id-ID"/>
          </a:p>
        </p:txBody>
      </p:sp>
      <p:sp>
        <p:nvSpPr>
          <p:cNvPr id="5" name="Freeform 14"/>
          <p:cNvSpPr>
            <a:spLocks noEditPoints="1"/>
          </p:cNvSpPr>
          <p:nvPr/>
        </p:nvSpPr>
        <p:spPr bwMode="auto">
          <a:xfrm>
            <a:off x="8129058" y="2409672"/>
            <a:ext cx="2035444" cy="2504183"/>
          </a:xfrm>
          <a:custGeom>
            <a:avLst/>
            <a:gdLst>
              <a:gd name="T0" fmla="*/ 1247 w 1281"/>
              <a:gd name="T1" fmla="*/ 1059 h 1576"/>
              <a:gd name="T2" fmla="*/ 1063 w 1281"/>
              <a:gd name="T3" fmla="*/ 1107 h 1576"/>
              <a:gd name="T4" fmla="*/ 1010 w 1281"/>
              <a:gd name="T5" fmla="*/ 634 h 1576"/>
              <a:gd name="T6" fmla="*/ 879 w 1281"/>
              <a:gd name="T7" fmla="*/ 801 h 1576"/>
              <a:gd name="T8" fmla="*/ 831 w 1281"/>
              <a:gd name="T9" fmla="*/ 306 h 1576"/>
              <a:gd name="T10" fmla="*/ 882 w 1281"/>
              <a:gd name="T11" fmla="*/ 296 h 1576"/>
              <a:gd name="T12" fmla="*/ 882 w 1281"/>
              <a:gd name="T13" fmla="*/ 264 h 1576"/>
              <a:gd name="T14" fmla="*/ 884 w 1281"/>
              <a:gd name="T15" fmla="*/ 245 h 1576"/>
              <a:gd name="T16" fmla="*/ 879 w 1281"/>
              <a:gd name="T17" fmla="*/ 89 h 1576"/>
              <a:gd name="T18" fmla="*/ 877 w 1281"/>
              <a:gd name="T19" fmla="*/ 143 h 1576"/>
              <a:gd name="T20" fmla="*/ 795 w 1281"/>
              <a:gd name="T21" fmla="*/ 111 h 1576"/>
              <a:gd name="T22" fmla="*/ 790 w 1281"/>
              <a:gd name="T23" fmla="*/ 145 h 1576"/>
              <a:gd name="T24" fmla="*/ 710 w 1281"/>
              <a:gd name="T25" fmla="*/ 114 h 1576"/>
              <a:gd name="T26" fmla="*/ 703 w 1281"/>
              <a:gd name="T27" fmla="*/ 89 h 1576"/>
              <a:gd name="T28" fmla="*/ 623 w 1281"/>
              <a:gd name="T29" fmla="*/ 153 h 1576"/>
              <a:gd name="T30" fmla="*/ 615 w 1281"/>
              <a:gd name="T31" fmla="*/ 153 h 1576"/>
              <a:gd name="T32" fmla="*/ 615 w 1281"/>
              <a:gd name="T33" fmla="*/ 89 h 1576"/>
              <a:gd name="T34" fmla="*/ 536 w 1281"/>
              <a:gd name="T35" fmla="*/ 153 h 1576"/>
              <a:gd name="T36" fmla="*/ 528 w 1281"/>
              <a:gd name="T37" fmla="*/ 153 h 1576"/>
              <a:gd name="T38" fmla="*/ 526 w 1281"/>
              <a:gd name="T39" fmla="*/ 0 h 1576"/>
              <a:gd name="T40" fmla="*/ 521 w 1281"/>
              <a:gd name="T41" fmla="*/ 145 h 1576"/>
              <a:gd name="T42" fmla="*/ 499 w 1281"/>
              <a:gd name="T43" fmla="*/ 189 h 1576"/>
              <a:gd name="T44" fmla="*/ 468 w 1281"/>
              <a:gd name="T45" fmla="*/ 191 h 1576"/>
              <a:gd name="T46" fmla="*/ 448 w 1281"/>
              <a:gd name="T47" fmla="*/ 191 h 1576"/>
              <a:gd name="T48" fmla="*/ 429 w 1281"/>
              <a:gd name="T49" fmla="*/ 194 h 1576"/>
              <a:gd name="T50" fmla="*/ 412 w 1281"/>
              <a:gd name="T51" fmla="*/ 196 h 1576"/>
              <a:gd name="T52" fmla="*/ 395 w 1281"/>
              <a:gd name="T53" fmla="*/ 199 h 1576"/>
              <a:gd name="T54" fmla="*/ 366 w 1281"/>
              <a:gd name="T55" fmla="*/ 206 h 1576"/>
              <a:gd name="T56" fmla="*/ 354 w 1281"/>
              <a:gd name="T57" fmla="*/ 208 h 1576"/>
              <a:gd name="T58" fmla="*/ 347 w 1281"/>
              <a:gd name="T59" fmla="*/ 213 h 1576"/>
              <a:gd name="T60" fmla="*/ 342 w 1281"/>
              <a:gd name="T61" fmla="*/ 216 h 1576"/>
              <a:gd name="T62" fmla="*/ 342 w 1281"/>
              <a:gd name="T63" fmla="*/ 216 h 1576"/>
              <a:gd name="T64" fmla="*/ 337 w 1281"/>
              <a:gd name="T65" fmla="*/ 221 h 1576"/>
              <a:gd name="T66" fmla="*/ 339 w 1281"/>
              <a:gd name="T67" fmla="*/ 228 h 1576"/>
              <a:gd name="T68" fmla="*/ 337 w 1281"/>
              <a:gd name="T69" fmla="*/ 223 h 1576"/>
              <a:gd name="T70" fmla="*/ 337 w 1281"/>
              <a:gd name="T71" fmla="*/ 228 h 1576"/>
              <a:gd name="T72" fmla="*/ 339 w 1281"/>
              <a:gd name="T73" fmla="*/ 230 h 1576"/>
              <a:gd name="T74" fmla="*/ 342 w 1281"/>
              <a:gd name="T75" fmla="*/ 233 h 1576"/>
              <a:gd name="T76" fmla="*/ 344 w 1281"/>
              <a:gd name="T77" fmla="*/ 238 h 1576"/>
              <a:gd name="T78" fmla="*/ 352 w 1281"/>
              <a:gd name="T79" fmla="*/ 240 h 1576"/>
              <a:gd name="T80" fmla="*/ 359 w 1281"/>
              <a:gd name="T81" fmla="*/ 242 h 1576"/>
              <a:gd name="T82" fmla="*/ 368 w 1281"/>
              <a:gd name="T83" fmla="*/ 245 h 1576"/>
              <a:gd name="T84" fmla="*/ 378 w 1281"/>
              <a:gd name="T85" fmla="*/ 247 h 1576"/>
              <a:gd name="T86" fmla="*/ 390 w 1281"/>
              <a:gd name="T87" fmla="*/ 250 h 1576"/>
              <a:gd name="T88" fmla="*/ 400 w 1281"/>
              <a:gd name="T89" fmla="*/ 252 h 1576"/>
              <a:gd name="T90" fmla="*/ 402 w 1281"/>
              <a:gd name="T91" fmla="*/ 310 h 1576"/>
              <a:gd name="T92" fmla="*/ 402 w 1281"/>
              <a:gd name="T93" fmla="*/ 371 h 1576"/>
              <a:gd name="T94" fmla="*/ 402 w 1281"/>
              <a:gd name="T95" fmla="*/ 400 h 1576"/>
              <a:gd name="T96" fmla="*/ 400 w 1281"/>
              <a:gd name="T97" fmla="*/ 1260 h 1576"/>
              <a:gd name="T98" fmla="*/ 90 w 1281"/>
              <a:gd name="T99" fmla="*/ 383 h 1576"/>
              <a:gd name="T100" fmla="*/ 10 w 1281"/>
              <a:gd name="T101" fmla="*/ 1224 h 1576"/>
              <a:gd name="T102" fmla="*/ 1281 w 1281"/>
              <a:gd name="T103" fmla="*/ 1576 h 1576"/>
              <a:gd name="T104" fmla="*/ 352 w 1281"/>
              <a:gd name="T105" fmla="*/ 228 h 1576"/>
              <a:gd name="T106" fmla="*/ 342 w 1281"/>
              <a:gd name="T107" fmla="*/ 225 h 1576"/>
              <a:gd name="T108" fmla="*/ 342 w 1281"/>
              <a:gd name="T109" fmla="*/ 228 h 1576"/>
              <a:gd name="T110" fmla="*/ 410 w 1281"/>
              <a:gd name="T111" fmla="*/ 199 h 1576"/>
              <a:gd name="T112" fmla="*/ 412 w 1281"/>
              <a:gd name="T113" fmla="*/ 206 h 1576"/>
              <a:gd name="T114" fmla="*/ 419 w 1281"/>
              <a:gd name="T115" fmla="*/ 211 h 1576"/>
              <a:gd name="T116" fmla="*/ 427 w 1281"/>
              <a:gd name="T117" fmla="*/ 196 h 1576"/>
              <a:gd name="T118" fmla="*/ 429 w 1281"/>
              <a:gd name="T119" fmla="*/ 204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81" h="1576">
                <a:moveTo>
                  <a:pt x="1281" y="1017"/>
                </a:moveTo>
                <a:lnTo>
                  <a:pt x="1277" y="1022"/>
                </a:lnTo>
                <a:lnTo>
                  <a:pt x="1264" y="1032"/>
                </a:lnTo>
                <a:lnTo>
                  <a:pt x="1255" y="1044"/>
                </a:lnTo>
                <a:lnTo>
                  <a:pt x="1247" y="1059"/>
                </a:lnTo>
                <a:lnTo>
                  <a:pt x="1240" y="1073"/>
                </a:lnTo>
                <a:lnTo>
                  <a:pt x="1235" y="1090"/>
                </a:lnTo>
                <a:lnTo>
                  <a:pt x="1235" y="1102"/>
                </a:lnTo>
                <a:lnTo>
                  <a:pt x="1063" y="1102"/>
                </a:lnTo>
                <a:lnTo>
                  <a:pt x="1063" y="1107"/>
                </a:lnTo>
                <a:lnTo>
                  <a:pt x="1071" y="1107"/>
                </a:lnTo>
                <a:lnTo>
                  <a:pt x="1071" y="1134"/>
                </a:lnTo>
                <a:lnTo>
                  <a:pt x="1051" y="1134"/>
                </a:lnTo>
                <a:lnTo>
                  <a:pt x="1051" y="634"/>
                </a:lnTo>
                <a:lnTo>
                  <a:pt x="1010" y="634"/>
                </a:lnTo>
                <a:lnTo>
                  <a:pt x="1010" y="602"/>
                </a:lnTo>
                <a:lnTo>
                  <a:pt x="925" y="602"/>
                </a:lnTo>
                <a:lnTo>
                  <a:pt x="925" y="634"/>
                </a:lnTo>
                <a:lnTo>
                  <a:pt x="879" y="634"/>
                </a:lnTo>
                <a:lnTo>
                  <a:pt x="879" y="801"/>
                </a:lnTo>
                <a:lnTo>
                  <a:pt x="848" y="801"/>
                </a:lnTo>
                <a:lnTo>
                  <a:pt x="848" y="825"/>
                </a:lnTo>
                <a:lnTo>
                  <a:pt x="831" y="825"/>
                </a:lnTo>
                <a:lnTo>
                  <a:pt x="831" y="495"/>
                </a:lnTo>
                <a:lnTo>
                  <a:pt x="831" y="306"/>
                </a:lnTo>
                <a:lnTo>
                  <a:pt x="872" y="306"/>
                </a:lnTo>
                <a:lnTo>
                  <a:pt x="872" y="306"/>
                </a:lnTo>
                <a:lnTo>
                  <a:pt x="872" y="306"/>
                </a:lnTo>
                <a:lnTo>
                  <a:pt x="882" y="306"/>
                </a:lnTo>
                <a:lnTo>
                  <a:pt x="882" y="296"/>
                </a:lnTo>
                <a:lnTo>
                  <a:pt x="884" y="296"/>
                </a:lnTo>
                <a:lnTo>
                  <a:pt x="887" y="289"/>
                </a:lnTo>
                <a:lnTo>
                  <a:pt x="887" y="281"/>
                </a:lnTo>
                <a:lnTo>
                  <a:pt x="882" y="281"/>
                </a:lnTo>
                <a:lnTo>
                  <a:pt x="882" y="264"/>
                </a:lnTo>
                <a:lnTo>
                  <a:pt x="884" y="264"/>
                </a:lnTo>
                <a:lnTo>
                  <a:pt x="884" y="262"/>
                </a:lnTo>
                <a:lnTo>
                  <a:pt x="884" y="247"/>
                </a:lnTo>
                <a:lnTo>
                  <a:pt x="884" y="247"/>
                </a:lnTo>
                <a:lnTo>
                  <a:pt x="884" y="245"/>
                </a:lnTo>
                <a:lnTo>
                  <a:pt x="884" y="143"/>
                </a:lnTo>
                <a:lnTo>
                  <a:pt x="882" y="143"/>
                </a:lnTo>
                <a:lnTo>
                  <a:pt x="882" y="89"/>
                </a:lnTo>
                <a:lnTo>
                  <a:pt x="879" y="89"/>
                </a:lnTo>
                <a:lnTo>
                  <a:pt x="879" y="89"/>
                </a:lnTo>
                <a:lnTo>
                  <a:pt x="879" y="111"/>
                </a:lnTo>
                <a:lnTo>
                  <a:pt x="877" y="111"/>
                </a:lnTo>
                <a:lnTo>
                  <a:pt x="877" y="111"/>
                </a:lnTo>
                <a:lnTo>
                  <a:pt x="877" y="143"/>
                </a:lnTo>
                <a:lnTo>
                  <a:pt x="877" y="143"/>
                </a:lnTo>
                <a:lnTo>
                  <a:pt x="877" y="145"/>
                </a:lnTo>
                <a:lnTo>
                  <a:pt x="877" y="150"/>
                </a:lnTo>
                <a:lnTo>
                  <a:pt x="795" y="150"/>
                </a:lnTo>
                <a:lnTo>
                  <a:pt x="795" y="114"/>
                </a:lnTo>
                <a:lnTo>
                  <a:pt x="795" y="111"/>
                </a:lnTo>
                <a:lnTo>
                  <a:pt x="792" y="111"/>
                </a:lnTo>
                <a:lnTo>
                  <a:pt x="792" y="89"/>
                </a:lnTo>
                <a:lnTo>
                  <a:pt x="792" y="89"/>
                </a:lnTo>
                <a:lnTo>
                  <a:pt x="790" y="89"/>
                </a:lnTo>
                <a:lnTo>
                  <a:pt x="790" y="145"/>
                </a:lnTo>
                <a:lnTo>
                  <a:pt x="787" y="145"/>
                </a:lnTo>
                <a:lnTo>
                  <a:pt x="787" y="150"/>
                </a:lnTo>
                <a:lnTo>
                  <a:pt x="710" y="150"/>
                </a:lnTo>
                <a:lnTo>
                  <a:pt x="710" y="114"/>
                </a:lnTo>
                <a:lnTo>
                  <a:pt x="710" y="114"/>
                </a:lnTo>
                <a:lnTo>
                  <a:pt x="705" y="114"/>
                </a:lnTo>
                <a:lnTo>
                  <a:pt x="705" y="145"/>
                </a:lnTo>
                <a:lnTo>
                  <a:pt x="705" y="145"/>
                </a:lnTo>
                <a:lnTo>
                  <a:pt x="705" y="89"/>
                </a:lnTo>
                <a:lnTo>
                  <a:pt x="703" y="89"/>
                </a:lnTo>
                <a:lnTo>
                  <a:pt x="700" y="89"/>
                </a:lnTo>
                <a:lnTo>
                  <a:pt x="700" y="145"/>
                </a:lnTo>
                <a:lnTo>
                  <a:pt x="698" y="145"/>
                </a:lnTo>
                <a:lnTo>
                  <a:pt x="698" y="150"/>
                </a:lnTo>
                <a:lnTo>
                  <a:pt x="623" y="153"/>
                </a:lnTo>
                <a:lnTo>
                  <a:pt x="623" y="114"/>
                </a:lnTo>
                <a:lnTo>
                  <a:pt x="623" y="114"/>
                </a:lnTo>
                <a:lnTo>
                  <a:pt x="618" y="114"/>
                </a:lnTo>
                <a:lnTo>
                  <a:pt x="618" y="153"/>
                </a:lnTo>
                <a:lnTo>
                  <a:pt x="615" y="153"/>
                </a:lnTo>
                <a:lnTo>
                  <a:pt x="615" y="148"/>
                </a:lnTo>
                <a:lnTo>
                  <a:pt x="615" y="145"/>
                </a:lnTo>
                <a:lnTo>
                  <a:pt x="615" y="145"/>
                </a:lnTo>
                <a:lnTo>
                  <a:pt x="615" y="92"/>
                </a:lnTo>
                <a:lnTo>
                  <a:pt x="615" y="89"/>
                </a:lnTo>
                <a:lnTo>
                  <a:pt x="611" y="89"/>
                </a:lnTo>
                <a:lnTo>
                  <a:pt x="611" y="145"/>
                </a:lnTo>
                <a:lnTo>
                  <a:pt x="608" y="145"/>
                </a:lnTo>
                <a:lnTo>
                  <a:pt x="608" y="153"/>
                </a:lnTo>
                <a:lnTo>
                  <a:pt x="536" y="153"/>
                </a:lnTo>
                <a:lnTo>
                  <a:pt x="536" y="114"/>
                </a:lnTo>
                <a:lnTo>
                  <a:pt x="536" y="114"/>
                </a:lnTo>
                <a:lnTo>
                  <a:pt x="533" y="114"/>
                </a:lnTo>
                <a:lnTo>
                  <a:pt x="533" y="153"/>
                </a:lnTo>
                <a:lnTo>
                  <a:pt x="528" y="153"/>
                </a:lnTo>
                <a:lnTo>
                  <a:pt x="528" y="148"/>
                </a:lnTo>
                <a:lnTo>
                  <a:pt x="526" y="145"/>
                </a:lnTo>
                <a:lnTo>
                  <a:pt x="526" y="145"/>
                </a:lnTo>
                <a:lnTo>
                  <a:pt x="526" y="2"/>
                </a:lnTo>
                <a:lnTo>
                  <a:pt x="526" y="0"/>
                </a:lnTo>
                <a:lnTo>
                  <a:pt x="521" y="0"/>
                </a:lnTo>
                <a:lnTo>
                  <a:pt x="521" y="92"/>
                </a:lnTo>
                <a:lnTo>
                  <a:pt x="521" y="92"/>
                </a:lnTo>
                <a:lnTo>
                  <a:pt x="521" y="145"/>
                </a:lnTo>
                <a:lnTo>
                  <a:pt x="521" y="145"/>
                </a:lnTo>
                <a:lnTo>
                  <a:pt x="521" y="187"/>
                </a:lnTo>
                <a:lnTo>
                  <a:pt x="511" y="189"/>
                </a:lnTo>
                <a:lnTo>
                  <a:pt x="511" y="189"/>
                </a:lnTo>
                <a:lnTo>
                  <a:pt x="509" y="189"/>
                </a:lnTo>
                <a:lnTo>
                  <a:pt x="499" y="189"/>
                </a:lnTo>
                <a:lnTo>
                  <a:pt x="490" y="189"/>
                </a:lnTo>
                <a:lnTo>
                  <a:pt x="490" y="189"/>
                </a:lnTo>
                <a:lnTo>
                  <a:pt x="487" y="189"/>
                </a:lnTo>
                <a:lnTo>
                  <a:pt x="477" y="189"/>
                </a:lnTo>
                <a:lnTo>
                  <a:pt x="468" y="191"/>
                </a:lnTo>
                <a:lnTo>
                  <a:pt x="468" y="191"/>
                </a:lnTo>
                <a:lnTo>
                  <a:pt x="465" y="191"/>
                </a:lnTo>
                <a:lnTo>
                  <a:pt x="465" y="191"/>
                </a:lnTo>
                <a:lnTo>
                  <a:pt x="456" y="191"/>
                </a:lnTo>
                <a:lnTo>
                  <a:pt x="448" y="191"/>
                </a:lnTo>
                <a:lnTo>
                  <a:pt x="448" y="191"/>
                </a:lnTo>
                <a:lnTo>
                  <a:pt x="446" y="191"/>
                </a:lnTo>
                <a:lnTo>
                  <a:pt x="439" y="194"/>
                </a:lnTo>
                <a:lnTo>
                  <a:pt x="429" y="194"/>
                </a:lnTo>
                <a:lnTo>
                  <a:pt x="429" y="194"/>
                </a:lnTo>
                <a:lnTo>
                  <a:pt x="429" y="194"/>
                </a:lnTo>
                <a:lnTo>
                  <a:pt x="419" y="196"/>
                </a:lnTo>
                <a:lnTo>
                  <a:pt x="412" y="196"/>
                </a:lnTo>
                <a:lnTo>
                  <a:pt x="412" y="196"/>
                </a:lnTo>
                <a:lnTo>
                  <a:pt x="412" y="196"/>
                </a:lnTo>
                <a:lnTo>
                  <a:pt x="412" y="196"/>
                </a:lnTo>
                <a:lnTo>
                  <a:pt x="412" y="196"/>
                </a:lnTo>
                <a:lnTo>
                  <a:pt x="405" y="199"/>
                </a:lnTo>
                <a:lnTo>
                  <a:pt x="398" y="199"/>
                </a:lnTo>
                <a:lnTo>
                  <a:pt x="395" y="199"/>
                </a:lnTo>
                <a:lnTo>
                  <a:pt x="390" y="201"/>
                </a:lnTo>
                <a:lnTo>
                  <a:pt x="383" y="201"/>
                </a:lnTo>
                <a:lnTo>
                  <a:pt x="383" y="201"/>
                </a:lnTo>
                <a:lnTo>
                  <a:pt x="376" y="204"/>
                </a:lnTo>
                <a:lnTo>
                  <a:pt x="366" y="206"/>
                </a:lnTo>
                <a:lnTo>
                  <a:pt x="356" y="208"/>
                </a:lnTo>
                <a:lnTo>
                  <a:pt x="354" y="208"/>
                </a:lnTo>
                <a:lnTo>
                  <a:pt x="354" y="208"/>
                </a:lnTo>
                <a:lnTo>
                  <a:pt x="354" y="208"/>
                </a:lnTo>
                <a:lnTo>
                  <a:pt x="354" y="208"/>
                </a:lnTo>
                <a:lnTo>
                  <a:pt x="354" y="208"/>
                </a:lnTo>
                <a:lnTo>
                  <a:pt x="349" y="211"/>
                </a:lnTo>
                <a:lnTo>
                  <a:pt x="349" y="211"/>
                </a:lnTo>
                <a:lnTo>
                  <a:pt x="347" y="213"/>
                </a:lnTo>
                <a:lnTo>
                  <a:pt x="347" y="213"/>
                </a:lnTo>
                <a:lnTo>
                  <a:pt x="347" y="213"/>
                </a:lnTo>
                <a:lnTo>
                  <a:pt x="344" y="213"/>
                </a:lnTo>
                <a:lnTo>
                  <a:pt x="342" y="216"/>
                </a:lnTo>
                <a:lnTo>
                  <a:pt x="342" y="216"/>
                </a:lnTo>
                <a:lnTo>
                  <a:pt x="342" y="216"/>
                </a:lnTo>
                <a:lnTo>
                  <a:pt x="339" y="218"/>
                </a:lnTo>
                <a:lnTo>
                  <a:pt x="339" y="218"/>
                </a:lnTo>
                <a:lnTo>
                  <a:pt x="339" y="218"/>
                </a:lnTo>
                <a:lnTo>
                  <a:pt x="342" y="216"/>
                </a:lnTo>
                <a:lnTo>
                  <a:pt x="342" y="216"/>
                </a:lnTo>
                <a:lnTo>
                  <a:pt x="342" y="216"/>
                </a:lnTo>
                <a:lnTo>
                  <a:pt x="339" y="218"/>
                </a:lnTo>
                <a:lnTo>
                  <a:pt x="339" y="218"/>
                </a:lnTo>
                <a:lnTo>
                  <a:pt x="337" y="221"/>
                </a:lnTo>
                <a:lnTo>
                  <a:pt x="337" y="221"/>
                </a:lnTo>
                <a:lnTo>
                  <a:pt x="337" y="223"/>
                </a:lnTo>
                <a:lnTo>
                  <a:pt x="337" y="223"/>
                </a:lnTo>
                <a:lnTo>
                  <a:pt x="337" y="225"/>
                </a:lnTo>
                <a:lnTo>
                  <a:pt x="337" y="225"/>
                </a:lnTo>
                <a:lnTo>
                  <a:pt x="339" y="228"/>
                </a:lnTo>
                <a:lnTo>
                  <a:pt x="337" y="225"/>
                </a:lnTo>
                <a:lnTo>
                  <a:pt x="337" y="225"/>
                </a:lnTo>
                <a:lnTo>
                  <a:pt x="337" y="223"/>
                </a:lnTo>
                <a:lnTo>
                  <a:pt x="337" y="223"/>
                </a:lnTo>
                <a:lnTo>
                  <a:pt x="337" y="223"/>
                </a:lnTo>
                <a:lnTo>
                  <a:pt x="337" y="223"/>
                </a:lnTo>
                <a:lnTo>
                  <a:pt x="337" y="223"/>
                </a:lnTo>
                <a:lnTo>
                  <a:pt x="337" y="225"/>
                </a:lnTo>
                <a:lnTo>
                  <a:pt x="337" y="225"/>
                </a:lnTo>
                <a:lnTo>
                  <a:pt x="337" y="228"/>
                </a:lnTo>
                <a:lnTo>
                  <a:pt x="337" y="228"/>
                </a:lnTo>
                <a:lnTo>
                  <a:pt x="337" y="228"/>
                </a:lnTo>
                <a:lnTo>
                  <a:pt x="337" y="228"/>
                </a:lnTo>
                <a:lnTo>
                  <a:pt x="337" y="230"/>
                </a:lnTo>
                <a:lnTo>
                  <a:pt x="339" y="230"/>
                </a:lnTo>
                <a:lnTo>
                  <a:pt x="339" y="233"/>
                </a:lnTo>
                <a:lnTo>
                  <a:pt x="339" y="233"/>
                </a:lnTo>
                <a:lnTo>
                  <a:pt x="339" y="233"/>
                </a:lnTo>
                <a:lnTo>
                  <a:pt x="339" y="233"/>
                </a:lnTo>
                <a:lnTo>
                  <a:pt x="342" y="233"/>
                </a:lnTo>
                <a:lnTo>
                  <a:pt x="342" y="235"/>
                </a:lnTo>
                <a:lnTo>
                  <a:pt x="342" y="235"/>
                </a:lnTo>
                <a:lnTo>
                  <a:pt x="344" y="238"/>
                </a:lnTo>
                <a:lnTo>
                  <a:pt x="344" y="238"/>
                </a:lnTo>
                <a:lnTo>
                  <a:pt x="344" y="238"/>
                </a:lnTo>
                <a:lnTo>
                  <a:pt x="347" y="238"/>
                </a:lnTo>
                <a:lnTo>
                  <a:pt x="347" y="238"/>
                </a:lnTo>
                <a:lnTo>
                  <a:pt x="349" y="238"/>
                </a:lnTo>
                <a:lnTo>
                  <a:pt x="352" y="240"/>
                </a:lnTo>
                <a:lnTo>
                  <a:pt x="352" y="240"/>
                </a:lnTo>
                <a:lnTo>
                  <a:pt x="352" y="240"/>
                </a:lnTo>
                <a:lnTo>
                  <a:pt x="352" y="240"/>
                </a:lnTo>
                <a:lnTo>
                  <a:pt x="352" y="240"/>
                </a:lnTo>
                <a:lnTo>
                  <a:pt x="356" y="242"/>
                </a:lnTo>
                <a:lnTo>
                  <a:pt x="359" y="242"/>
                </a:lnTo>
                <a:lnTo>
                  <a:pt x="359" y="242"/>
                </a:lnTo>
                <a:lnTo>
                  <a:pt x="359" y="242"/>
                </a:lnTo>
                <a:lnTo>
                  <a:pt x="359" y="242"/>
                </a:lnTo>
                <a:lnTo>
                  <a:pt x="364" y="245"/>
                </a:lnTo>
                <a:lnTo>
                  <a:pt x="368" y="245"/>
                </a:lnTo>
                <a:lnTo>
                  <a:pt x="368" y="245"/>
                </a:lnTo>
                <a:lnTo>
                  <a:pt x="368" y="245"/>
                </a:lnTo>
                <a:lnTo>
                  <a:pt x="368" y="245"/>
                </a:lnTo>
                <a:lnTo>
                  <a:pt x="373" y="247"/>
                </a:lnTo>
                <a:lnTo>
                  <a:pt x="378" y="247"/>
                </a:lnTo>
                <a:lnTo>
                  <a:pt x="378" y="247"/>
                </a:lnTo>
                <a:lnTo>
                  <a:pt x="381" y="247"/>
                </a:lnTo>
                <a:lnTo>
                  <a:pt x="381" y="247"/>
                </a:lnTo>
                <a:lnTo>
                  <a:pt x="385" y="250"/>
                </a:lnTo>
                <a:lnTo>
                  <a:pt x="390" y="250"/>
                </a:lnTo>
                <a:lnTo>
                  <a:pt x="390" y="250"/>
                </a:lnTo>
                <a:lnTo>
                  <a:pt x="393" y="250"/>
                </a:lnTo>
                <a:lnTo>
                  <a:pt x="393" y="250"/>
                </a:lnTo>
                <a:lnTo>
                  <a:pt x="398" y="252"/>
                </a:lnTo>
                <a:lnTo>
                  <a:pt x="400" y="252"/>
                </a:lnTo>
                <a:lnTo>
                  <a:pt x="460" y="262"/>
                </a:lnTo>
                <a:lnTo>
                  <a:pt x="460" y="301"/>
                </a:lnTo>
                <a:lnTo>
                  <a:pt x="436" y="303"/>
                </a:lnTo>
                <a:lnTo>
                  <a:pt x="417" y="308"/>
                </a:lnTo>
                <a:lnTo>
                  <a:pt x="402" y="310"/>
                </a:lnTo>
                <a:lnTo>
                  <a:pt x="398" y="315"/>
                </a:lnTo>
                <a:lnTo>
                  <a:pt x="398" y="337"/>
                </a:lnTo>
                <a:lnTo>
                  <a:pt x="402" y="342"/>
                </a:lnTo>
                <a:lnTo>
                  <a:pt x="402" y="342"/>
                </a:lnTo>
                <a:lnTo>
                  <a:pt x="402" y="371"/>
                </a:lnTo>
                <a:lnTo>
                  <a:pt x="398" y="374"/>
                </a:lnTo>
                <a:lnTo>
                  <a:pt x="398" y="376"/>
                </a:lnTo>
                <a:lnTo>
                  <a:pt x="402" y="381"/>
                </a:lnTo>
                <a:lnTo>
                  <a:pt x="402" y="381"/>
                </a:lnTo>
                <a:lnTo>
                  <a:pt x="402" y="400"/>
                </a:lnTo>
                <a:lnTo>
                  <a:pt x="398" y="403"/>
                </a:lnTo>
                <a:lnTo>
                  <a:pt x="398" y="412"/>
                </a:lnTo>
                <a:lnTo>
                  <a:pt x="402" y="417"/>
                </a:lnTo>
                <a:lnTo>
                  <a:pt x="402" y="417"/>
                </a:lnTo>
                <a:lnTo>
                  <a:pt x="400" y="1260"/>
                </a:lnTo>
                <a:lnTo>
                  <a:pt x="378" y="1260"/>
                </a:lnTo>
                <a:lnTo>
                  <a:pt x="376" y="415"/>
                </a:lnTo>
                <a:lnTo>
                  <a:pt x="315" y="415"/>
                </a:lnTo>
                <a:lnTo>
                  <a:pt x="315" y="383"/>
                </a:lnTo>
                <a:lnTo>
                  <a:pt x="90" y="383"/>
                </a:lnTo>
                <a:lnTo>
                  <a:pt x="75" y="415"/>
                </a:lnTo>
                <a:lnTo>
                  <a:pt x="42" y="415"/>
                </a:lnTo>
                <a:lnTo>
                  <a:pt x="17" y="473"/>
                </a:lnTo>
                <a:lnTo>
                  <a:pt x="17" y="1224"/>
                </a:lnTo>
                <a:lnTo>
                  <a:pt x="10" y="1224"/>
                </a:lnTo>
                <a:lnTo>
                  <a:pt x="10" y="1221"/>
                </a:lnTo>
                <a:lnTo>
                  <a:pt x="5" y="1219"/>
                </a:lnTo>
                <a:lnTo>
                  <a:pt x="0" y="1219"/>
                </a:lnTo>
                <a:lnTo>
                  <a:pt x="0" y="1576"/>
                </a:lnTo>
                <a:lnTo>
                  <a:pt x="1281" y="1576"/>
                </a:lnTo>
                <a:lnTo>
                  <a:pt x="1281" y="1017"/>
                </a:lnTo>
                <a:close/>
                <a:moveTo>
                  <a:pt x="342" y="225"/>
                </a:moveTo>
                <a:lnTo>
                  <a:pt x="344" y="225"/>
                </a:lnTo>
                <a:lnTo>
                  <a:pt x="344" y="225"/>
                </a:lnTo>
                <a:lnTo>
                  <a:pt x="352" y="228"/>
                </a:lnTo>
                <a:lnTo>
                  <a:pt x="344" y="225"/>
                </a:lnTo>
                <a:lnTo>
                  <a:pt x="344" y="225"/>
                </a:lnTo>
                <a:lnTo>
                  <a:pt x="342" y="225"/>
                </a:lnTo>
                <a:lnTo>
                  <a:pt x="342" y="223"/>
                </a:lnTo>
                <a:lnTo>
                  <a:pt x="342" y="225"/>
                </a:lnTo>
                <a:close/>
                <a:moveTo>
                  <a:pt x="342" y="228"/>
                </a:moveTo>
                <a:lnTo>
                  <a:pt x="342" y="228"/>
                </a:lnTo>
                <a:lnTo>
                  <a:pt x="339" y="228"/>
                </a:lnTo>
                <a:lnTo>
                  <a:pt x="342" y="228"/>
                </a:lnTo>
                <a:lnTo>
                  <a:pt x="342" y="228"/>
                </a:lnTo>
                <a:lnTo>
                  <a:pt x="361" y="233"/>
                </a:lnTo>
                <a:lnTo>
                  <a:pt x="342" y="228"/>
                </a:lnTo>
                <a:close/>
                <a:moveTo>
                  <a:pt x="410" y="199"/>
                </a:moveTo>
                <a:lnTo>
                  <a:pt x="410" y="201"/>
                </a:lnTo>
                <a:lnTo>
                  <a:pt x="410" y="199"/>
                </a:lnTo>
                <a:lnTo>
                  <a:pt x="410" y="199"/>
                </a:lnTo>
                <a:lnTo>
                  <a:pt x="410" y="199"/>
                </a:lnTo>
                <a:close/>
                <a:moveTo>
                  <a:pt x="414" y="208"/>
                </a:moveTo>
                <a:lnTo>
                  <a:pt x="412" y="206"/>
                </a:lnTo>
                <a:lnTo>
                  <a:pt x="412" y="206"/>
                </a:lnTo>
                <a:lnTo>
                  <a:pt x="412" y="206"/>
                </a:lnTo>
                <a:lnTo>
                  <a:pt x="412" y="206"/>
                </a:lnTo>
                <a:lnTo>
                  <a:pt x="412" y="206"/>
                </a:lnTo>
                <a:lnTo>
                  <a:pt x="414" y="208"/>
                </a:lnTo>
                <a:lnTo>
                  <a:pt x="419" y="211"/>
                </a:lnTo>
                <a:lnTo>
                  <a:pt x="414" y="208"/>
                </a:lnTo>
                <a:close/>
                <a:moveTo>
                  <a:pt x="427" y="199"/>
                </a:moveTo>
                <a:lnTo>
                  <a:pt x="427" y="196"/>
                </a:lnTo>
                <a:lnTo>
                  <a:pt x="429" y="196"/>
                </a:lnTo>
                <a:lnTo>
                  <a:pt x="427" y="196"/>
                </a:lnTo>
                <a:lnTo>
                  <a:pt x="427" y="199"/>
                </a:lnTo>
                <a:close/>
                <a:moveTo>
                  <a:pt x="429" y="206"/>
                </a:moveTo>
                <a:lnTo>
                  <a:pt x="429" y="204"/>
                </a:lnTo>
                <a:lnTo>
                  <a:pt x="429" y="204"/>
                </a:lnTo>
                <a:lnTo>
                  <a:pt x="429" y="204"/>
                </a:lnTo>
                <a:lnTo>
                  <a:pt x="429" y="206"/>
                </a:lnTo>
                <a:lnTo>
                  <a:pt x="431" y="206"/>
                </a:lnTo>
                <a:lnTo>
                  <a:pt x="429" y="206"/>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id-ID"/>
          </a:p>
        </p:txBody>
      </p:sp>
      <p:sp>
        <p:nvSpPr>
          <p:cNvPr id="6" name="Freeform 15"/>
          <p:cNvSpPr>
            <a:spLocks/>
          </p:cNvSpPr>
          <p:nvPr/>
        </p:nvSpPr>
        <p:spPr bwMode="auto">
          <a:xfrm>
            <a:off x="6098382" y="3018240"/>
            <a:ext cx="2030676" cy="1895615"/>
          </a:xfrm>
          <a:custGeom>
            <a:avLst/>
            <a:gdLst>
              <a:gd name="T0" fmla="*/ 1278 w 1278"/>
              <a:gd name="T1" fmla="*/ 836 h 1193"/>
              <a:gd name="T2" fmla="*/ 1271 w 1278"/>
              <a:gd name="T3" fmla="*/ 819 h 1193"/>
              <a:gd name="T4" fmla="*/ 1252 w 1278"/>
              <a:gd name="T5" fmla="*/ 821 h 1193"/>
              <a:gd name="T6" fmla="*/ 1242 w 1278"/>
              <a:gd name="T7" fmla="*/ 807 h 1193"/>
              <a:gd name="T8" fmla="*/ 1206 w 1278"/>
              <a:gd name="T9" fmla="*/ 700 h 1193"/>
              <a:gd name="T10" fmla="*/ 1167 w 1278"/>
              <a:gd name="T11" fmla="*/ 693 h 1193"/>
              <a:gd name="T12" fmla="*/ 1126 w 1278"/>
              <a:gd name="T13" fmla="*/ 651 h 1193"/>
              <a:gd name="T14" fmla="*/ 1075 w 1278"/>
              <a:gd name="T15" fmla="*/ 598 h 1193"/>
              <a:gd name="T16" fmla="*/ 1068 w 1278"/>
              <a:gd name="T17" fmla="*/ 586 h 1193"/>
              <a:gd name="T18" fmla="*/ 1053 w 1278"/>
              <a:gd name="T19" fmla="*/ 566 h 1193"/>
              <a:gd name="T20" fmla="*/ 1048 w 1278"/>
              <a:gd name="T21" fmla="*/ 581 h 1193"/>
              <a:gd name="T22" fmla="*/ 1034 w 1278"/>
              <a:gd name="T23" fmla="*/ 593 h 1193"/>
              <a:gd name="T24" fmla="*/ 1034 w 1278"/>
              <a:gd name="T25" fmla="*/ 625 h 1193"/>
              <a:gd name="T26" fmla="*/ 956 w 1278"/>
              <a:gd name="T27" fmla="*/ 685 h 1193"/>
              <a:gd name="T28" fmla="*/ 925 w 1278"/>
              <a:gd name="T29" fmla="*/ 695 h 1193"/>
              <a:gd name="T30" fmla="*/ 884 w 1278"/>
              <a:gd name="T31" fmla="*/ 824 h 1193"/>
              <a:gd name="T32" fmla="*/ 864 w 1278"/>
              <a:gd name="T33" fmla="*/ 807 h 1193"/>
              <a:gd name="T34" fmla="*/ 850 w 1278"/>
              <a:gd name="T35" fmla="*/ 838 h 1193"/>
              <a:gd name="T36" fmla="*/ 833 w 1278"/>
              <a:gd name="T37" fmla="*/ 819 h 1193"/>
              <a:gd name="T38" fmla="*/ 814 w 1278"/>
              <a:gd name="T39" fmla="*/ 841 h 1193"/>
              <a:gd name="T40" fmla="*/ 751 w 1278"/>
              <a:gd name="T41" fmla="*/ 32 h 1193"/>
              <a:gd name="T42" fmla="*/ 445 w 1278"/>
              <a:gd name="T43" fmla="*/ 855 h 1193"/>
              <a:gd name="T44" fmla="*/ 431 w 1278"/>
              <a:gd name="T45" fmla="*/ 739 h 1193"/>
              <a:gd name="T46" fmla="*/ 404 w 1278"/>
              <a:gd name="T47" fmla="*/ 756 h 1193"/>
              <a:gd name="T48" fmla="*/ 378 w 1278"/>
              <a:gd name="T49" fmla="*/ 561 h 1193"/>
              <a:gd name="T50" fmla="*/ 375 w 1278"/>
              <a:gd name="T51" fmla="*/ 547 h 1193"/>
              <a:gd name="T52" fmla="*/ 368 w 1278"/>
              <a:gd name="T53" fmla="*/ 569 h 1193"/>
              <a:gd name="T54" fmla="*/ 351 w 1278"/>
              <a:gd name="T55" fmla="*/ 479 h 1193"/>
              <a:gd name="T56" fmla="*/ 341 w 1278"/>
              <a:gd name="T57" fmla="*/ 348 h 1193"/>
              <a:gd name="T58" fmla="*/ 324 w 1278"/>
              <a:gd name="T59" fmla="*/ 372 h 1193"/>
              <a:gd name="T60" fmla="*/ 312 w 1278"/>
              <a:gd name="T61" fmla="*/ 479 h 1193"/>
              <a:gd name="T62" fmla="*/ 295 w 1278"/>
              <a:gd name="T63" fmla="*/ 561 h 1193"/>
              <a:gd name="T64" fmla="*/ 290 w 1278"/>
              <a:gd name="T65" fmla="*/ 547 h 1193"/>
              <a:gd name="T66" fmla="*/ 288 w 1278"/>
              <a:gd name="T67" fmla="*/ 569 h 1193"/>
              <a:gd name="T68" fmla="*/ 269 w 1278"/>
              <a:gd name="T69" fmla="*/ 693 h 1193"/>
              <a:gd name="T70" fmla="*/ 269 w 1278"/>
              <a:gd name="T71" fmla="*/ 695 h 1193"/>
              <a:gd name="T72" fmla="*/ 261 w 1278"/>
              <a:gd name="T73" fmla="*/ 758 h 1193"/>
              <a:gd name="T74" fmla="*/ 244 w 1278"/>
              <a:gd name="T75" fmla="*/ 712 h 1193"/>
              <a:gd name="T76" fmla="*/ 232 w 1278"/>
              <a:gd name="T77" fmla="*/ 574 h 1193"/>
              <a:gd name="T78" fmla="*/ 208 w 1278"/>
              <a:gd name="T79" fmla="*/ 710 h 1193"/>
              <a:gd name="T80" fmla="*/ 194 w 1278"/>
              <a:gd name="T81" fmla="*/ 748 h 1193"/>
              <a:gd name="T82" fmla="*/ 174 w 1278"/>
              <a:gd name="T83" fmla="*/ 688 h 1193"/>
              <a:gd name="T84" fmla="*/ 172 w 1278"/>
              <a:gd name="T85" fmla="*/ 685 h 1193"/>
              <a:gd name="T86" fmla="*/ 169 w 1278"/>
              <a:gd name="T87" fmla="*/ 615 h 1193"/>
              <a:gd name="T88" fmla="*/ 167 w 1278"/>
              <a:gd name="T89" fmla="*/ 610 h 1193"/>
              <a:gd name="T90" fmla="*/ 157 w 1278"/>
              <a:gd name="T91" fmla="*/ 557 h 1193"/>
              <a:gd name="T92" fmla="*/ 148 w 1278"/>
              <a:gd name="T93" fmla="*/ 547 h 1193"/>
              <a:gd name="T94" fmla="*/ 123 w 1278"/>
              <a:gd name="T95" fmla="*/ 479 h 1193"/>
              <a:gd name="T96" fmla="*/ 123 w 1278"/>
              <a:gd name="T97" fmla="*/ 464 h 1193"/>
              <a:gd name="T98" fmla="*/ 121 w 1278"/>
              <a:gd name="T99" fmla="*/ 304 h 1193"/>
              <a:gd name="T100" fmla="*/ 97 w 1278"/>
              <a:gd name="T101" fmla="*/ 464 h 1193"/>
              <a:gd name="T102" fmla="*/ 94 w 1278"/>
              <a:gd name="T103" fmla="*/ 476 h 1193"/>
              <a:gd name="T104" fmla="*/ 70 w 1278"/>
              <a:gd name="T105" fmla="*/ 554 h 1193"/>
              <a:gd name="T106" fmla="*/ 60 w 1278"/>
              <a:gd name="T107" fmla="*/ 549 h 1193"/>
              <a:gd name="T108" fmla="*/ 48 w 1278"/>
              <a:gd name="T109" fmla="*/ 610 h 1193"/>
              <a:gd name="T110" fmla="*/ 41 w 1278"/>
              <a:gd name="T111" fmla="*/ 746 h 1193"/>
              <a:gd name="T112" fmla="*/ 17 w 1278"/>
              <a:gd name="T113" fmla="*/ 739 h 1193"/>
              <a:gd name="T114" fmla="*/ 7 w 1278"/>
              <a:gd name="T115" fmla="*/ 848 h 1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278" h="1193">
                <a:moveTo>
                  <a:pt x="12" y="306"/>
                </a:moveTo>
                <a:lnTo>
                  <a:pt x="0" y="304"/>
                </a:lnTo>
                <a:lnTo>
                  <a:pt x="0" y="1193"/>
                </a:lnTo>
                <a:lnTo>
                  <a:pt x="1278" y="1193"/>
                </a:lnTo>
                <a:lnTo>
                  <a:pt x="1278" y="836"/>
                </a:lnTo>
                <a:lnTo>
                  <a:pt x="1274" y="836"/>
                </a:lnTo>
                <a:lnTo>
                  <a:pt x="1274" y="819"/>
                </a:lnTo>
                <a:lnTo>
                  <a:pt x="1271" y="819"/>
                </a:lnTo>
                <a:lnTo>
                  <a:pt x="1271" y="819"/>
                </a:lnTo>
                <a:lnTo>
                  <a:pt x="1271" y="819"/>
                </a:lnTo>
                <a:lnTo>
                  <a:pt x="1269" y="819"/>
                </a:lnTo>
                <a:lnTo>
                  <a:pt x="1269" y="836"/>
                </a:lnTo>
                <a:lnTo>
                  <a:pt x="1257" y="836"/>
                </a:lnTo>
                <a:lnTo>
                  <a:pt x="1257" y="824"/>
                </a:lnTo>
                <a:lnTo>
                  <a:pt x="1252" y="821"/>
                </a:lnTo>
                <a:lnTo>
                  <a:pt x="1245" y="821"/>
                </a:lnTo>
                <a:lnTo>
                  <a:pt x="1245" y="807"/>
                </a:lnTo>
                <a:lnTo>
                  <a:pt x="1242" y="807"/>
                </a:lnTo>
                <a:lnTo>
                  <a:pt x="1242" y="807"/>
                </a:lnTo>
                <a:lnTo>
                  <a:pt x="1242" y="807"/>
                </a:lnTo>
                <a:lnTo>
                  <a:pt x="1240" y="807"/>
                </a:lnTo>
                <a:lnTo>
                  <a:pt x="1240" y="821"/>
                </a:lnTo>
                <a:lnTo>
                  <a:pt x="1220" y="821"/>
                </a:lnTo>
                <a:lnTo>
                  <a:pt x="1223" y="702"/>
                </a:lnTo>
                <a:lnTo>
                  <a:pt x="1206" y="700"/>
                </a:lnTo>
                <a:lnTo>
                  <a:pt x="1182" y="700"/>
                </a:lnTo>
                <a:lnTo>
                  <a:pt x="1174" y="695"/>
                </a:lnTo>
                <a:lnTo>
                  <a:pt x="1174" y="695"/>
                </a:lnTo>
                <a:lnTo>
                  <a:pt x="1172" y="695"/>
                </a:lnTo>
                <a:lnTo>
                  <a:pt x="1167" y="693"/>
                </a:lnTo>
                <a:lnTo>
                  <a:pt x="1167" y="688"/>
                </a:lnTo>
                <a:lnTo>
                  <a:pt x="1155" y="685"/>
                </a:lnTo>
                <a:lnTo>
                  <a:pt x="1150" y="685"/>
                </a:lnTo>
                <a:lnTo>
                  <a:pt x="1140" y="668"/>
                </a:lnTo>
                <a:lnTo>
                  <a:pt x="1126" y="651"/>
                </a:lnTo>
                <a:lnTo>
                  <a:pt x="1111" y="639"/>
                </a:lnTo>
                <a:lnTo>
                  <a:pt x="1092" y="629"/>
                </a:lnTo>
                <a:lnTo>
                  <a:pt x="1073" y="625"/>
                </a:lnTo>
                <a:lnTo>
                  <a:pt x="1073" y="598"/>
                </a:lnTo>
                <a:lnTo>
                  <a:pt x="1075" y="598"/>
                </a:lnTo>
                <a:lnTo>
                  <a:pt x="1075" y="595"/>
                </a:lnTo>
                <a:lnTo>
                  <a:pt x="1075" y="593"/>
                </a:lnTo>
                <a:lnTo>
                  <a:pt x="1073" y="593"/>
                </a:lnTo>
                <a:lnTo>
                  <a:pt x="1070" y="588"/>
                </a:lnTo>
                <a:lnTo>
                  <a:pt x="1068" y="586"/>
                </a:lnTo>
                <a:lnTo>
                  <a:pt x="1063" y="583"/>
                </a:lnTo>
                <a:lnTo>
                  <a:pt x="1061" y="581"/>
                </a:lnTo>
                <a:lnTo>
                  <a:pt x="1056" y="581"/>
                </a:lnTo>
                <a:lnTo>
                  <a:pt x="1056" y="566"/>
                </a:lnTo>
                <a:lnTo>
                  <a:pt x="1053" y="566"/>
                </a:lnTo>
                <a:lnTo>
                  <a:pt x="1053" y="564"/>
                </a:lnTo>
                <a:lnTo>
                  <a:pt x="1053" y="566"/>
                </a:lnTo>
                <a:lnTo>
                  <a:pt x="1048" y="566"/>
                </a:lnTo>
                <a:lnTo>
                  <a:pt x="1048" y="581"/>
                </a:lnTo>
                <a:lnTo>
                  <a:pt x="1048" y="581"/>
                </a:lnTo>
                <a:lnTo>
                  <a:pt x="1046" y="581"/>
                </a:lnTo>
                <a:lnTo>
                  <a:pt x="1041" y="583"/>
                </a:lnTo>
                <a:lnTo>
                  <a:pt x="1039" y="586"/>
                </a:lnTo>
                <a:lnTo>
                  <a:pt x="1036" y="588"/>
                </a:lnTo>
                <a:lnTo>
                  <a:pt x="1034" y="593"/>
                </a:lnTo>
                <a:lnTo>
                  <a:pt x="1031" y="593"/>
                </a:lnTo>
                <a:lnTo>
                  <a:pt x="1031" y="595"/>
                </a:lnTo>
                <a:lnTo>
                  <a:pt x="1031" y="598"/>
                </a:lnTo>
                <a:lnTo>
                  <a:pt x="1034" y="598"/>
                </a:lnTo>
                <a:lnTo>
                  <a:pt x="1034" y="625"/>
                </a:lnTo>
                <a:lnTo>
                  <a:pt x="1014" y="629"/>
                </a:lnTo>
                <a:lnTo>
                  <a:pt x="995" y="639"/>
                </a:lnTo>
                <a:lnTo>
                  <a:pt x="978" y="651"/>
                </a:lnTo>
                <a:lnTo>
                  <a:pt x="964" y="668"/>
                </a:lnTo>
                <a:lnTo>
                  <a:pt x="956" y="685"/>
                </a:lnTo>
                <a:lnTo>
                  <a:pt x="949" y="685"/>
                </a:lnTo>
                <a:lnTo>
                  <a:pt x="937" y="688"/>
                </a:lnTo>
                <a:lnTo>
                  <a:pt x="937" y="693"/>
                </a:lnTo>
                <a:lnTo>
                  <a:pt x="935" y="695"/>
                </a:lnTo>
                <a:lnTo>
                  <a:pt x="925" y="695"/>
                </a:lnTo>
                <a:lnTo>
                  <a:pt x="925" y="697"/>
                </a:lnTo>
                <a:lnTo>
                  <a:pt x="922" y="700"/>
                </a:lnTo>
                <a:lnTo>
                  <a:pt x="896" y="700"/>
                </a:lnTo>
                <a:lnTo>
                  <a:pt x="881" y="702"/>
                </a:lnTo>
                <a:lnTo>
                  <a:pt x="884" y="824"/>
                </a:lnTo>
                <a:lnTo>
                  <a:pt x="867" y="824"/>
                </a:lnTo>
                <a:lnTo>
                  <a:pt x="867" y="807"/>
                </a:lnTo>
                <a:lnTo>
                  <a:pt x="864" y="807"/>
                </a:lnTo>
                <a:lnTo>
                  <a:pt x="864" y="807"/>
                </a:lnTo>
                <a:lnTo>
                  <a:pt x="864" y="807"/>
                </a:lnTo>
                <a:lnTo>
                  <a:pt x="862" y="807"/>
                </a:lnTo>
                <a:lnTo>
                  <a:pt x="862" y="824"/>
                </a:lnTo>
                <a:lnTo>
                  <a:pt x="855" y="824"/>
                </a:lnTo>
                <a:lnTo>
                  <a:pt x="850" y="826"/>
                </a:lnTo>
                <a:lnTo>
                  <a:pt x="850" y="838"/>
                </a:lnTo>
                <a:lnTo>
                  <a:pt x="850" y="838"/>
                </a:lnTo>
                <a:lnTo>
                  <a:pt x="835" y="838"/>
                </a:lnTo>
                <a:lnTo>
                  <a:pt x="833" y="819"/>
                </a:lnTo>
                <a:lnTo>
                  <a:pt x="833" y="819"/>
                </a:lnTo>
                <a:lnTo>
                  <a:pt x="833" y="819"/>
                </a:lnTo>
                <a:lnTo>
                  <a:pt x="830" y="819"/>
                </a:lnTo>
                <a:lnTo>
                  <a:pt x="828" y="819"/>
                </a:lnTo>
                <a:lnTo>
                  <a:pt x="828" y="838"/>
                </a:lnTo>
                <a:lnTo>
                  <a:pt x="818" y="838"/>
                </a:lnTo>
                <a:lnTo>
                  <a:pt x="814" y="841"/>
                </a:lnTo>
                <a:lnTo>
                  <a:pt x="814" y="841"/>
                </a:lnTo>
                <a:lnTo>
                  <a:pt x="809" y="841"/>
                </a:lnTo>
                <a:lnTo>
                  <a:pt x="811" y="90"/>
                </a:lnTo>
                <a:lnTo>
                  <a:pt x="782" y="32"/>
                </a:lnTo>
                <a:lnTo>
                  <a:pt x="751" y="32"/>
                </a:lnTo>
                <a:lnTo>
                  <a:pt x="734" y="0"/>
                </a:lnTo>
                <a:lnTo>
                  <a:pt x="508" y="0"/>
                </a:lnTo>
                <a:lnTo>
                  <a:pt x="508" y="32"/>
                </a:lnTo>
                <a:lnTo>
                  <a:pt x="448" y="32"/>
                </a:lnTo>
                <a:lnTo>
                  <a:pt x="445" y="855"/>
                </a:lnTo>
                <a:lnTo>
                  <a:pt x="438" y="848"/>
                </a:lnTo>
                <a:lnTo>
                  <a:pt x="438" y="836"/>
                </a:lnTo>
                <a:lnTo>
                  <a:pt x="436" y="746"/>
                </a:lnTo>
                <a:lnTo>
                  <a:pt x="436" y="739"/>
                </a:lnTo>
                <a:lnTo>
                  <a:pt x="431" y="739"/>
                </a:lnTo>
                <a:lnTo>
                  <a:pt x="429" y="739"/>
                </a:lnTo>
                <a:lnTo>
                  <a:pt x="429" y="746"/>
                </a:lnTo>
                <a:lnTo>
                  <a:pt x="429" y="758"/>
                </a:lnTo>
                <a:lnTo>
                  <a:pt x="404" y="758"/>
                </a:lnTo>
                <a:lnTo>
                  <a:pt x="404" y="756"/>
                </a:lnTo>
                <a:lnTo>
                  <a:pt x="399" y="746"/>
                </a:lnTo>
                <a:lnTo>
                  <a:pt x="399" y="693"/>
                </a:lnTo>
                <a:lnTo>
                  <a:pt x="392" y="676"/>
                </a:lnTo>
                <a:lnTo>
                  <a:pt x="392" y="622"/>
                </a:lnTo>
                <a:lnTo>
                  <a:pt x="378" y="561"/>
                </a:lnTo>
                <a:lnTo>
                  <a:pt x="380" y="561"/>
                </a:lnTo>
                <a:lnTo>
                  <a:pt x="380" y="547"/>
                </a:lnTo>
                <a:lnTo>
                  <a:pt x="375" y="547"/>
                </a:lnTo>
                <a:lnTo>
                  <a:pt x="375" y="547"/>
                </a:lnTo>
                <a:lnTo>
                  <a:pt x="375" y="547"/>
                </a:lnTo>
                <a:lnTo>
                  <a:pt x="368" y="547"/>
                </a:lnTo>
                <a:lnTo>
                  <a:pt x="368" y="554"/>
                </a:lnTo>
                <a:lnTo>
                  <a:pt x="366" y="554"/>
                </a:lnTo>
                <a:lnTo>
                  <a:pt x="366" y="569"/>
                </a:lnTo>
                <a:lnTo>
                  <a:pt x="368" y="569"/>
                </a:lnTo>
                <a:lnTo>
                  <a:pt x="358" y="610"/>
                </a:lnTo>
                <a:lnTo>
                  <a:pt x="346" y="481"/>
                </a:lnTo>
                <a:lnTo>
                  <a:pt x="351" y="481"/>
                </a:lnTo>
                <a:lnTo>
                  <a:pt x="351" y="479"/>
                </a:lnTo>
                <a:lnTo>
                  <a:pt x="351" y="479"/>
                </a:lnTo>
                <a:lnTo>
                  <a:pt x="351" y="469"/>
                </a:lnTo>
                <a:lnTo>
                  <a:pt x="344" y="469"/>
                </a:lnTo>
                <a:lnTo>
                  <a:pt x="337" y="372"/>
                </a:lnTo>
                <a:lnTo>
                  <a:pt x="341" y="372"/>
                </a:lnTo>
                <a:lnTo>
                  <a:pt x="341" y="348"/>
                </a:lnTo>
                <a:lnTo>
                  <a:pt x="341" y="309"/>
                </a:lnTo>
                <a:lnTo>
                  <a:pt x="320" y="309"/>
                </a:lnTo>
                <a:lnTo>
                  <a:pt x="320" y="348"/>
                </a:lnTo>
                <a:lnTo>
                  <a:pt x="320" y="372"/>
                </a:lnTo>
                <a:lnTo>
                  <a:pt x="324" y="372"/>
                </a:lnTo>
                <a:lnTo>
                  <a:pt x="324" y="374"/>
                </a:lnTo>
                <a:lnTo>
                  <a:pt x="317" y="469"/>
                </a:lnTo>
                <a:lnTo>
                  <a:pt x="312" y="469"/>
                </a:lnTo>
                <a:lnTo>
                  <a:pt x="312" y="472"/>
                </a:lnTo>
                <a:lnTo>
                  <a:pt x="312" y="479"/>
                </a:lnTo>
                <a:lnTo>
                  <a:pt x="312" y="481"/>
                </a:lnTo>
                <a:lnTo>
                  <a:pt x="317" y="481"/>
                </a:lnTo>
                <a:lnTo>
                  <a:pt x="305" y="610"/>
                </a:lnTo>
                <a:lnTo>
                  <a:pt x="295" y="566"/>
                </a:lnTo>
                <a:lnTo>
                  <a:pt x="295" y="561"/>
                </a:lnTo>
                <a:lnTo>
                  <a:pt x="298" y="561"/>
                </a:lnTo>
                <a:lnTo>
                  <a:pt x="298" y="547"/>
                </a:lnTo>
                <a:lnTo>
                  <a:pt x="290" y="547"/>
                </a:lnTo>
                <a:lnTo>
                  <a:pt x="290" y="547"/>
                </a:lnTo>
                <a:lnTo>
                  <a:pt x="290" y="547"/>
                </a:lnTo>
                <a:lnTo>
                  <a:pt x="286" y="547"/>
                </a:lnTo>
                <a:lnTo>
                  <a:pt x="286" y="554"/>
                </a:lnTo>
                <a:lnTo>
                  <a:pt x="286" y="554"/>
                </a:lnTo>
                <a:lnTo>
                  <a:pt x="286" y="569"/>
                </a:lnTo>
                <a:lnTo>
                  <a:pt x="288" y="569"/>
                </a:lnTo>
                <a:lnTo>
                  <a:pt x="276" y="622"/>
                </a:lnTo>
                <a:lnTo>
                  <a:pt x="276" y="622"/>
                </a:lnTo>
                <a:lnTo>
                  <a:pt x="274" y="627"/>
                </a:lnTo>
                <a:lnTo>
                  <a:pt x="274" y="676"/>
                </a:lnTo>
                <a:lnTo>
                  <a:pt x="269" y="693"/>
                </a:lnTo>
                <a:lnTo>
                  <a:pt x="269" y="693"/>
                </a:lnTo>
                <a:lnTo>
                  <a:pt x="269" y="693"/>
                </a:lnTo>
                <a:lnTo>
                  <a:pt x="269" y="695"/>
                </a:lnTo>
                <a:lnTo>
                  <a:pt x="269" y="695"/>
                </a:lnTo>
                <a:lnTo>
                  <a:pt x="269" y="695"/>
                </a:lnTo>
                <a:lnTo>
                  <a:pt x="269" y="695"/>
                </a:lnTo>
                <a:lnTo>
                  <a:pt x="269" y="746"/>
                </a:lnTo>
                <a:lnTo>
                  <a:pt x="261" y="756"/>
                </a:lnTo>
                <a:lnTo>
                  <a:pt x="261" y="756"/>
                </a:lnTo>
                <a:lnTo>
                  <a:pt x="261" y="758"/>
                </a:lnTo>
                <a:lnTo>
                  <a:pt x="261" y="758"/>
                </a:lnTo>
                <a:lnTo>
                  <a:pt x="252" y="758"/>
                </a:lnTo>
                <a:lnTo>
                  <a:pt x="252" y="748"/>
                </a:lnTo>
                <a:lnTo>
                  <a:pt x="244" y="748"/>
                </a:lnTo>
                <a:lnTo>
                  <a:pt x="244" y="712"/>
                </a:lnTo>
                <a:lnTo>
                  <a:pt x="244" y="710"/>
                </a:lnTo>
                <a:lnTo>
                  <a:pt x="240" y="710"/>
                </a:lnTo>
                <a:lnTo>
                  <a:pt x="225" y="574"/>
                </a:lnTo>
                <a:lnTo>
                  <a:pt x="225" y="574"/>
                </a:lnTo>
                <a:lnTo>
                  <a:pt x="232" y="574"/>
                </a:lnTo>
                <a:lnTo>
                  <a:pt x="232" y="537"/>
                </a:lnTo>
                <a:lnTo>
                  <a:pt x="215" y="537"/>
                </a:lnTo>
                <a:lnTo>
                  <a:pt x="215" y="574"/>
                </a:lnTo>
                <a:lnTo>
                  <a:pt x="220" y="574"/>
                </a:lnTo>
                <a:lnTo>
                  <a:pt x="208" y="710"/>
                </a:lnTo>
                <a:lnTo>
                  <a:pt x="208" y="710"/>
                </a:lnTo>
                <a:lnTo>
                  <a:pt x="208" y="710"/>
                </a:lnTo>
                <a:lnTo>
                  <a:pt x="201" y="710"/>
                </a:lnTo>
                <a:lnTo>
                  <a:pt x="201" y="748"/>
                </a:lnTo>
                <a:lnTo>
                  <a:pt x="194" y="748"/>
                </a:lnTo>
                <a:lnTo>
                  <a:pt x="194" y="758"/>
                </a:lnTo>
                <a:lnTo>
                  <a:pt x="179" y="758"/>
                </a:lnTo>
                <a:lnTo>
                  <a:pt x="179" y="758"/>
                </a:lnTo>
                <a:lnTo>
                  <a:pt x="174" y="746"/>
                </a:lnTo>
                <a:lnTo>
                  <a:pt x="174" y="688"/>
                </a:lnTo>
                <a:lnTo>
                  <a:pt x="174" y="688"/>
                </a:lnTo>
                <a:lnTo>
                  <a:pt x="174" y="688"/>
                </a:lnTo>
                <a:lnTo>
                  <a:pt x="172" y="688"/>
                </a:lnTo>
                <a:lnTo>
                  <a:pt x="172" y="685"/>
                </a:lnTo>
                <a:lnTo>
                  <a:pt x="172" y="685"/>
                </a:lnTo>
                <a:lnTo>
                  <a:pt x="172" y="685"/>
                </a:lnTo>
                <a:lnTo>
                  <a:pt x="169" y="683"/>
                </a:lnTo>
                <a:lnTo>
                  <a:pt x="169" y="617"/>
                </a:lnTo>
                <a:lnTo>
                  <a:pt x="169" y="617"/>
                </a:lnTo>
                <a:lnTo>
                  <a:pt x="169" y="615"/>
                </a:lnTo>
                <a:lnTo>
                  <a:pt x="167" y="615"/>
                </a:lnTo>
                <a:lnTo>
                  <a:pt x="167" y="615"/>
                </a:lnTo>
                <a:lnTo>
                  <a:pt x="167" y="610"/>
                </a:lnTo>
                <a:lnTo>
                  <a:pt x="167" y="610"/>
                </a:lnTo>
                <a:lnTo>
                  <a:pt x="167" y="610"/>
                </a:lnTo>
                <a:lnTo>
                  <a:pt x="165" y="610"/>
                </a:lnTo>
                <a:lnTo>
                  <a:pt x="165" y="610"/>
                </a:lnTo>
                <a:lnTo>
                  <a:pt x="155" y="569"/>
                </a:lnTo>
                <a:lnTo>
                  <a:pt x="157" y="569"/>
                </a:lnTo>
                <a:lnTo>
                  <a:pt x="157" y="557"/>
                </a:lnTo>
                <a:lnTo>
                  <a:pt x="155" y="557"/>
                </a:lnTo>
                <a:lnTo>
                  <a:pt x="155" y="547"/>
                </a:lnTo>
                <a:lnTo>
                  <a:pt x="148" y="547"/>
                </a:lnTo>
                <a:lnTo>
                  <a:pt x="148" y="547"/>
                </a:lnTo>
                <a:lnTo>
                  <a:pt x="148" y="547"/>
                </a:lnTo>
                <a:lnTo>
                  <a:pt x="143" y="547"/>
                </a:lnTo>
                <a:lnTo>
                  <a:pt x="143" y="561"/>
                </a:lnTo>
                <a:lnTo>
                  <a:pt x="145" y="561"/>
                </a:lnTo>
                <a:lnTo>
                  <a:pt x="136" y="603"/>
                </a:lnTo>
                <a:lnTo>
                  <a:pt x="123" y="479"/>
                </a:lnTo>
                <a:lnTo>
                  <a:pt x="131" y="476"/>
                </a:lnTo>
                <a:lnTo>
                  <a:pt x="131" y="476"/>
                </a:lnTo>
                <a:lnTo>
                  <a:pt x="131" y="467"/>
                </a:lnTo>
                <a:lnTo>
                  <a:pt x="128" y="464"/>
                </a:lnTo>
                <a:lnTo>
                  <a:pt x="123" y="464"/>
                </a:lnTo>
                <a:lnTo>
                  <a:pt x="116" y="370"/>
                </a:lnTo>
                <a:lnTo>
                  <a:pt x="116" y="370"/>
                </a:lnTo>
                <a:lnTo>
                  <a:pt x="121" y="370"/>
                </a:lnTo>
                <a:lnTo>
                  <a:pt x="121" y="343"/>
                </a:lnTo>
                <a:lnTo>
                  <a:pt x="121" y="304"/>
                </a:lnTo>
                <a:lnTo>
                  <a:pt x="99" y="304"/>
                </a:lnTo>
                <a:lnTo>
                  <a:pt x="99" y="343"/>
                </a:lnTo>
                <a:lnTo>
                  <a:pt x="99" y="370"/>
                </a:lnTo>
                <a:lnTo>
                  <a:pt x="104" y="370"/>
                </a:lnTo>
                <a:lnTo>
                  <a:pt x="97" y="464"/>
                </a:lnTo>
                <a:lnTo>
                  <a:pt x="90" y="464"/>
                </a:lnTo>
                <a:lnTo>
                  <a:pt x="90" y="474"/>
                </a:lnTo>
                <a:lnTo>
                  <a:pt x="90" y="474"/>
                </a:lnTo>
                <a:lnTo>
                  <a:pt x="90" y="476"/>
                </a:lnTo>
                <a:lnTo>
                  <a:pt x="94" y="476"/>
                </a:lnTo>
                <a:lnTo>
                  <a:pt x="82" y="603"/>
                </a:lnTo>
                <a:lnTo>
                  <a:pt x="75" y="569"/>
                </a:lnTo>
                <a:lnTo>
                  <a:pt x="75" y="569"/>
                </a:lnTo>
                <a:lnTo>
                  <a:pt x="75" y="554"/>
                </a:lnTo>
                <a:lnTo>
                  <a:pt x="70" y="554"/>
                </a:lnTo>
                <a:lnTo>
                  <a:pt x="70" y="549"/>
                </a:lnTo>
                <a:lnTo>
                  <a:pt x="65" y="549"/>
                </a:lnTo>
                <a:lnTo>
                  <a:pt x="65" y="547"/>
                </a:lnTo>
                <a:lnTo>
                  <a:pt x="65" y="549"/>
                </a:lnTo>
                <a:lnTo>
                  <a:pt x="60" y="549"/>
                </a:lnTo>
                <a:lnTo>
                  <a:pt x="60" y="561"/>
                </a:lnTo>
                <a:lnTo>
                  <a:pt x="63" y="561"/>
                </a:lnTo>
                <a:lnTo>
                  <a:pt x="51" y="610"/>
                </a:lnTo>
                <a:lnTo>
                  <a:pt x="51" y="610"/>
                </a:lnTo>
                <a:lnTo>
                  <a:pt x="48" y="610"/>
                </a:lnTo>
                <a:lnTo>
                  <a:pt x="46" y="610"/>
                </a:lnTo>
                <a:lnTo>
                  <a:pt x="46" y="683"/>
                </a:lnTo>
                <a:lnTo>
                  <a:pt x="41" y="685"/>
                </a:lnTo>
                <a:lnTo>
                  <a:pt x="41" y="700"/>
                </a:lnTo>
                <a:lnTo>
                  <a:pt x="41" y="746"/>
                </a:lnTo>
                <a:lnTo>
                  <a:pt x="34" y="756"/>
                </a:lnTo>
                <a:lnTo>
                  <a:pt x="34" y="758"/>
                </a:lnTo>
                <a:lnTo>
                  <a:pt x="19" y="758"/>
                </a:lnTo>
                <a:lnTo>
                  <a:pt x="17" y="746"/>
                </a:lnTo>
                <a:lnTo>
                  <a:pt x="17" y="739"/>
                </a:lnTo>
                <a:lnTo>
                  <a:pt x="17" y="739"/>
                </a:lnTo>
                <a:lnTo>
                  <a:pt x="12" y="739"/>
                </a:lnTo>
                <a:lnTo>
                  <a:pt x="12" y="746"/>
                </a:lnTo>
                <a:lnTo>
                  <a:pt x="7" y="836"/>
                </a:lnTo>
                <a:lnTo>
                  <a:pt x="7" y="848"/>
                </a:lnTo>
                <a:lnTo>
                  <a:pt x="5" y="851"/>
                </a:lnTo>
                <a:lnTo>
                  <a:pt x="10" y="365"/>
                </a:lnTo>
                <a:lnTo>
                  <a:pt x="12" y="306"/>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id-ID"/>
          </a:p>
        </p:txBody>
      </p:sp>
      <p:sp>
        <p:nvSpPr>
          <p:cNvPr id="7" name="Freeform 16"/>
          <p:cNvSpPr>
            <a:spLocks/>
          </p:cNvSpPr>
          <p:nvPr/>
        </p:nvSpPr>
        <p:spPr bwMode="auto">
          <a:xfrm>
            <a:off x="4070883" y="2652781"/>
            <a:ext cx="2027498" cy="2261074"/>
          </a:xfrm>
          <a:custGeom>
            <a:avLst/>
            <a:gdLst>
              <a:gd name="T0" fmla="*/ 1242 w 1276"/>
              <a:gd name="T1" fmla="*/ 529 h 1423"/>
              <a:gd name="T2" fmla="*/ 1225 w 1276"/>
              <a:gd name="T3" fmla="*/ 527 h 1423"/>
              <a:gd name="T4" fmla="*/ 1196 w 1276"/>
              <a:gd name="T5" fmla="*/ 505 h 1423"/>
              <a:gd name="T6" fmla="*/ 1172 w 1276"/>
              <a:gd name="T7" fmla="*/ 483 h 1423"/>
              <a:gd name="T8" fmla="*/ 1148 w 1276"/>
              <a:gd name="T9" fmla="*/ 461 h 1423"/>
              <a:gd name="T10" fmla="*/ 1126 w 1276"/>
              <a:gd name="T11" fmla="*/ 439 h 1423"/>
              <a:gd name="T12" fmla="*/ 1043 w 1276"/>
              <a:gd name="T13" fmla="*/ 434 h 1423"/>
              <a:gd name="T14" fmla="*/ 1005 w 1276"/>
              <a:gd name="T15" fmla="*/ 447 h 1423"/>
              <a:gd name="T16" fmla="*/ 985 w 1276"/>
              <a:gd name="T17" fmla="*/ 461 h 1423"/>
              <a:gd name="T18" fmla="*/ 981 w 1276"/>
              <a:gd name="T19" fmla="*/ 481 h 1423"/>
              <a:gd name="T20" fmla="*/ 959 w 1276"/>
              <a:gd name="T21" fmla="*/ 495 h 1423"/>
              <a:gd name="T22" fmla="*/ 939 w 1276"/>
              <a:gd name="T23" fmla="*/ 505 h 1423"/>
              <a:gd name="T24" fmla="*/ 937 w 1276"/>
              <a:gd name="T25" fmla="*/ 524 h 1423"/>
              <a:gd name="T26" fmla="*/ 913 w 1276"/>
              <a:gd name="T27" fmla="*/ 529 h 1423"/>
              <a:gd name="T28" fmla="*/ 840 w 1276"/>
              <a:gd name="T29" fmla="*/ 534 h 1423"/>
              <a:gd name="T30" fmla="*/ 840 w 1276"/>
              <a:gd name="T31" fmla="*/ 595 h 1423"/>
              <a:gd name="T32" fmla="*/ 765 w 1276"/>
              <a:gd name="T33" fmla="*/ 876 h 1423"/>
              <a:gd name="T34" fmla="*/ 763 w 1276"/>
              <a:gd name="T35" fmla="*/ 544 h 1423"/>
              <a:gd name="T36" fmla="*/ 690 w 1276"/>
              <a:gd name="T37" fmla="*/ 539 h 1423"/>
              <a:gd name="T38" fmla="*/ 668 w 1276"/>
              <a:gd name="T39" fmla="*/ 534 h 1423"/>
              <a:gd name="T40" fmla="*/ 661 w 1276"/>
              <a:gd name="T41" fmla="*/ 515 h 1423"/>
              <a:gd name="T42" fmla="*/ 646 w 1276"/>
              <a:gd name="T43" fmla="*/ 502 h 1423"/>
              <a:gd name="T44" fmla="*/ 625 w 1276"/>
              <a:gd name="T45" fmla="*/ 490 h 1423"/>
              <a:gd name="T46" fmla="*/ 617 w 1276"/>
              <a:gd name="T47" fmla="*/ 471 h 1423"/>
              <a:gd name="T48" fmla="*/ 600 w 1276"/>
              <a:gd name="T49" fmla="*/ 456 h 1423"/>
              <a:gd name="T50" fmla="*/ 559 w 1276"/>
              <a:gd name="T51" fmla="*/ 444 h 1423"/>
              <a:gd name="T52" fmla="*/ 482 w 1276"/>
              <a:gd name="T53" fmla="*/ 449 h 1423"/>
              <a:gd name="T54" fmla="*/ 460 w 1276"/>
              <a:gd name="T55" fmla="*/ 471 h 1423"/>
              <a:gd name="T56" fmla="*/ 436 w 1276"/>
              <a:gd name="T57" fmla="*/ 493 h 1423"/>
              <a:gd name="T58" fmla="*/ 411 w 1276"/>
              <a:gd name="T59" fmla="*/ 512 h 1423"/>
              <a:gd name="T60" fmla="*/ 385 w 1276"/>
              <a:gd name="T61" fmla="*/ 534 h 1423"/>
              <a:gd name="T62" fmla="*/ 382 w 1276"/>
              <a:gd name="T63" fmla="*/ 536 h 1423"/>
              <a:gd name="T64" fmla="*/ 322 w 1276"/>
              <a:gd name="T65" fmla="*/ 328 h 1423"/>
              <a:gd name="T66" fmla="*/ 264 w 1276"/>
              <a:gd name="T67" fmla="*/ 274 h 1423"/>
              <a:gd name="T68" fmla="*/ 201 w 1276"/>
              <a:gd name="T69" fmla="*/ 233 h 1423"/>
              <a:gd name="T70" fmla="*/ 179 w 1276"/>
              <a:gd name="T71" fmla="*/ 328 h 1423"/>
              <a:gd name="T72" fmla="*/ 181 w 1276"/>
              <a:gd name="T73" fmla="*/ 255 h 1423"/>
              <a:gd name="T74" fmla="*/ 179 w 1276"/>
              <a:gd name="T75" fmla="*/ 252 h 1423"/>
              <a:gd name="T76" fmla="*/ 181 w 1276"/>
              <a:gd name="T77" fmla="*/ 213 h 1423"/>
              <a:gd name="T78" fmla="*/ 179 w 1276"/>
              <a:gd name="T79" fmla="*/ 213 h 1423"/>
              <a:gd name="T80" fmla="*/ 181 w 1276"/>
              <a:gd name="T81" fmla="*/ 174 h 1423"/>
              <a:gd name="T82" fmla="*/ 179 w 1276"/>
              <a:gd name="T83" fmla="*/ 172 h 1423"/>
              <a:gd name="T84" fmla="*/ 116 w 1276"/>
              <a:gd name="T85" fmla="*/ 109 h 1423"/>
              <a:gd name="T86" fmla="*/ 29 w 1276"/>
              <a:gd name="T87" fmla="*/ 104 h 1423"/>
              <a:gd name="T88" fmla="*/ 29 w 1276"/>
              <a:gd name="T89" fmla="*/ 31 h 1423"/>
              <a:gd name="T90" fmla="*/ 29 w 1276"/>
              <a:gd name="T91" fmla="*/ 9 h 1423"/>
              <a:gd name="T92" fmla="*/ 29 w 1276"/>
              <a:gd name="T93" fmla="*/ 0 h 1423"/>
              <a:gd name="T94" fmla="*/ 0 w 1276"/>
              <a:gd name="T95" fmla="*/ 1423 h 1423"/>
              <a:gd name="T96" fmla="*/ 1276 w 1276"/>
              <a:gd name="T97" fmla="*/ 534 h 1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76" h="1423">
                <a:moveTo>
                  <a:pt x="1276" y="534"/>
                </a:moveTo>
                <a:lnTo>
                  <a:pt x="1242" y="529"/>
                </a:lnTo>
                <a:lnTo>
                  <a:pt x="1223" y="532"/>
                </a:lnTo>
                <a:lnTo>
                  <a:pt x="1225" y="527"/>
                </a:lnTo>
                <a:lnTo>
                  <a:pt x="1196" y="524"/>
                </a:lnTo>
                <a:lnTo>
                  <a:pt x="1196" y="505"/>
                </a:lnTo>
                <a:lnTo>
                  <a:pt x="1172" y="502"/>
                </a:lnTo>
                <a:lnTo>
                  <a:pt x="1172" y="483"/>
                </a:lnTo>
                <a:lnTo>
                  <a:pt x="1148" y="481"/>
                </a:lnTo>
                <a:lnTo>
                  <a:pt x="1148" y="461"/>
                </a:lnTo>
                <a:lnTo>
                  <a:pt x="1123" y="459"/>
                </a:lnTo>
                <a:lnTo>
                  <a:pt x="1126" y="439"/>
                </a:lnTo>
                <a:lnTo>
                  <a:pt x="1094" y="434"/>
                </a:lnTo>
                <a:lnTo>
                  <a:pt x="1043" y="434"/>
                </a:lnTo>
                <a:lnTo>
                  <a:pt x="1007" y="439"/>
                </a:lnTo>
                <a:lnTo>
                  <a:pt x="1005" y="447"/>
                </a:lnTo>
                <a:lnTo>
                  <a:pt x="1005" y="459"/>
                </a:lnTo>
                <a:lnTo>
                  <a:pt x="985" y="461"/>
                </a:lnTo>
                <a:lnTo>
                  <a:pt x="983" y="471"/>
                </a:lnTo>
                <a:lnTo>
                  <a:pt x="981" y="481"/>
                </a:lnTo>
                <a:lnTo>
                  <a:pt x="964" y="483"/>
                </a:lnTo>
                <a:lnTo>
                  <a:pt x="959" y="495"/>
                </a:lnTo>
                <a:lnTo>
                  <a:pt x="959" y="502"/>
                </a:lnTo>
                <a:lnTo>
                  <a:pt x="939" y="505"/>
                </a:lnTo>
                <a:lnTo>
                  <a:pt x="937" y="517"/>
                </a:lnTo>
                <a:lnTo>
                  <a:pt x="937" y="524"/>
                </a:lnTo>
                <a:lnTo>
                  <a:pt x="915" y="527"/>
                </a:lnTo>
                <a:lnTo>
                  <a:pt x="913" y="529"/>
                </a:lnTo>
                <a:lnTo>
                  <a:pt x="893" y="527"/>
                </a:lnTo>
                <a:lnTo>
                  <a:pt x="840" y="534"/>
                </a:lnTo>
                <a:lnTo>
                  <a:pt x="840" y="595"/>
                </a:lnTo>
                <a:lnTo>
                  <a:pt x="840" y="595"/>
                </a:lnTo>
                <a:lnTo>
                  <a:pt x="840" y="876"/>
                </a:lnTo>
                <a:lnTo>
                  <a:pt x="765" y="876"/>
                </a:lnTo>
                <a:lnTo>
                  <a:pt x="763" y="600"/>
                </a:lnTo>
                <a:lnTo>
                  <a:pt x="763" y="544"/>
                </a:lnTo>
                <a:lnTo>
                  <a:pt x="707" y="536"/>
                </a:lnTo>
                <a:lnTo>
                  <a:pt x="690" y="539"/>
                </a:lnTo>
                <a:lnTo>
                  <a:pt x="688" y="536"/>
                </a:lnTo>
                <a:lnTo>
                  <a:pt x="668" y="534"/>
                </a:lnTo>
                <a:lnTo>
                  <a:pt x="668" y="527"/>
                </a:lnTo>
                <a:lnTo>
                  <a:pt x="661" y="515"/>
                </a:lnTo>
                <a:lnTo>
                  <a:pt x="646" y="512"/>
                </a:lnTo>
                <a:lnTo>
                  <a:pt x="646" y="502"/>
                </a:lnTo>
                <a:lnTo>
                  <a:pt x="639" y="493"/>
                </a:lnTo>
                <a:lnTo>
                  <a:pt x="625" y="490"/>
                </a:lnTo>
                <a:lnTo>
                  <a:pt x="625" y="481"/>
                </a:lnTo>
                <a:lnTo>
                  <a:pt x="617" y="471"/>
                </a:lnTo>
                <a:lnTo>
                  <a:pt x="603" y="468"/>
                </a:lnTo>
                <a:lnTo>
                  <a:pt x="600" y="456"/>
                </a:lnTo>
                <a:lnTo>
                  <a:pt x="598" y="449"/>
                </a:lnTo>
                <a:lnTo>
                  <a:pt x="559" y="444"/>
                </a:lnTo>
                <a:lnTo>
                  <a:pt x="511" y="444"/>
                </a:lnTo>
                <a:lnTo>
                  <a:pt x="482" y="449"/>
                </a:lnTo>
                <a:lnTo>
                  <a:pt x="482" y="466"/>
                </a:lnTo>
                <a:lnTo>
                  <a:pt x="460" y="471"/>
                </a:lnTo>
                <a:lnTo>
                  <a:pt x="460" y="488"/>
                </a:lnTo>
                <a:lnTo>
                  <a:pt x="436" y="493"/>
                </a:lnTo>
                <a:lnTo>
                  <a:pt x="436" y="510"/>
                </a:lnTo>
                <a:lnTo>
                  <a:pt x="411" y="512"/>
                </a:lnTo>
                <a:lnTo>
                  <a:pt x="411" y="532"/>
                </a:lnTo>
                <a:lnTo>
                  <a:pt x="385" y="534"/>
                </a:lnTo>
                <a:lnTo>
                  <a:pt x="385" y="536"/>
                </a:lnTo>
                <a:lnTo>
                  <a:pt x="382" y="536"/>
                </a:lnTo>
                <a:lnTo>
                  <a:pt x="382" y="328"/>
                </a:lnTo>
                <a:lnTo>
                  <a:pt x="322" y="328"/>
                </a:lnTo>
                <a:lnTo>
                  <a:pt x="322" y="274"/>
                </a:lnTo>
                <a:lnTo>
                  <a:pt x="264" y="274"/>
                </a:lnTo>
                <a:lnTo>
                  <a:pt x="264" y="233"/>
                </a:lnTo>
                <a:lnTo>
                  <a:pt x="201" y="233"/>
                </a:lnTo>
                <a:lnTo>
                  <a:pt x="201" y="328"/>
                </a:lnTo>
                <a:lnTo>
                  <a:pt x="179" y="328"/>
                </a:lnTo>
                <a:lnTo>
                  <a:pt x="179" y="257"/>
                </a:lnTo>
                <a:lnTo>
                  <a:pt x="181" y="255"/>
                </a:lnTo>
                <a:lnTo>
                  <a:pt x="181" y="252"/>
                </a:lnTo>
                <a:lnTo>
                  <a:pt x="179" y="252"/>
                </a:lnTo>
                <a:lnTo>
                  <a:pt x="179" y="218"/>
                </a:lnTo>
                <a:lnTo>
                  <a:pt x="181" y="213"/>
                </a:lnTo>
                <a:lnTo>
                  <a:pt x="181" y="213"/>
                </a:lnTo>
                <a:lnTo>
                  <a:pt x="179" y="213"/>
                </a:lnTo>
                <a:lnTo>
                  <a:pt x="179" y="177"/>
                </a:lnTo>
                <a:lnTo>
                  <a:pt x="181" y="174"/>
                </a:lnTo>
                <a:lnTo>
                  <a:pt x="181" y="172"/>
                </a:lnTo>
                <a:lnTo>
                  <a:pt x="179" y="172"/>
                </a:lnTo>
                <a:lnTo>
                  <a:pt x="179" y="114"/>
                </a:lnTo>
                <a:lnTo>
                  <a:pt x="116" y="109"/>
                </a:lnTo>
                <a:lnTo>
                  <a:pt x="43" y="104"/>
                </a:lnTo>
                <a:lnTo>
                  <a:pt x="29" y="104"/>
                </a:lnTo>
                <a:lnTo>
                  <a:pt x="29" y="51"/>
                </a:lnTo>
                <a:lnTo>
                  <a:pt x="29" y="31"/>
                </a:lnTo>
                <a:lnTo>
                  <a:pt x="29" y="26"/>
                </a:lnTo>
                <a:lnTo>
                  <a:pt x="29" y="9"/>
                </a:lnTo>
                <a:lnTo>
                  <a:pt x="29" y="4"/>
                </a:lnTo>
                <a:lnTo>
                  <a:pt x="29" y="0"/>
                </a:lnTo>
                <a:lnTo>
                  <a:pt x="0" y="0"/>
                </a:lnTo>
                <a:lnTo>
                  <a:pt x="0" y="1423"/>
                </a:lnTo>
                <a:lnTo>
                  <a:pt x="1276" y="1423"/>
                </a:lnTo>
                <a:lnTo>
                  <a:pt x="1276" y="534"/>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id-ID"/>
          </a:p>
        </p:txBody>
      </p:sp>
      <p:sp>
        <p:nvSpPr>
          <p:cNvPr id="8" name="Freeform 17"/>
          <p:cNvSpPr>
            <a:spLocks/>
          </p:cNvSpPr>
          <p:nvPr/>
        </p:nvSpPr>
        <p:spPr bwMode="auto">
          <a:xfrm>
            <a:off x="2035441" y="2169741"/>
            <a:ext cx="2035444" cy="2744114"/>
          </a:xfrm>
          <a:custGeom>
            <a:avLst/>
            <a:gdLst>
              <a:gd name="T0" fmla="*/ 1281 w 1281"/>
              <a:gd name="T1" fmla="*/ 1727 h 1727"/>
              <a:gd name="T2" fmla="*/ 1194 w 1281"/>
              <a:gd name="T3" fmla="*/ 304 h 1727"/>
              <a:gd name="T4" fmla="*/ 1194 w 1281"/>
              <a:gd name="T5" fmla="*/ 284 h 1727"/>
              <a:gd name="T6" fmla="*/ 1194 w 1281"/>
              <a:gd name="T7" fmla="*/ 265 h 1727"/>
              <a:gd name="T8" fmla="*/ 1080 w 1281"/>
              <a:gd name="T9" fmla="*/ 126 h 1727"/>
              <a:gd name="T10" fmla="*/ 1073 w 1281"/>
              <a:gd name="T11" fmla="*/ 80 h 1727"/>
              <a:gd name="T12" fmla="*/ 1063 w 1281"/>
              <a:gd name="T13" fmla="*/ 92 h 1727"/>
              <a:gd name="T14" fmla="*/ 1063 w 1281"/>
              <a:gd name="T15" fmla="*/ 12 h 1727"/>
              <a:gd name="T16" fmla="*/ 1061 w 1281"/>
              <a:gd name="T17" fmla="*/ 0 h 1727"/>
              <a:gd name="T18" fmla="*/ 1053 w 1281"/>
              <a:gd name="T19" fmla="*/ 92 h 1727"/>
              <a:gd name="T20" fmla="*/ 1053 w 1281"/>
              <a:gd name="T21" fmla="*/ 12 h 1727"/>
              <a:gd name="T22" fmla="*/ 1048 w 1281"/>
              <a:gd name="T23" fmla="*/ 0 h 1727"/>
              <a:gd name="T24" fmla="*/ 1041 w 1281"/>
              <a:gd name="T25" fmla="*/ 92 h 1727"/>
              <a:gd name="T26" fmla="*/ 1041 w 1281"/>
              <a:gd name="T27" fmla="*/ 12 h 1727"/>
              <a:gd name="T28" fmla="*/ 1039 w 1281"/>
              <a:gd name="T29" fmla="*/ 0 h 1727"/>
              <a:gd name="T30" fmla="*/ 1031 w 1281"/>
              <a:gd name="T31" fmla="*/ 92 h 1727"/>
              <a:gd name="T32" fmla="*/ 1031 w 1281"/>
              <a:gd name="T33" fmla="*/ 12 h 1727"/>
              <a:gd name="T34" fmla="*/ 1027 w 1281"/>
              <a:gd name="T35" fmla="*/ 0 h 1727"/>
              <a:gd name="T36" fmla="*/ 1019 w 1281"/>
              <a:gd name="T37" fmla="*/ 92 h 1727"/>
              <a:gd name="T38" fmla="*/ 1019 w 1281"/>
              <a:gd name="T39" fmla="*/ 12 h 1727"/>
              <a:gd name="T40" fmla="*/ 1017 w 1281"/>
              <a:gd name="T41" fmla="*/ 0 h 1727"/>
              <a:gd name="T42" fmla="*/ 1010 w 1281"/>
              <a:gd name="T43" fmla="*/ 92 h 1727"/>
              <a:gd name="T44" fmla="*/ 1000 w 1281"/>
              <a:gd name="T45" fmla="*/ 80 h 1727"/>
              <a:gd name="T46" fmla="*/ 1000 w 1281"/>
              <a:gd name="T47" fmla="*/ 257 h 1727"/>
              <a:gd name="T48" fmla="*/ 1000 w 1281"/>
              <a:gd name="T49" fmla="*/ 282 h 1727"/>
              <a:gd name="T50" fmla="*/ 971 w 1281"/>
              <a:gd name="T51" fmla="*/ 304 h 1727"/>
              <a:gd name="T52" fmla="*/ 971 w 1281"/>
              <a:gd name="T53" fmla="*/ 313 h 1727"/>
              <a:gd name="T54" fmla="*/ 971 w 1281"/>
              <a:gd name="T55" fmla="*/ 335 h 1727"/>
              <a:gd name="T56" fmla="*/ 971 w 1281"/>
              <a:gd name="T57" fmla="*/ 403 h 1727"/>
              <a:gd name="T58" fmla="*/ 968 w 1281"/>
              <a:gd name="T59" fmla="*/ 413 h 1727"/>
              <a:gd name="T60" fmla="*/ 932 w 1281"/>
              <a:gd name="T61" fmla="*/ 738 h 1727"/>
              <a:gd name="T62" fmla="*/ 814 w 1281"/>
              <a:gd name="T63" fmla="*/ 515 h 1727"/>
              <a:gd name="T64" fmla="*/ 746 w 1281"/>
              <a:gd name="T65" fmla="*/ 386 h 1727"/>
              <a:gd name="T66" fmla="*/ 719 w 1281"/>
              <a:gd name="T67" fmla="*/ 515 h 1727"/>
              <a:gd name="T68" fmla="*/ 608 w 1281"/>
              <a:gd name="T69" fmla="*/ 386 h 1727"/>
              <a:gd name="T70" fmla="*/ 557 w 1281"/>
              <a:gd name="T71" fmla="*/ 515 h 1727"/>
              <a:gd name="T72" fmla="*/ 513 w 1281"/>
              <a:gd name="T73" fmla="*/ 1195 h 1727"/>
              <a:gd name="T74" fmla="*/ 458 w 1281"/>
              <a:gd name="T75" fmla="*/ 1200 h 1727"/>
              <a:gd name="T76" fmla="*/ 431 w 1281"/>
              <a:gd name="T77" fmla="*/ 1202 h 1727"/>
              <a:gd name="T78" fmla="*/ 412 w 1281"/>
              <a:gd name="T79" fmla="*/ 1180 h 1727"/>
              <a:gd name="T80" fmla="*/ 370 w 1281"/>
              <a:gd name="T81" fmla="*/ 1207 h 1727"/>
              <a:gd name="T82" fmla="*/ 370 w 1281"/>
              <a:gd name="T83" fmla="*/ 1210 h 1727"/>
              <a:gd name="T84" fmla="*/ 370 w 1281"/>
              <a:gd name="T85" fmla="*/ 1200 h 1727"/>
              <a:gd name="T86" fmla="*/ 322 w 1281"/>
              <a:gd name="T87" fmla="*/ 1188 h 1727"/>
              <a:gd name="T88" fmla="*/ 312 w 1281"/>
              <a:gd name="T89" fmla="*/ 1202 h 1727"/>
              <a:gd name="T90" fmla="*/ 269 w 1281"/>
              <a:gd name="T91" fmla="*/ 1197 h 1727"/>
              <a:gd name="T92" fmla="*/ 140 w 1281"/>
              <a:gd name="T93" fmla="*/ 1193 h 1727"/>
              <a:gd name="T94" fmla="*/ 0 w 1281"/>
              <a:gd name="T95" fmla="*/ 1210 h 1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81" h="1727">
                <a:moveTo>
                  <a:pt x="0" y="1727"/>
                </a:moveTo>
                <a:lnTo>
                  <a:pt x="1281" y="1727"/>
                </a:lnTo>
                <a:lnTo>
                  <a:pt x="1281" y="304"/>
                </a:lnTo>
                <a:lnTo>
                  <a:pt x="1194" y="304"/>
                </a:lnTo>
                <a:lnTo>
                  <a:pt x="1194" y="291"/>
                </a:lnTo>
                <a:lnTo>
                  <a:pt x="1194" y="284"/>
                </a:lnTo>
                <a:lnTo>
                  <a:pt x="1194" y="267"/>
                </a:lnTo>
                <a:lnTo>
                  <a:pt x="1194" y="265"/>
                </a:lnTo>
                <a:lnTo>
                  <a:pt x="1080" y="265"/>
                </a:lnTo>
                <a:lnTo>
                  <a:pt x="1080" y="126"/>
                </a:lnTo>
                <a:lnTo>
                  <a:pt x="1080" y="80"/>
                </a:lnTo>
                <a:lnTo>
                  <a:pt x="1073" y="80"/>
                </a:lnTo>
                <a:lnTo>
                  <a:pt x="1073" y="92"/>
                </a:lnTo>
                <a:lnTo>
                  <a:pt x="1063" y="92"/>
                </a:lnTo>
                <a:lnTo>
                  <a:pt x="1063" y="12"/>
                </a:lnTo>
                <a:lnTo>
                  <a:pt x="1063" y="12"/>
                </a:lnTo>
                <a:lnTo>
                  <a:pt x="1063" y="0"/>
                </a:lnTo>
                <a:lnTo>
                  <a:pt x="1061" y="0"/>
                </a:lnTo>
                <a:lnTo>
                  <a:pt x="1061" y="92"/>
                </a:lnTo>
                <a:lnTo>
                  <a:pt x="1053" y="92"/>
                </a:lnTo>
                <a:lnTo>
                  <a:pt x="1053" y="12"/>
                </a:lnTo>
                <a:lnTo>
                  <a:pt x="1053" y="12"/>
                </a:lnTo>
                <a:lnTo>
                  <a:pt x="1053" y="0"/>
                </a:lnTo>
                <a:lnTo>
                  <a:pt x="1048" y="0"/>
                </a:lnTo>
                <a:lnTo>
                  <a:pt x="1048" y="92"/>
                </a:lnTo>
                <a:lnTo>
                  <a:pt x="1041" y="92"/>
                </a:lnTo>
                <a:lnTo>
                  <a:pt x="1041" y="12"/>
                </a:lnTo>
                <a:lnTo>
                  <a:pt x="1041" y="12"/>
                </a:lnTo>
                <a:lnTo>
                  <a:pt x="1041" y="0"/>
                </a:lnTo>
                <a:lnTo>
                  <a:pt x="1039" y="0"/>
                </a:lnTo>
                <a:lnTo>
                  <a:pt x="1039" y="92"/>
                </a:lnTo>
                <a:lnTo>
                  <a:pt x="1031" y="92"/>
                </a:lnTo>
                <a:lnTo>
                  <a:pt x="1031" y="12"/>
                </a:lnTo>
                <a:lnTo>
                  <a:pt x="1031" y="12"/>
                </a:lnTo>
                <a:lnTo>
                  <a:pt x="1029" y="0"/>
                </a:lnTo>
                <a:lnTo>
                  <a:pt x="1027" y="0"/>
                </a:lnTo>
                <a:lnTo>
                  <a:pt x="1027" y="92"/>
                </a:lnTo>
                <a:lnTo>
                  <a:pt x="1019" y="92"/>
                </a:lnTo>
                <a:lnTo>
                  <a:pt x="1019" y="12"/>
                </a:lnTo>
                <a:lnTo>
                  <a:pt x="1019" y="12"/>
                </a:lnTo>
                <a:lnTo>
                  <a:pt x="1019" y="0"/>
                </a:lnTo>
                <a:lnTo>
                  <a:pt x="1017" y="0"/>
                </a:lnTo>
                <a:lnTo>
                  <a:pt x="1017" y="92"/>
                </a:lnTo>
                <a:lnTo>
                  <a:pt x="1010" y="92"/>
                </a:lnTo>
                <a:lnTo>
                  <a:pt x="1007" y="80"/>
                </a:lnTo>
                <a:lnTo>
                  <a:pt x="1000" y="80"/>
                </a:lnTo>
                <a:lnTo>
                  <a:pt x="1000" y="253"/>
                </a:lnTo>
                <a:lnTo>
                  <a:pt x="1000" y="257"/>
                </a:lnTo>
                <a:lnTo>
                  <a:pt x="1000" y="274"/>
                </a:lnTo>
                <a:lnTo>
                  <a:pt x="1000" y="282"/>
                </a:lnTo>
                <a:lnTo>
                  <a:pt x="1000" y="304"/>
                </a:lnTo>
                <a:lnTo>
                  <a:pt x="971" y="304"/>
                </a:lnTo>
                <a:lnTo>
                  <a:pt x="971" y="308"/>
                </a:lnTo>
                <a:lnTo>
                  <a:pt x="971" y="313"/>
                </a:lnTo>
                <a:lnTo>
                  <a:pt x="971" y="333"/>
                </a:lnTo>
                <a:lnTo>
                  <a:pt x="971" y="335"/>
                </a:lnTo>
                <a:lnTo>
                  <a:pt x="971" y="355"/>
                </a:lnTo>
                <a:lnTo>
                  <a:pt x="971" y="403"/>
                </a:lnTo>
                <a:lnTo>
                  <a:pt x="968" y="403"/>
                </a:lnTo>
                <a:lnTo>
                  <a:pt x="968" y="413"/>
                </a:lnTo>
                <a:lnTo>
                  <a:pt x="932" y="413"/>
                </a:lnTo>
                <a:lnTo>
                  <a:pt x="932" y="738"/>
                </a:lnTo>
                <a:lnTo>
                  <a:pt x="814" y="738"/>
                </a:lnTo>
                <a:lnTo>
                  <a:pt x="814" y="515"/>
                </a:lnTo>
                <a:lnTo>
                  <a:pt x="746" y="515"/>
                </a:lnTo>
                <a:lnTo>
                  <a:pt x="746" y="386"/>
                </a:lnTo>
                <a:lnTo>
                  <a:pt x="719" y="386"/>
                </a:lnTo>
                <a:lnTo>
                  <a:pt x="719" y="515"/>
                </a:lnTo>
                <a:lnTo>
                  <a:pt x="608" y="515"/>
                </a:lnTo>
                <a:lnTo>
                  <a:pt x="608" y="386"/>
                </a:lnTo>
                <a:lnTo>
                  <a:pt x="557" y="386"/>
                </a:lnTo>
                <a:lnTo>
                  <a:pt x="557" y="515"/>
                </a:lnTo>
                <a:lnTo>
                  <a:pt x="513" y="515"/>
                </a:lnTo>
                <a:lnTo>
                  <a:pt x="513" y="1195"/>
                </a:lnTo>
                <a:lnTo>
                  <a:pt x="475" y="1197"/>
                </a:lnTo>
                <a:lnTo>
                  <a:pt x="458" y="1200"/>
                </a:lnTo>
                <a:lnTo>
                  <a:pt x="433" y="1202"/>
                </a:lnTo>
                <a:lnTo>
                  <a:pt x="431" y="1202"/>
                </a:lnTo>
                <a:lnTo>
                  <a:pt x="421" y="1188"/>
                </a:lnTo>
                <a:lnTo>
                  <a:pt x="412" y="1180"/>
                </a:lnTo>
                <a:lnTo>
                  <a:pt x="373" y="1200"/>
                </a:lnTo>
                <a:lnTo>
                  <a:pt x="370" y="1207"/>
                </a:lnTo>
                <a:lnTo>
                  <a:pt x="370" y="1210"/>
                </a:lnTo>
                <a:lnTo>
                  <a:pt x="370" y="1210"/>
                </a:lnTo>
                <a:lnTo>
                  <a:pt x="370" y="1207"/>
                </a:lnTo>
                <a:lnTo>
                  <a:pt x="370" y="1200"/>
                </a:lnTo>
                <a:lnTo>
                  <a:pt x="332" y="1180"/>
                </a:lnTo>
                <a:lnTo>
                  <a:pt x="322" y="1188"/>
                </a:lnTo>
                <a:lnTo>
                  <a:pt x="312" y="1202"/>
                </a:lnTo>
                <a:lnTo>
                  <a:pt x="312" y="1202"/>
                </a:lnTo>
                <a:lnTo>
                  <a:pt x="288" y="1200"/>
                </a:lnTo>
                <a:lnTo>
                  <a:pt x="269" y="1197"/>
                </a:lnTo>
                <a:lnTo>
                  <a:pt x="160" y="1193"/>
                </a:lnTo>
                <a:lnTo>
                  <a:pt x="140" y="1193"/>
                </a:lnTo>
                <a:lnTo>
                  <a:pt x="22" y="1205"/>
                </a:lnTo>
                <a:lnTo>
                  <a:pt x="0" y="1210"/>
                </a:lnTo>
                <a:lnTo>
                  <a:pt x="0" y="1727"/>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id-ID"/>
          </a:p>
        </p:txBody>
      </p:sp>
      <p:sp>
        <p:nvSpPr>
          <p:cNvPr id="9" name="Freeform 18"/>
          <p:cNvSpPr>
            <a:spLocks noEditPoints="1"/>
          </p:cNvSpPr>
          <p:nvPr/>
        </p:nvSpPr>
        <p:spPr bwMode="auto">
          <a:xfrm>
            <a:off x="3175" y="2258722"/>
            <a:ext cx="2032266" cy="2655133"/>
          </a:xfrm>
          <a:custGeom>
            <a:avLst/>
            <a:gdLst>
              <a:gd name="T0" fmla="*/ 933 w 1279"/>
              <a:gd name="T1" fmla="*/ 988 h 1671"/>
              <a:gd name="T2" fmla="*/ 712 w 1279"/>
              <a:gd name="T3" fmla="*/ 933 h 1671"/>
              <a:gd name="T4" fmla="*/ 577 w 1279"/>
              <a:gd name="T5" fmla="*/ 1207 h 1671"/>
              <a:gd name="T6" fmla="*/ 303 w 1279"/>
              <a:gd name="T7" fmla="*/ 1336 h 1671"/>
              <a:gd name="T8" fmla="*/ 230 w 1279"/>
              <a:gd name="T9" fmla="*/ 517 h 1671"/>
              <a:gd name="T10" fmla="*/ 194 w 1279"/>
              <a:gd name="T11" fmla="*/ 505 h 1671"/>
              <a:gd name="T12" fmla="*/ 240 w 1279"/>
              <a:gd name="T13" fmla="*/ 498 h 1671"/>
              <a:gd name="T14" fmla="*/ 211 w 1279"/>
              <a:gd name="T15" fmla="*/ 486 h 1671"/>
              <a:gd name="T16" fmla="*/ 194 w 1279"/>
              <a:gd name="T17" fmla="*/ 481 h 1671"/>
              <a:gd name="T18" fmla="*/ 192 w 1279"/>
              <a:gd name="T19" fmla="*/ 432 h 1671"/>
              <a:gd name="T20" fmla="*/ 182 w 1279"/>
              <a:gd name="T21" fmla="*/ 427 h 1671"/>
              <a:gd name="T22" fmla="*/ 204 w 1279"/>
              <a:gd name="T23" fmla="*/ 425 h 1671"/>
              <a:gd name="T24" fmla="*/ 218 w 1279"/>
              <a:gd name="T25" fmla="*/ 425 h 1671"/>
              <a:gd name="T26" fmla="*/ 233 w 1279"/>
              <a:gd name="T27" fmla="*/ 418 h 1671"/>
              <a:gd name="T28" fmla="*/ 235 w 1279"/>
              <a:gd name="T29" fmla="*/ 410 h 1671"/>
              <a:gd name="T30" fmla="*/ 189 w 1279"/>
              <a:gd name="T31" fmla="*/ 398 h 1671"/>
              <a:gd name="T32" fmla="*/ 172 w 1279"/>
              <a:gd name="T33" fmla="*/ 379 h 1671"/>
              <a:gd name="T34" fmla="*/ 168 w 1279"/>
              <a:gd name="T35" fmla="*/ 245 h 1671"/>
              <a:gd name="T36" fmla="*/ 163 w 1279"/>
              <a:gd name="T37" fmla="*/ 146 h 1671"/>
              <a:gd name="T38" fmla="*/ 158 w 1279"/>
              <a:gd name="T39" fmla="*/ 63 h 1671"/>
              <a:gd name="T40" fmla="*/ 155 w 1279"/>
              <a:gd name="T41" fmla="*/ 0 h 1671"/>
              <a:gd name="T42" fmla="*/ 153 w 1279"/>
              <a:gd name="T43" fmla="*/ 0 h 1671"/>
              <a:gd name="T44" fmla="*/ 151 w 1279"/>
              <a:gd name="T45" fmla="*/ 65 h 1671"/>
              <a:gd name="T46" fmla="*/ 148 w 1279"/>
              <a:gd name="T47" fmla="*/ 146 h 1671"/>
              <a:gd name="T48" fmla="*/ 146 w 1279"/>
              <a:gd name="T49" fmla="*/ 374 h 1671"/>
              <a:gd name="T50" fmla="*/ 138 w 1279"/>
              <a:gd name="T51" fmla="*/ 386 h 1671"/>
              <a:gd name="T52" fmla="*/ 117 w 1279"/>
              <a:gd name="T53" fmla="*/ 401 h 1671"/>
              <a:gd name="T54" fmla="*/ 80 w 1279"/>
              <a:gd name="T55" fmla="*/ 418 h 1671"/>
              <a:gd name="T56" fmla="*/ 95 w 1279"/>
              <a:gd name="T57" fmla="*/ 425 h 1671"/>
              <a:gd name="T58" fmla="*/ 112 w 1279"/>
              <a:gd name="T59" fmla="*/ 427 h 1671"/>
              <a:gd name="T60" fmla="*/ 129 w 1279"/>
              <a:gd name="T61" fmla="*/ 427 h 1671"/>
              <a:gd name="T62" fmla="*/ 119 w 1279"/>
              <a:gd name="T63" fmla="*/ 439 h 1671"/>
              <a:gd name="T64" fmla="*/ 121 w 1279"/>
              <a:gd name="T65" fmla="*/ 481 h 1671"/>
              <a:gd name="T66" fmla="*/ 100 w 1279"/>
              <a:gd name="T67" fmla="*/ 486 h 1671"/>
              <a:gd name="T68" fmla="*/ 75 w 1279"/>
              <a:gd name="T69" fmla="*/ 498 h 1671"/>
              <a:gd name="T70" fmla="*/ 121 w 1279"/>
              <a:gd name="T71" fmla="*/ 507 h 1671"/>
              <a:gd name="T72" fmla="*/ 85 w 1279"/>
              <a:gd name="T73" fmla="*/ 520 h 1671"/>
              <a:gd name="T74" fmla="*/ 27 w 1279"/>
              <a:gd name="T75" fmla="*/ 1333 h 1671"/>
              <a:gd name="T76" fmla="*/ 126 w 1279"/>
              <a:gd name="T77" fmla="*/ 498 h 1671"/>
              <a:gd name="T78" fmla="*/ 121 w 1279"/>
              <a:gd name="T79" fmla="*/ 498 h 1671"/>
              <a:gd name="T80" fmla="*/ 121 w 1279"/>
              <a:gd name="T81" fmla="*/ 568 h 1671"/>
              <a:gd name="T82" fmla="*/ 119 w 1279"/>
              <a:gd name="T83" fmla="*/ 656 h 1671"/>
              <a:gd name="T84" fmla="*/ 138 w 1279"/>
              <a:gd name="T85" fmla="*/ 799 h 1671"/>
              <a:gd name="T86" fmla="*/ 124 w 1279"/>
              <a:gd name="T87" fmla="*/ 814 h 1671"/>
              <a:gd name="T88" fmla="*/ 119 w 1279"/>
              <a:gd name="T89" fmla="*/ 937 h 1671"/>
              <a:gd name="T90" fmla="*/ 141 w 1279"/>
              <a:gd name="T91" fmla="*/ 1071 h 1671"/>
              <a:gd name="T92" fmla="*/ 121 w 1279"/>
              <a:gd name="T93" fmla="*/ 1188 h 1671"/>
              <a:gd name="T94" fmla="*/ 129 w 1279"/>
              <a:gd name="T95" fmla="*/ 1185 h 1671"/>
              <a:gd name="T96" fmla="*/ 182 w 1279"/>
              <a:gd name="T97" fmla="*/ 656 h 1671"/>
              <a:gd name="T98" fmla="*/ 189 w 1279"/>
              <a:gd name="T99" fmla="*/ 799 h 1671"/>
              <a:gd name="T100" fmla="*/ 199 w 1279"/>
              <a:gd name="T101" fmla="*/ 937 h 1671"/>
              <a:gd name="T102" fmla="*/ 199 w 1279"/>
              <a:gd name="T103" fmla="*/ 957 h 1671"/>
              <a:gd name="T104" fmla="*/ 184 w 1279"/>
              <a:gd name="T105" fmla="*/ 1185 h 1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79" h="1671">
                <a:moveTo>
                  <a:pt x="1279" y="1154"/>
                </a:moveTo>
                <a:lnTo>
                  <a:pt x="1182" y="1178"/>
                </a:lnTo>
                <a:lnTo>
                  <a:pt x="1100" y="1212"/>
                </a:lnTo>
                <a:lnTo>
                  <a:pt x="1063" y="1212"/>
                </a:lnTo>
                <a:lnTo>
                  <a:pt x="1063" y="988"/>
                </a:lnTo>
                <a:lnTo>
                  <a:pt x="933" y="988"/>
                </a:lnTo>
                <a:lnTo>
                  <a:pt x="933" y="933"/>
                </a:lnTo>
                <a:lnTo>
                  <a:pt x="894" y="933"/>
                </a:lnTo>
                <a:lnTo>
                  <a:pt x="894" y="877"/>
                </a:lnTo>
                <a:lnTo>
                  <a:pt x="783" y="877"/>
                </a:lnTo>
                <a:lnTo>
                  <a:pt x="783" y="933"/>
                </a:lnTo>
                <a:lnTo>
                  <a:pt x="712" y="933"/>
                </a:lnTo>
                <a:lnTo>
                  <a:pt x="712" y="988"/>
                </a:lnTo>
                <a:lnTo>
                  <a:pt x="671" y="988"/>
                </a:lnTo>
                <a:lnTo>
                  <a:pt x="671" y="1183"/>
                </a:lnTo>
                <a:lnTo>
                  <a:pt x="659" y="1180"/>
                </a:lnTo>
                <a:lnTo>
                  <a:pt x="618" y="1188"/>
                </a:lnTo>
                <a:lnTo>
                  <a:pt x="577" y="1207"/>
                </a:lnTo>
                <a:lnTo>
                  <a:pt x="543" y="1236"/>
                </a:lnTo>
                <a:lnTo>
                  <a:pt x="519" y="1275"/>
                </a:lnTo>
                <a:lnTo>
                  <a:pt x="506" y="1309"/>
                </a:lnTo>
                <a:lnTo>
                  <a:pt x="315" y="1309"/>
                </a:lnTo>
                <a:lnTo>
                  <a:pt x="303" y="1314"/>
                </a:lnTo>
                <a:lnTo>
                  <a:pt x="303" y="1336"/>
                </a:lnTo>
                <a:lnTo>
                  <a:pt x="247" y="1333"/>
                </a:lnTo>
                <a:lnTo>
                  <a:pt x="243" y="520"/>
                </a:lnTo>
                <a:lnTo>
                  <a:pt x="243" y="520"/>
                </a:lnTo>
                <a:lnTo>
                  <a:pt x="240" y="520"/>
                </a:lnTo>
                <a:lnTo>
                  <a:pt x="235" y="517"/>
                </a:lnTo>
                <a:lnTo>
                  <a:pt x="230" y="517"/>
                </a:lnTo>
                <a:lnTo>
                  <a:pt x="230" y="517"/>
                </a:lnTo>
                <a:lnTo>
                  <a:pt x="230" y="510"/>
                </a:lnTo>
                <a:lnTo>
                  <a:pt x="228" y="507"/>
                </a:lnTo>
                <a:lnTo>
                  <a:pt x="221" y="507"/>
                </a:lnTo>
                <a:lnTo>
                  <a:pt x="209" y="507"/>
                </a:lnTo>
                <a:lnTo>
                  <a:pt x="194" y="505"/>
                </a:lnTo>
                <a:lnTo>
                  <a:pt x="184" y="505"/>
                </a:lnTo>
                <a:lnTo>
                  <a:pt x="184" y="500"/>
                </a:lnTo>
                <a:lnTo>
                  <a:pt x="192" y="500"/>
                </a:lnTo>
                <a:lnTo>
                  <a:pt x="211" y="500"/>
                </a:lnTo>
                <a:lnTo>
                  <a:pt x="228" y="498"/>
                </a:lnTo>
                <a:lnTo>
                  <a:pt x="240" y="498"/>
                </a:lnTo>
                <a:lnTo>
                  <a:pt x="247" y="495"/>
                </a:lnTo>
                <a:lnTo>
                  <a:pt x="247" y="493"/>
                </a:lnTo>
                <a:lnTo>
                  <a:pt x="247" y="490"/>
                </a:lnTo>
                <a:lnTo>
                  <a:pt x="240" y="488"/>
                </a:lnTo>
                <a:lnTo>
                  <a:pt x="228" y="486"/>
                </a:lnTo>
                <a:lnTo>
                  <a:pt x="211" y="486"/>
                </a:lnTo>
                <a:lnTo>
                  <a:pt x="189" y="486"/>
                </a:lnTo>
                <a:lnTo>
                  <a:pt x="184" y="486"/>
                </a:lnTo>
                <a:lnTo>
                  <a:pt x="184" y="483"/>
                </a:lnTo>
                <a:lnTo>
                  <a:pt x="187" y="483"/>
                </a:lnTo>
                <a:lnTo>
                  <a:pt x="192" y="481"/>
                </a:lnTo>
                <a:lnTo>
                  <a:pt x="194" y="481"/>
                </a:lnTo>
                <a:lnTo>
                  <a:pt x="194" y="478"/>
                </a:lnTo>
                <a:lnTo>
                  <a:pt x="194" y="469"/>
                </a:lnTo>
                <a:lnTo>
                  <a:pt x="192" y="459"/>
                </a:lnTo>
                <a:lnTo>
                  <a:pt x="192" y="449"/>
                </a:lnTo>
                <a:lnTo>
                  <a:pt x="192" y="439"/>
                </a:lnTo>
                <a:lnTo>
                  <a:pt x="192" y="432"/>
                </a:lnTo>
                <a:lnTo>
                  <a:pt x="192" y="430"/>
                </a:lnTo>
                <a:lnTo>
                  <a:pt x="192" y="430"/>
                </a:lnTo>
                <a:lnTo>
                  <a:pt x="189" y="427"/>
                </a:lnTo>
                <a:lnTo>
                  <a:pt x="184" y="427"/>
                </a:lnTo>
                <a:lnTo>
                  <a:pt x="182" y="427"/>
                </a:lnTo>
                <a:lnTo>
                  <a:pt x="182" y="427"/>
                </a:lnTo>
                <a:lnTo>
                  <a:pt x="184" y="427"/>
                </a:lnTo>
                <a:lnTo>
                  <a:pt x="189" y="427"/>
                </a:lnTo>
                <a:lnTo>
                  <a:pt x="189" y="427"/>
                </a:lnTo>
                <a:lnTo>
                  <a:pt x="199" y="427"/>
                </a:lnTo>
                <a:lnTo>
                  <a:pt x="204" y="425"/>
                </a:lnTo>
                <a:lnTo>
                  <a:pt x="204" y="425"/>
                </a:lnTo>
                <a:lnTo>
                  <a:pt x="204" y="425"/>
                </a:lnTo>
                <a:lnTo>
                  <a:pt x="209" y="425"/>
                </a:lnTo>
                <a:lnTo>
                  <a:pt x="214" y="425"/>
                </a:lnTo>
                <a:lnTo>
                  <a:pt x="214" y="425"/>
                </a:lnTo>
                <a:lnTo>
                  <a:pt x="214" y="425"/>
                </a:lnTo>
                <a:lnTo>
                  <a:pt x="218" y="425"/>
                </a:lnTo>
                <a:lnTo>
                  <a:pt x="221" y="422"/>
                </a:lnTo>
                <a:lnTo>
                  <a:pt x="221" y="422"/>
                </a:lnTo>
                <a:lnTo>
                  <a:pt x="221" y="422"/>
                </a:lnTo>
                <a:lnTo>
                  <a:pt x="221" y="422"/>
                </a:lnTo>
                <a:lnTo>
                  <a:pt x="230" y="418"/>
                </a:lnTo>
                <a:lnTo>
                  <a:pt x="233" y="418"/>
                </a:lnTo>
                <a:lnTo>
                  <a:pt x="233" y="418"/>
                </a:lnTo>
                <a:lnTo>
                  <a:pt x="235" y="415"/>
                </a:lnTo>
                <a:lnTo>
                  <a:pt x="235" y="413"/>
                </a:lnTo>
                <a:lnTo>
                  <a:pt x="235" y="413"/>
                </a:lnTo>
                <a:lnTo>
                  <a:pt x="235" y="410"/>
                </a:lnTo>
                <a:lnTo>
                  <a:pt x="235" y="410"/>
                </a:lnTo>
                <a:lnTo>
                  <a:pt x="221" y="403"/>
                </a:lnTo>
                <a:lnTo>
                  <a:pt x="218" y="403"/>
                </a:lnTo>
                <a:lnTo>
                  <a:pt x="209" y="401"/>
                </a:lnTo>
                <a:lnTo>
                  <a:pt x="197" y="401"/>
                </a:lnTo>
                <a:lnTo>
                  <a:pt x="194" y="401"/>
                </a:lnTo>
                <a:lnTo>
                  <a:pt x="189" y="398"/>
                </a:lnTo>
                <a:lnTo>
                  <a:pt x="187" y="396"/>
                </a:lnTo>
                <a:lnTo>
                  <a:pt x="182" y="393"/>
                </a:lnTo>
                <a:lnTo>
                  <a:pt x="180" y="391"/>
                </a:lnTo>
                <a:lnTo>
                  <a:pt x="177" y="386"/>
                </a:lnTo>
                <a:lnTo>
                  <a:pt x="175" y="381"/>
                </a:lnTo>
                <a:lnTo>
                  <a:pt x="172" y="379"/>
                </a:lnTo>
                <a:lnTo>
                  <a:pt x="170" y="374"/>
                </a:lnTo>
                <a:lnTo>
                  <a:pt x="170" y="374"/>
                </a:lnTo>
                <a:lnTo>
                  <a:pt x="168" y="374"/>
                </a:lnTo>
                <a:lnTo>
                  <a:pt x="168" y="374"/>
                </a:lnTo>
                <a:lnTo>
                  <a:pt x="168" y="245"/>
                </a:lnTo>
                <a:lnTo>
                  <a:pt x="168" y="245"/>
                </a:lnTo>
                <a:lnTo>
                  <a:pt x="165" y="243"/>
                </a:lnTo>
                <a:lnTo>
                  <a:pt x="165" y="243"/>
                </a:lnTo>
                <a:lnTo>
                  <a:pt x="163" y="243"/>
                </a:lnTo>
                <a:lnTo>
                  <a:pt x="163" y="146"/>
                </a:lnTo>
                <a:lnTo>
                  <a:pt x="163" y="146"/>
                </a:lnTo>
                <a:lnTo>
                  <a:pt x="163" y="146"/>
                </a:lnTo>
                <a:lnTo>
                  <a:pt x="160" y="146"/>
                </a:lnTo>
                <a:lnTo>
                  <a:pt x="160" y="146"/>
                </a:lnTo>
                <a:lnTo>
                  <a:pt x="160" y="65"/>
                </a:lnTo>
                <a:lnTo>
                  <a:pt x="160" y="63"/>
                </a:lnTo>
                <a:lnTo>
                  <a:pt x="158" y="63"/>
                </a:lnTo>
                <a:lnTo>
                  <a:pt x="158" y="63"/>
                </a:lnTo>
                <a:lnTo>
                  <a:pt x="158" y="63"/>
                </a:lnTo>
                <a:lnTo>
                  <a:pt x="158" y="0"/>
                </a:lnTo>
                <a:lnTo>
                  <a:pt x="158" y="0"/>
                </a:lnTo>
                <a:lnTo>
                  <a:pt x="155" y="0"/>
                </a:lnTo>
                <a:lnTo>
                  <a:pt x="155" y="0"/>
                </a:lnTo>
                <a:lnTo>
                  <a:pt x="155" y="0"/>
                </a:lnTo>
                <a:lnTo>
                  <a:pt x="155" y="0"/>
                </a:lnTo>
                <a:lnTo>
                  <a:pt x="155" y="0"/>
                </a:lnTo>
                <a:lnTo>
                  <a:pt x="155" y="0"/>
                </a:lnTo>
                <a:lnTo>
                  <a:pt x="153" y="0"/>
                </a:lnTo>
                <a:lnTo>
                  <a:pt x="153" y="0"/>
                </a:lnTo>
                <a:lnTo>
                  <a:pt x="153" y="0"/>
                </a:lnTo>
                <a:lnTo>
                  <a:pt x="153" y="2"/>
                </a:lnTo>
                <a:lnTo>
                  <a:pt x="153" y="2"/>
                </a:lnTo>
                <a:lnTo>
                  <a:pt x="153" y="63"/>
                </a:lnTo>
                <a:lnTo>
                  <a:pt x="153" y="63"/>
                </a:lnTo>
                <a:lnTo>
                  <a:pt x="153" y="63"/>
                </a:lnTo>
                <a:lnTo>
                  <a:pt x="151" y="65"/>
                </a:lnTo>
                <a:lnTo>
                  <a:pt x="151" y="65"/>
                </a:lnTo>
                <a:lnTo>
                  <a:pt x="151" y="65"/>
                </a:lnTo>
                <a:lnTo>
                  <a:pt x="151" y="146"/>
                </a:lnTo>
                <a:lnTo>
                  <a:pt x="151" y="146"/>
                </a:lnTo>
                <a:lnTo>
                  <a:pt x="151" y="146"/>
                </a:lnTo>
                <a:lnTo>
                  <a:pt x="148" y="146"/>
                </a:lnTo>
                <a:lnTo>
                  <a:pt x="148" y="146"/>
                </a:lnTo>
                <a:lnTo>
                  <a:pt x="148" y="243"/>
                </a:lnTo>
                <a:lnTo>
                  <a:pt x="148" y="243"/>
                </a:lnTo>
                <a:lnTo>
                  <a:pt x="146" y="245"/>
                </a:lnTo>
                <a:lnTo>
                  <a:pt x="146" y="245"/>
                </a:lnTo>
                <a:lnTo>
                  <a:pt x="146" y="374"/>
                </a:lnTo>
                <a:lnTo>
                  <a:pt x="146" y="374"/>
                </a:lnTo>
                <a:lnTo>
                  <a:pt x="143" y="374"/>
                </a:lnTo>
                <a:lnTo>
                  <a:pt x="143" y="374"/>
                </a:lnTo>
                <a:lnTo>
                  <a:pt x="141" y="379"/>
                </a:lnTo>
                <a:lnTo>
                  <a:pt x="141" y="384"/>
                </a:lnTo>
                <a:lnTo>
                  <a:pt x="138" y="386"/>
                </a:lnTo>
                <a:lnTo>
                  <a:pt x="136" y="391"/>
                </a:lnTo>
                <a:lnTo>
                  <a:pt x="131" y="393"/>
                </a:lnTo>
                <a:lnTo>
                  <a:pt x="129" y="396"/>
                </a:lnTo>
                <a:lnTo>
                  <a:pt x="124" y="398"/>
                </a:lnTo>
                <a:lnTo>
                  <a:pt x="121" y="401"/>
                </a:lnTo>
                <a:lnTo>
                  <a:pt x="117" y="401"/>
                </a:lnTo>
                <a:lnTo>
                  <a:pt x="105" y="403"/>
                </a:lnTo>
                <a:lnTo>
                  <a:pt x="97" y="403"/>
                </a:lnTo>
                <a:lnTo>
                  <a:pt x="92" y="405"/>
                </a:lnTo>
                <a:lnTo>
                  <a:pt x="80" y="413"/>
                </a:lnTo>
                <a:lnTo>
                  <a:pt x="80" y="413"/>
                </a:lnTo>
                <a:lnTo>
                  <a:pt x="80" y="418"/>
                </a:lnTo>
                <a:lnTo>
                  <a:pt x="80" y="418"/>
                </a:lnTo>
                <a:lnTo>
                  <a:pt x="80" y="420"/>
                </a:lnTo>
                <a:lnTo>
                  <a:pt x="85" y="420"/>
                </a:lnTo>
                <a:lnTo>
                  <a:pt x="95" y="425"/>
                </a:lnTo>
                <a:lnTo>
                  <a:pt x="95" y="425"/>
                </a:lnTo>
                <a:lnTo>
                  <a:pt x="95" y="425"/>
                </a:lnTo>
                <a:lnTo>
                  <a:pt x="100" y="425"/>
                </a:lnTo>
                <a:lnTo>
                  <a:pt x="100" y="425"/>
                </a:lnTo>
                <a:lnTo>
                  <a:pt x="102" y="425"/>
                </a:lnTo>
                <a:lnTo>
                  <a:pt x="102" y="425"/>
                </a:lnTo>
                <a:lnTo>
                  <a:pt x="107" y="427"/>
                </a:lnTo>
                <a:lnTo>
                  <a:pt x="112" y="427"/>
                </a:lnTo>
                <a:lnTo>
                  <a:pt x="112" y="427"/>
                </a:lnTo>
                <a:lnTo>
                  <a:pt x="119" y="427"/>
                </a:lnTo>
                <a:lnTo>
                  <a:pt x="124" y="427"/>
                </a:lnTo>
                <a:lnTo>
                  <a:pt x="124" y="427"/>
                </a:lnTo>
                <a:lnTo>
                  <a:pt x="124" y="427"/>
                </a:lnTo>
                <a:lnTo>
                  <a:pt x="129" y="427"/>
                </a:lnTo>
                <a:lnTo>
                  <a:pt x="129" y="427"/>
                </a:lnTo>
                <a:lnTo>
                  <a:pt x="126" y="430"/>
                </a:lnTo>
                <a:lnTo>
                  <a:pt x="121" y="430"/>
                </a:lnTo>
                <a:lnTo>
                  <a:pt x="119" y="430"/>
                </a:lnTo>
                <a:lnTo>
                  <a:pt x="119" y="432"/>
                </a:lnTo>
                <a:lnTo>
                  <a:pt x="119" y="439"/>
                </a:lnTo>
                <a:lnTo>
                  <a:pt x="119" y="449"/>
                </a:lnTo>
                <a:lnTo>
                  <a:pt x="119" y="459"/>
                </a:lnTo>
                <a:lnTo>
                  <a:pt x="119" y="469"/>
                </a:lnTo>
                <a:lnTo>
                  <a:pt x="119" y="478"/>
                </a:lnTo>
                <a:lnTo>
                  <a:pt x="119" y="481"/>
                </a:lnTo>
                <a:lnTo>
                  <a:pt x="121" y="481"/>
                </a:lnTo>
                <a:lnTo>
                  <a:pt x="124" y="483"/>
                </a:lnTo>
                <a:lnTo>
                  <a:pt x="129" y="483"/>
                </a:lnTo>
                <a:lnTo>
                  <a:pt x="131" y="483"/>
                </a:lnTo>
                <a:lnTo>
                  <a:pt x="131" y="486"/>
                </a:lnTo>
                <a:lnTo>
                  <a:pt x="119" y="486"/>
                </a:lnTo>
                <a:lnTo>
                  <a:pt x="100" y="486"/>
                </a:lnTo>
                <a:lnTo>
                  <a:pt x="83" y="488"/>
                </a:lnTo>
                <a:lnTo>
                  <a:pt x="73" y="490"/>
                </a:lnTo>
                <a:lnTo>
                  <a:pt x="66" y="490"/>
                </a:lnTo>
                <a:lnTo>
                  <a:pt x="66" y="495"/>
                </a:lnTo>
                <a:lnTo>
                  <a:pt x="68" y="498"/>
                </a:lnTo>
                <a:lnTo>
                  <a:pt x="75" y="498"/>
                </a:lnTo>
                <a:lnTo>
                  <a:pt x="88" y="500"/>
                </a:lnTo>
                <a:lnTo>
                  <a:pt x="105" y="500"/>
                </a:lnTo>
                <a:lnTo>
                  <a:pt x="124" y="500"/>
                </a:lnTo>
                <a:lnTo>
                  <a:pt x="131" y="500"/>
                </a:lnTo>
                <a:lnTo>
                  <a:pt x="131" y="505"/>
                </a:lnTo>
                <a:lnTo>
                  <a:pt x="121" y="507"/>
                </a:lnTo>
                <a:lnTo>
                  <a:pt x="107" y="507"/>
                </a:lnTo>
                <a:lnTo>
                  <a:pt x="95" y="507"/>
                </a:lnTo>
                <a:lnTo>
                  <a:pt x="88" y="510"/>
                </a:lnTo>
                <a:lnTo>
                  <a:pt x="88" y="510"/>
                </a:lnTo>
                <a:lnTo>
                  <a:pt x="88" y="520"/>
                </a:lnTo>
                <a:lnTo>
                  <a:pt x="85" y="520"/>
                </a:lnTo>
                <a:lnTo>
                  <a:pt x="80" y="520"/>
                </a:lnTo>
                <a:lnTo>
                  <a:pt x="75" y="520"/>
                </a:lnTo>
                <a:lnTo>
                  <a:pt x="73" y="520"/>
                </a:lnTo>
                <a:lnTo>
                  <a:pt x="73" y="520"/>
                </a:lnTo>
                <a:lnTo>
                  <a:pt x="78" y="1331"/>
                </a:lnTo>
                <a:lnTo>
                  <a:pt x="27" y="1333"/>
                </a:lnTo>
                <a:lnTo>
                  <a:pt x="27" y="1350"/>
                </a:lnTo>
                <a:lnTo>
                  <a:pt x="0" y="1353"/>
                </a:lnTo>
                <a:lnTo>
                  <a:pt x="0" y="1671"/>
                </a:lnTo>
                <a:lnTo>
                  <a:pt x="1279" y="1671"/>
                </a:lnTo>
                <a:lnTo>
                  <a:pt x="1279" y="1154"/>
                </a:lnTo>
                <a:close/>
                <a:moveTo>
                  <a:pt x="126" y="498"/>
                </a:moveTo>
                <a:lnTo>
                  <a:pt x="124" y="498"/>
                </a:lnTo>
                <a:lnTo>
                  <a:pt x="121" y="498"/>
                </a:lnTo>
                <a:lnTo>
                  <a:pt x="119" y="498"/>
                </a:lnTo>
                <a:lnTo>
                  <a:pt x="117" y="498"/>
                </a:lnTo>
                <a:lnTo>
                  <a:pt x="119" y="498"/>
                </a:lnTo>
                <a:lnTo>
                  <a:pt x="121" y="498"/>
                </a:lnTo>
                <a:lnTo>
                  <a:pt x="124" y="498"/>
                </a:lnTo>
                <a:lnTo>
                  <a:pt x="126" y="498"/>
                </a:lnTo>
                <a:lnTo>
                  <a:pt x="131" y="498"/>
                </a:lnTo>
                <a:lnTo>
                  <a:pt x="126" y="498"/>
                </a:lnTo>
                <a:close/>
                <a:moveTo>
                  <a:pt x="117" y="568"/>
                </a:moveTo>
                <a:lnTo>
                  <a:pt x="121" y="568"/>
                </a:lnTo>
                <a:lnTo>
                  <a:pt x="131" y="568"/>
                </a:lnTo>
                <a:lnTo>
                  <a:pt x="138" y="568"/>
                </a:lnTo>
                <a:lnTo>
                  <a:pt x="138" y="656"/>
                </a:lnTo>
                <a:lnTo>
                  <a:pt x="134" y="656"/>
                </a:lnTo>
                <a:lnTo>
                  <a:pt x="124" y="656"/>
                </a:lnTo>
                <a:lnTo>
                  <a:pt x="119" y="656"/>
                </a:lnTo>
                <a:lnTo>
                  <a:pt x="117" y="568"/>
                </a:lnTo>
                <a:close/>
                <a:moveTo>
                  <a:pt x="119" y="673"/>
                </a:moveTo>
                <a:lnTo>
                  <a:pt x="126" y="673"/>
                </a:lnTo>
                <a:lnTo>
                  <a:pt x="136" y="673"/>
                </a:lnTo>
                <a:lnTo>
                  <a:pt x="138" y="673"/>
                </a:lnTo>
                <a:lnTo>
                  <a:pt x="138" y="799"/>
                </a:lnTo>
                <a:lnTo>
                  <a:pt x="136" y="799"/>
                </a:lnTo>
                <a:lnTo>
                  <a:pt x="126" y="799"/>
                </a:lnTo>
                <a:lnTo>
                  <a:pt x="119" y="799"/>
                </a:lnTo>
                <a:lnTo>
                  <a:pt x="119" y="673"/>
                </a:lnTo>
                <a:close/>
                <a:moveTo>
                  <a:pt x="119" y="814"/>
                </a:moveTo>
                <a:lnTo>
                  <a:pt x="124" y="814"/>
                </a:lnTo>
                <a:lnTo>
                  <a:pt x="136" y="814"/>
                </a:lnTo>
                <a:lnTo>
                  <a:pt x="141" y="814"/>
                </a:lnTo>
                <a:lnTo>
                  <a:pt x="141" y="937"/>
                </a:lnTo>
                <a:lnTo>
                  <a:pt x="136" y="937"/>
                </a:lnTo>
                <a:lnTo>
                  <a:pt x="129" y="937"/>
                </a:lnTo>
                <a:lnTo>
                  <a:pt x="119" y="937"/>
                </a:lnTo>
                <a:lnTo>
                  <a:pt x="119" y="814"/>
                </a:lnTo>
                <a:close/>
                <a:moveTo>
                  <a:pt x="119" y="957"/>
                </a:moveTo>
                <a:lnTo>
                  <a:pt x="126" y="957"/>
                </a:lnTo>
                <a:lnTo>
                  <a:pt x="136" y="957"/>
                </a:lnTo>
                <a:lnTo>
                  <a:pt x="141" y="957"/>
                </a:lnTo>
                <a:lnTo>
                  <a:pt x="141" y="1071"/>
                </a:lnTo>
                <a:lnTo>
                  <a:pt x="138" y="1071"/>
                </a:lnTo>
                <a:lnTo>
                  <a:pt x="129" y="1071"/>
                </a:lnTo>
                <a:lnTo>
                  <a:pt x="121" y="1073"/>
                </a:lnTo>
                <a:lnTo>
                  <a:pt x="119" y="957"/>
                </a:lnTo>
                <a:close/>
                <a:moveTo>
                  <a:pt x="129" y="1185"/>
                </a:moveTo>
                <a:lnTo>
                  <a:pt x="121" y="1188"/>
                </a:lnTo>
                <a:lnTo>
                  <a:pt x="121" y="1095"/>
                </a:lnTo>
                <a:lnTo>
                  <a:pt x="126" y="1095"/>
                </a:lnTo>
                <a:lnTo>
                  <a:pt x="136" y="1095"/>
                </a:lnTo>
                <a:lnTo>
                  <a:pt x="141" y="1095"/>
                </a:lnTo>
                <a:lnTo>
                  <a:pt x="141" y="1185"/>
                </a:lnTo>
                <a:lnTo>
                  <a:pt x="129" y="1185"/>
                </a:lnTo>
                <a:close/>
                <a:moveTo>
                  <a:pt x="182" y="568"/>
                </a:moveTo>
                <a:lnTo>
                  <a:pt x="189" y="568"/>
                </a:lnTo>
                <a:lnTo>
                  <a:pt x="197" y="568"/>
                </a:lnTo>
                <a:lnTo>
                  <a:pt x="197" y="656"/>
                </a:lnTo>
                <a:lnTo>
                  <a:pt x="194" y="656"/>
                </a:lnTo>
                <a:lnTo>
                  <a:pt x="182" y="656"/>
                </a:lnTo>
                <a:lnTo>
                  <a:pt x="182" y="568"/>
                </a:lnTo>
                <a:close/>
                <a:moveTo>
                  <a:pt x="182" y="673"/>
                </a:moveTo>
                <a:lnTo>
                  <a:pt x="189" y="673"/>
                </a:lnTo>
                <a:lnTo>
                  <a:pt x="197" y="673"/>
                </a:lnTo>
                <a:lnTo>
                  <a:pt x="199" y="799"/>
                </a:lnTo>
                <a:lnTo>
                  <a:pt x="189" y="799"/>
                </a:lnTo>
                <a:lnTo>
                  <a:pt x="182" y="799"/>
                </a:lnTo>
                <a:lnTo>
                  <a:pt x="182" y="673"/>
                </a:lnTo>
                <a:close/>
                <a:moveTo>
                  <a:pt x="182" y="814"/>
                </a:moveTo>
                <a:lnTo>
                  <a:pt x="194" y="814"/>
                </a:lnTo>
                <a:lnTo>
                  <a:pt x="199" y="814"/>
                </a:lnTo>
                <a:lnTo>
                  <a:pt x="199" y="937"/>
                </a:lnTo>
                <a:lnTo>
                  <a:pt x="192" y="937"/>
                </a:lnTo>
                <a:lnTo>
                  <a:pt x="184" y="937"/>
                </a:lnTo>
                <a:lnTo>
                  <a:pt x="182" y="814"/>
                </a:lnTo>
                <a:close/>
                <a:moveTo>
                  <a:pt x="184" y="957"/>
                </a:moveTo>
                <a:lnTo>
                  <a:pt x="194" y="957"/>
                </a:lnTo>
                <a:lnTo>
                  <a:pt x="199" y="957"/>
                </a:lnTo>
                <a:lnTo>
                  <a:pt x="199" y="1071"/>
                </a:lnTo>
                <a:lnTo>
                  <a:pt x="192" y="1071"/>
                </a:lnTo>
                <a:lnTo>
                  <a:pt x="184" y="1071"/>
                </a:lnTo>
                <a:lnTo>
                  <a:pt x="184" y="957"/>
                </a:lnTo>
                <a:close/>
                <a:moveTo>
                  <a:pt x="199" y="1188"/>
                </a:moveTo>
                <a:lnTo>
                  <a:pt x="184" y="1185"/>
                </a:lnTo>
                <a:lnTo>
                  <a:pt x="184" y="1098"/>
                </a:lnTo>
                <a:lnTo>
                  <a:pt x="197" y="1098"/>
                </a:lnTo>
                <a:lnTo>
                  <a:pt x="199" y="1098"/>
                </a:lnTo>
                <a:lnTo>
                  <a:pt x="201" y="1188"/>
                </a:lnTo>
                <a:lnTo>
                  <a:pt x="199" y="1188"/>
                </a:lnTo>
                <a:close/>
              </a:path>
            </a:pathLst>
          </a:custGeom>
          <a:solidFill>
            <a:schemeClr val="accent6"/>
          </a:solidFill>
          <a:ln>
            <a:noFill/>
          </a:ln>
        </p:spPr>
        <p:txBody>
          <a:bodyPr vert="horz" wrap="square" lIns="91440" tIns="45720" rIns="91440" bIns="45720" numCol="1" anchor="t" anchorCtr="0" compatLnSpc="1">
            <a:prstTxWarp prst="textNoShape">
              <a:avLst/>
            </a:prstTxWarp>
          </a:bodyPr>
          <a:lstStyle/>
          <a:p>
            <a:endParaRPr lang="id-ID"/>
          </a:p>
        </p:txBody>
      </p:sp>
      <p:sp>
        <p:nvSpPr>
          <p:cNvPr id="10" name="Rectangle 9"/>
          <p:cNvSpPr/>
          <p:nvPr/>
        </p:nvSpPr>
        <p:spPr>
          <a:xfrm>
            <a:off x="0" y="4913855"/>
            <a:ext cx="12192000" cy="194414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cxnSp>
        <p:nvCxnSpPr>
          <p:cNvPr id="25" name="Straight Connector 24"/>
          <p:cNvCxnSpPr/>
          <p:nvPr/>
        </p:nvCxnSpPr>
        <p:spPr>
          <a:xfrm>
            <a:off x="7979275" y="4931231"/>
            <a:ext cx="0" cy="1562907"/>
          </a:xfrm>
          <a:prstGeom prst="line">
            <a:avLst/>
          </a:prstGeom>
          <a:ln>
            <a:solidFill>
              <a:schemeClr val="bg1"/>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8227114" y="5034600"/>
            <a:ext cx="3453440" cy="338554"/>
          </a:xfrm>
          <a:prstGeom prst="rect">
            <a:avLst/>
          </a:prstGeom>
          <a:noFill/>
        </p:spPr>
        <p:txBody>
          <a:bodyPr wrap="square" rtlCol="0">
            <a:spAutoFit/>
          </a:bodyPr>
          <a:lstStyle/>
          <a:p>
            <a:r>
              <a:rPr lang="nb-NO" sz="1600" b="1" dirty="0">
                <a:solidFill>
                  <a:schemeClr val="bg1"/>
                </a:solidFill>
              </a:rPr>
              <a:t>Milos Novovic</a:t>
            </a:r>
            <a:endParaRPr lang="id-ID" sz="1600" b="1" dirty="0">
              <a:solidFill>
                <a:schemeClr val="bg1"/>
              </a:solidFill>
            </a:endParaRPr>
          </a:p>
        </p:txBody>
      </p:sp>
      <p:grpSp>
        <p:nvGrpSpPr>
          <p:cNvPr id="64" name="Group 63"/>
          <p:cNvGrpSpPr/>
          <p:nvPr/>
        </p:nvGrpSpPr>
        <p:grpSpPr>
          <a:xfrm>
            <a:off x="8335983" y="5689358"/>
            <a:ext cx="3515775" cy="327652"/>
            <a:chOff x="8335983" y="5689358"/>
            <a:chExt cx="3515775" cy="327652"/>
          </a:xfrm>
        </p:grpSpPr>
        <p:sp>
          <p:nvSpPr>
            <p:cNvPr id="34" name="TextBox 33"/>
            <p:cNvSpPr txBox="1"/>
            <p:nvPr/>
          </p:nvSpPr>
          <p:spPr>
            <a:xfrm>
              <a:off x="8637080" y="5689358"/>
              <a:ext cx="3214678" cy="307777"/>
            </a:xfrm>
            <a:prstGeom prst="rect">
              <a:avLst/>
            </a:prstGeom>
            <a:noFill/>
          </p:spPr>
          <p:txBody>
            <a:bodyPr wrap="square" rtlCol="0">
              <a:spAutoFit/>
            </a:bodyPr>
            <a:lstStyle/>
            <a:p>
              <a:r>
                <a:rPr lang="nb-NO" sz="1400" dirty="0">
                  <a:solidFill>
                    <a:schemeClr val="bg1"/>
                  </a:solidFill>
                </a:rPr>
                <a:t>milos.novovic@bi.no</a:t>
              </a:r>
              <a:endParaRPr lang="id-ID" sz="1400" dirty="0">
                <a:solidFill>
                  <a:schemeClr val="bg1"/>
                </a:solidFill>
              </a:endParaRPr>
            </a:p>
          </p:txBody>
        </p:sp>
        <p:grpSp>
          <p:nvGrpSpPr>
            <p:cNvPr id="38" name="Group 37"/>
            <p:cNvGrpSpPr/>
            <p:nvPr/>
          </p:nvGrpSpPr>
          <p:grpSpPr>
            <a:xfrm>
              <a:off x="8335983" y="5733107"/>
              <a:ext cx="283903" cy="283903"/>
              <a:chOff x="4752975" y="3660776"/>
              <a:chExt cx="365125" cy="365125"/>
            </a:xfrm>
            <a:solidFill>
              <a:schemeClr val="bg1"/>
            </a:solidFill>
          </p:grpSpPr>
          <p:sp>
            <p:nvSpPr>
              <p:cNvPr id="36" name="Freeform 51"/>
              <p:cNvSpPr>
                <a:spLocks/>
              </p:cNvSpPr>
              <p:nvPr/>
            </p:nvSpPr>
            <p:spPr bwMode="auto">
              <a:xfrm>
                <a:off x="4843463" y="3775076"/>
                <a:ext cx="274637" cy="250825"/>
              </a:xfrm>
              <a:custGeom>
                <a:avLst/>
                <a:gdLst>
                  <a:gd name="T0" fmla="*/ 40 w 48"/>
                  <a:gd name="T1" fmla="*/ 0 h 44"/>
                  <a:gd name="T2" fmla="*/ 36 w 48"/>
                  <a:gd name="T3" fmla="*/ 0 h 44"/>
                  <a:gd name="T4" fmla="*/ 36 w 48"/>
                  <a:gd name="T5" fmla="*/ 4 h 44"/>
                  <a:gd name="T6" fmla="*/ 24 w 48"/>
                  <a:gd name="T7" fmla="*/ 16 h 44"/>
                  <a:gd name="T8" fmla="*/ 6 w 48"/>
                  <a:gd name="T9" fmla="*/ 16 h 44"/>
                  <a:gd name="T10" fmla="*/ 0 w 48"/>
                  <a:gd name="T11" fmla="*/ 22 h 44"/>
                  <a:gd name="T12" fmla="*/ 0 w 48"/>
                  <a:gd name="T13" fmla="*/ 24 h 44"/>
                  <a:gd name="T14" fmla="*/ 8 w 48"/>
                  <a:gd name="T15" fmla="*/ 32 h 44"/>
                  <a:gd name="T16" fmla="*/ 28 w 48"/>
                  <a:gd name="T17" fmla="*/ 32 h 44"/>
                  <a:gd name="T18" fmla="*/ 40 w 48"/>
                  <a:gd name="T19" fmla="*/ 44 h 44"/>
                  <a:gd name="T20" fmla="*/ 40 w 48"/>
                  <a:gd name="T21" fmla="*/ 32 h 44"/>
                  <a:gd name="T22" fmla="*/ 48 w 48"/>
                  <a:gd name="T23" fmla="*/ 24 h 44"/>
                  <a:gd name="T24" fmla="*/ 48 w 48"/>
                  <a:gd name="T25" fmla="*/ 8 h 44"/>
                  <a:gd name="T26" fmla="*/ 40 w 48"/>
                  <a:gd name="T2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4">
                    <a:moveTo>
                      <a:pt x="40" y="0"/>
                    </a:moveTo>
                    <a:cubicBezTo>
                      <a:pt x="36" y="0"/>
                      <a:pt x="36" y="0"/>
                      <a:pt x="36" y="0"/>
                    </a:cubicBezTo>
                    <a:cubicBezTo>
                      <a:pt x="36" y="4"/>
                      <a:pt x="36" y="4"/>
                      <a:pt x="36" y="4"/>
                    </a:cubicBezTo>
                    <a:cubicBezTo>
                      <a:pt x="36" y="10"/>
                      <a:pt x="30" y="16"/>
                      <a:pt x="24" y="16"/>
                    </a:cubicBezTo>
                    <a:cubicBezTo>
                      <a:pt x="6" y="16"/>
                      <a:pt x="6" y="16"/>
                      <a:pt x="6" y="16"/>
                    </a:cubicBezTo>
                    <a:cubicBezTo>
                      <a:pt x="0" y="22"/>
                      <a:pt x="0" y="22"/>
                      <a:pt x="0" y="22"/>
                    </a:cubicBezTo>
                    <a:cubicBezTo>
                      <a:pt x="0" y="24"/>
                      <a:pt x="0" y="24"/>
                      <a:pt x="0" y="24"/>
                    </a:cubicBezTo>
                    <a:cubicBezTo>
                      <a:pt x="0" y="28"/>
                      <a:pt x="4" y="32"/>
                      <a:pt x="8" y="32"/>
                    </a:cubicBezTo>
                    <a:cubicBezTo>
                      <a:pt x="28" y="32"/>
                      <a:pt x="28" y="32"/>
                      <a:pt x="28" y="32"/>
                    </a:cubicBezTo>
                    <a:cubicBezTo>
                      <a:pt x="40" y="44"/>
                      <a:pt x="40" y="44"/>
                      <a:pt x="40" y="44"/>
                    </a:cubicBezTo>
                    <a:cubicBezTo>
                      <a:pt x="40" y="32"/>
                      <a:pt x="40" y="32"/>
                      <a:pt x="40" y="32"/>
                    </a:cubicBezTo>
                    <a:cubicBezTo>
                      <a:pt x="44" y="32"/>
                      <a:pt x="48" y="28"/>
                      <a:pt x="48" y="24"/>
                    </a:cubicBezTo>
                    <a:cubicBezTo>
                      <a:pt x="48" y="8"/>
                      <a:pt x="48" y="8"/>
                      <a:pt x="48" y="8"/>
                    </a:cubicBezTo>
                    <a:cubicBezTo>
                      <a:pt x="48" y="4"/>
                      <a:pt x="44" y="0"/>
                      <a:pt x="4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37" name="Freeform 52"/>
              <p:cNvSpPr>
                <a:spLocks/>
              </p:cNvSpPr>
              <p:nvPr/>
            </p:nvSpPr>
            <p:spPr bwMode="auto">
              <a:xfrm>
                <a:off x="4752975" y="3660776"/>
                <a:ext cx="273050" cy="250825"/>
              </a:xfrm>
              <a:custGeom>
                <a:avLst/>
                <a:gdLst>
                  <a:gd name="T0" fmla="*/ 20 w 48"/>
                  <a:gd name="T1" fmla="*/ 32 h 44"/>
                  <a:gd name="T2" fmla="*/ 40 w 48"/>
                  <a:gd name="T3" fmla="*/ 32 h 44"/>
                  <a:gd name="T4" fmla="*/ 48 w 48"/>
                  <a:gd name="T5" fmla="*/ 24 h 44"/>
                  <a:gd name="T6" fmla="*/ 48 w 48"/>
                  <a:gd name="T7" fmla="*/ 8 h 44"/>
                  <a:gd name="T8" fmla="*/ 40 w 48"/>
                  <a:gd name="T9" fmla="*/ 0 h 44"/>
                  <a:gd name="T10" fmla="*/ 8 w 48"/>
                  <a:gd name="T11" fmla="*/ 0 h 44"/>
                  <a:gd name="T12" fmla="*/ 0 w 48"/>
                  <a:gd name="T13" fmla="*/ 8 h 44"/>
                  <a:gd name="T14" fmla="*/ 0 w 48"/>
                  <a:gd name="T15" fmla="*/ 24 h 44"/>
                  <a:gd name="T16" fmla="*/ 8 w 48"/>
                  <a:gd name="T17" fmla="*/ 32 h 44"/>
                  <a:gd name="T18" fmla="*/ 8 w 48"/>
                  <a:gd name="T19" fmla="*/ 44 h 44"/>
                  <a:gd name="T20" fmla="*/ 20 w 48"/>
                  <a:gd name="T21" fmla="*/ 3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8" h="44">
                    <a:moveTo>
                      <a:pt x="20" y="32"/>
                    </a:moveTo>
                    <a:cubicBezTo>
                      <a:pt x="40" y="32"/>
                      <a:pt x="40" y="32"/>
                      <a:pt x="40" y="32"/>
                    </a:cubicBezTo>
                    <a:cubicBezTo>
                      <a:pt x="44" y="32"/>
                      <a:pt x="48" y="28"/>
                      <a:pt x="48" y="24"/>
                    </a:cubicBezTo>
                    <a:cubicBezTo>
                      <a:pt x="48" y="8"/>
                      <a:pt x="48" y="8"/>
                      <a:pt x="48" y="8"/>
                    </a:cubicBezTo>
                    <a:cubicBezTo>
                      <a:pt x="48" y="4"/>
                      <a:pt x="44" y="0"/>
                      <a:pt x="40" y="0"/>
                    </a:cubicBezTo>
                    <a:cubicBezTo>
                      <a:pt x="8" y="0"/>
                      <a:pt x="8" y="0"/>
                      <a:pt x="8" y="0"/>
                    </a:cubicBezTo>
                    <a:cubicBezTo>
                      <a:pt x="4" y="0"/>
                      <a:pt x="0" y="4"/>
                      <a:pt x="0" y="8"/>
                    </a:cubicBezTo>
                    <a:cubicBezTo>
                      <a:pt x="0" y="24"/>
                      <a:pt x="0" y="24"/>
                      <a:pt x="0" y="24"/>
                    </a:cubicBezTo>
                    <a:cubicBezTo>
                      <a:pt x="0" y="28"/>
                      <a:pt x="4" y="32"/>
                      <a:pt x="8" y="32"/>
                    </a:cubicBezTo>
                    <a:cubicBezTo>
                      <a:pt x="8" y="44"/>
                      <a:pt x="8" y="44"/>
                      <a:pt x="8" y="44"/>
                    </a:cubicBezTo>
                    <a:lnTo>
                      <a:pt x="20"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grpSp>
        <p:nvGrpSpPr>
          <p:cNvPr id="63" name="Group 62"/>
          <p:cNvGrpSpPr/>
          <p:nvPr/>
        </p:nvGrpSpPr>
        <p:grpSpPr>
          <a:xfrm>
            <a:off x="8333567" y="6079046"/>
            <a:ext cx="3518191" cy="307777"/>
            <a:chOff x="8333567" y="6079046"/>
            <a:chExt cx="3518191" cy="307777"/>
          </a:xfrm>
        </p:grpSpPr>
        <p:sp>
          <p:nvSpPr>
            <p:cNvPr id="35" name="TextBox 34"/>
            <p:cNvSpPr txBox="1"/>
            <p:nvPr/>
          </p:nvSpPr>
          <p:spPr>
            <a:xfrm>
              <a:off x="8637080" y="6079046"/>
              <a:ext cx="3214678" cy="307777"/>
            </a:xfrm>
            <a:prstGeom prst="rect">
              <a:avLst/>
            </a:prstGeom>
            <a:noFill/>
          </p:spPr>
          <p:txBody>
            <a:bodyPr wrap="square" rtlCol="0">
              <a:spAutoFit/>
            </a:bodyPr>
            <a:lstStyle/>
            <a:p>
              <a:r>
                <a:rPr lang="id-ID" sz="1400" dirty="0">
                  <a:solidFill>
                    <a:schemeClr val="bg1"/>
                  </a:solidFill>
                </a:rPr>
                <a:t>+</a:t>
              </a:r>
              <a:r>
                <a:rPr lang="nb-NO" sz="1400" dirty="0">
                  <a:solidFill>
                    <a:schemeClr val="bg1"/>
                  </a:solidFill>
                </a:rPr>
                <a:t>47 974 22 223</a:t>
              </a:r>
              <a:endParaRPr lang="id-ID" sz="1400" dirty="0">
                <a:solidFill>
                  <a:schemeClr val="bg1"/>
                </a:solidFill>
              </a:endParaRPr>
            </a:p>
          </p:txBody>
        </p:sp>
        <p:grpSp>
          <p:nvGrpSpPr>
            <p:cNvPr id="41" name="Group 40"/>
            <p:cNvGrpSpPr/>
            <p:nvPr/>
          </p:nvGrpSpPr>
          <p:grpSpPr>
            <a:xfrm>
              <a:off x="8333567" y="6088567"/>
              <a:ext cx="198350" cy="288737"/>
              <a:chOff x="2678113" y="3660776"/>
              <a:chExt cx="250825" cy="365125"/>
            </a:xfrm>
            <a:solidFill>
              <a:schemeClr val="bg1"/>
            </a:solidFill>
          </p:grpSpPr>
          <p:sp>
            <p:nvSpPr>
              <p:cNvPr id="42" name="Rectangle 36"/>
              <p:cNvSpPr>
                <a:spLocks noChangeArrowheads="1"/>
              </p:cNvSpPr>
              <p:nvPr/>
            </p:nvSpPr>
            <p:spPr bwMode="auto">
              <a:xfrm>
                <a:off x="2722563" y="3751263"/>
                <a:ext cx="160337" cy="1381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3" name="Rectangle 37"/>
              <p:cNvSpPr>
                <a:spLocks noChangeArrowheads="1"/>
              </p:cNvSpPr>
              <p:nvPr/>
            </p:nvSpPr>
            <p:spPr bwMode="auto">
              <a:xfrm>
                <a:off x="2768600" y="3706813"/>
                <a:ext cx="6826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4" name="Freeform 38"/>
              <p:cNvSpPr>
                <a:spLocks noEditPoints="1"/>
              </p:cNvSpPr>
              <p:nvPr/>
            </p:nvSpPr>
            <p:spPr bwMode="auto">
              <a:xfrm>
                <a:off x="2678113" y="3660776"/>
                <a:ext cx="250825" cy="365125"/>
              </a:xfrm>
              <a:custGeom>
                <a:avLst/>
                <a:gdLst>
                  <a:gd name="T0" fmla="*/ 36 w 44"/>
                  <a:gd name="T1" fmla="*/ 0 h 64"/>
                  <a:gd name="T2" fmla="*/ 8 w 44"/>
                  <a:gd name="T3" fmla="*/ 0 h 64"/>
                  <a:gd name="T4" fmla="*/ 0 w 44"/>
                  <a:gd name="T5" fmla="*/ 8 h 64"/>
                  <a:gd name="T6" fmla="*/ 0 w 44"/>
                  <a:gd name="T7" fmla="*/ 56 h 64"/>
                  <a:gd name="T8" fmla="*/ 8 w 44"/>
                  <a:gd name="T9" fmla="*/ 64 h 64"/>
                  <a:gd name="T10" fmla="*/ 36 w 44"/>
                  <a:gd name="T11" fmla="*/ 64 h 64"/>
                  <a:gd name="T12" fmla="*/ 44 w 44"/>
                  <a:gd name="T13" fmla="*/ 56 h 64"/>
                  <a:gd name="T14" fmla="*/ 44 w 44"/>
                  <a:gd name="T15" fmla="*/ 8 h 64"/>
                  <a:gd name="T16" fmla="*/ 36 w 44"/>
                  <a:gd name="T17" fmla="*/ 0 h 64"/>
                  <a:gd name="T18" fmla="*/ 40 w 44"/>
                  <a:gd name="T19" fmla="*/ 56 h 64"/>
                  <a:gd name="T20" fmla="*/ 36 w 44"/>
                  <a:gd name="T21" fmla="*/ 60 h 64"/>
                  <a:gd name="T22" fmla="*/ 8 w 44"/>
                  <a:gd name="T23" fmla="*/ 60 h 64"/>
                  <a:gd name="T24" fmla="*/ 4 w 44"/>
                  <a:gd name="T25" fmla="*/ 56 h 64"/>
                  <a:gd name="T26" fmla="*/ 4 w 44"/>
                  <a:gd name="T27" fmla="*/ 8 h 64"/>
                  <a:gd name="T28" fmla="*/ 8 w 44"/>
                  <a:gd name="T29" fmla="*/ 4 h 64"/>
                  <a:gd name="T30" fmla="*/ 36 w 44"/>
                  <a:gd name="T31" fmla="*/ 4 h 64"/>
                  <a:gd name="T32" fmla="*/ 40 w 44"/>
                  <a:gd name="T33" fmla="*/ 8 h 64"/>
                  <a:gd name="T34" fmla="*/ 40 w 44"/>
                  <a:gd name="T35" fmla="*/ 56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4" h="64">
                    <a:moveTo>
                      <a:pt x="36" y="0"/>
                    </a:moveTo>
                    <a:cubicBezTo>
                      <a:pt x="8" y="0"/>
                      <a:pt x="8" y="0"/>
                      <a:pt x="8" y="0"/>
                    </a:cubicBezTo>
                    <a:cubicBezTo>
                      <a:pt x="4" y="0"/>
                      <a:pt x="0" y="4"/>
                      <a:pt x="0" y="8"/>
                    </a:cubicBezTo>
                    <a:cubicBezTo>
                      <a:pt x="0" y="56"/>
                      <a:pt x="0" y="56"/>
                      <a:pt x="0" y="56"/>
                    </a:cubicBezTo>
                    <a:cubicBezTo>
                      <a:pt x="0" y="60"/>
                      <a:pt x="4" y="64"/>
                      <a:pt x="8" y="64"/>
                    </a:cubicBezTo>
                    <a:cubicBezTo>
                      <a:pt x="36" y="64"/>
                      <a:pt x="36" y="64"/>
                      <a:pt x="36" y="64"/>
                    </a:cubicBezTo>
                    <a:cubicBezTo>
                      <a:pt x="40" y="64"/>
                      <a:pt x="44" y="60"/>
                      <a:pt x="44" y="56"/>
                    </a:cubicBezTo>
                    <a:cubicBezTo>
                      <a:pt x="44" y="8"/>
                      <a:pt x="44" y="8"/>
                      <a:pt x="44" y="8"/>
                    </a:cubicBezTo>
                    <a:cubicBezTo>
                      <a:pt x="44" y="4"/>
                      <a:pt x="40" y="0"/>
                      <a:pt x="36" y="0"/>
                    </a:cubicBezTo>
                    <a:close/>
                    <a:moveTo>
                      <a:pt x="40" y="56"/>
                    </a:moveTo>
                    <a:cubicBezTo>
                      <a:pt x="40" y="58"/>
                      <a:pt x="38" y="60"/>
                      <a:pt x="36" y="60"/>
                    </a:cubicBezTo>
                    <a:cubicBezTo>
                      <a:pt x="8" y="60"/>
                      <a:pt x="8" y="60"/>
                      <a:pt x="8" y="60"/>
                    </a:cubicBezTo>
                    <a:cubicBezTo>
                      <a:pt x="6" y="60"/>
                      <a:pt x="4" y="58"/>
                      <a:pt x="4" y="56"/>
                    </a:cubicBezTo>
                    <a:cubicBezTo>
                      <a:pt x="4" y="8"/>
                      <a:pt x="4" y="8"/>
                      <a:pt x="4" y="8"/>
                    </a:cubicBezTo>
                    <a:cubicBezTo>
                      <a:pt x="4" y="6"/>
                      <a:pt x="6" y="4"/>
                      <a:pt x="8" y="4"/>
                    </a:cubicBezTo>
                    <a:cubicBezTo>
                      <a:pt x="36" y="4"/>
                      <a:pt x="36" y="4"/>
                      <a:pt x="36" y="4"/>
                    </a:cubicBezTo>
                    <a:cubicBezTo>
                      <a:pt x="38" y="4"/>
                      <a:pt x="40" y="6"/>
                      <a:pt x="40" y="8"/>
                    </a:cubicBezTo>
                    <a:lnTo>
                      <a:pt x="40"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5" name="Rectangle 39"/>
              <p:cNvSpPr>
                <a:spLocks noChangeArrowheads="1"/>
              </p:cNvSpPr>
              <p:nvPr/>
            </p:nvSpPr>
            <p:spPr bwMode="auto">
              <a:xfrm>
                <a:off x="2722563" y="3957638"/>
                <a:ext cx="2381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6" name="Rectangle 40"/>
              <p:cNvSpPr>
                <a:spLocks noChangeArrowheads="1"/>
              </p:cNvSpPr>
              <p:nvPr/>
            </p:nvSpPr>
            <p:spPr bwMode="auto">
              <a:xfrm>
                <a:off x="2768600" y="3957638"/>
                <a:ext cx="2381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7" name="Rectangle 41"/>
              <p:cNvSpPr>
                <a:spLocks noChangeArrowheads="1"/>
              </p:cNvSpPr>
              <p:nvPr/>
            </p:nvSpPr>
            <p:spPr bwMode="auto">
              <a:xfrm>
                <a:off x="2814638" y="3957638"/>
                <a:ext cx="2222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8" name="Rectangle 42"/>
              <p:cNvSpPr>
                <a:spLocks noChangeArrowheads="1"/>
              </p:cNvSpPr>
              <p:nvPr/>
            </p:nvSpPr>
            <p:spPr bwMode="auto">
              <a:xfrm>
                <a:off x="2860675" y="3957638"/>
                <a:ext cx="2222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49" name="Rectangle 43"/>
              <p:cNvSpPr>
                <a:spLocks noChangeArrowheads="1"/>
              </p:cNvSpPr>
              <p:nvPr/>
            </p:nvSpPr>
            <p:spPr bwMode="auto">
              <a:xfrm>
                <a:off x="2722563" y="3911601"/>
                <a:ext cx="2381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0" name="Rectangle 44"/>
              <p:cNvSpPr>
                <a:spLocks noChangeArrowheads="1"/>
              </p:cNvSpPr>
              <p:nvPr/>
            </p:nvSpPr>
            <p:spPr bwMode="auto">
              <a:xfrm>
                <a:off x="2768600" y="3911601"/>
                <a:ext cx="23812"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1" name="Rectangle 45"/>
              <p:cNvSpPr>
                <a:spLocks noChangeArrowheads="1"/>
              </p:cNvSpPr>
              <p:nvPr/>
            </p:nvSpPr>
            <p:spPr bwMode="auto">
              <a:xfrm>
                <a:off x="2814638" y="3911601"/>
                <a:ext cx="2222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sp>
            <p:nvSpPr>
              <p:cNvPr id="52" name="Rectangle 46"/>
              <p:cNvSpPr>
                <a:spLocks noChangeArrowheads="1"/>
              </p:cNvSpPr>
              <p:nvPr/>
            </p:nvSpPr>
            <p:spPr bwMode="auto">
              <a:xfrm>
                <a:off x="2860675" y="3911601"/>
                <a:ext cx="2222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id-ID"/>
              </a:p>
            </p:txBody>
          </p:sp>
        </p:grpSp>
      </p:grpSp>
      <p:sp>
        <p:nvSpPr>
          <p:cNvPr id="54" name="TextBox 53"/>
          <p:cNvSpPr txBox="1"/>
          <p:nvPr/>
        </p:nvSpPr>
        <p:spPr>
          <a:xfrm>
            <a:off x="773185" y="5073805"/>
            <a:ext cx="3297698" cy="923330"/>
          </a:xfrm>
          <a:prstGeom prst="rect">
            <a:avLst/>
          </a:prstGeom>
          <a:noFill/>
        </p:spPr>
        <p:txBody>
          <a:bodyPr wrap="none" rtlCol="0">
            <a:spAutoFit/>
          </a:bodyPr>
          <a:lstStyle/>
          <a:p>
            <a:pPr algn="r"/>
            <a:r>
              <a:rPr lang="nb-NO" sz="5400" dirty="0" err="1">
                <a:solidFill>
                  <a:schemeClr val="bg1"/>
                </a:solidFill>
                <a:latin typeface="+mj-lt"/>
              </a:rPr>
              <a:t>Thank</a:t>
            </a:r>
            <a:r>
              <a:rPr lang="nb-NO" sz="5400" dirty="0">
                <a:solidFill>
                  <a:schemeClr val="bg1"/>
                </a:solidFill>
                <a:latin typeface="+mj-lt"/>
              </a:rPr>
              <a:t> </a:t>
            </a:r>
            <a:r>
              <a:rPr lang="nb-NO" sz="5400" dirty="0" err="1">
                <a:solidFill>
                  <a:schemeClr val="bg1"/>
                </a:solidFill>
                <a:latin typeface="+mj-lt"/>
              </a:rPr>
              <a:t>you</a:t>
            </a:r>
            <a:r>
              <a:rPr lang="nb-NO" sz="5400" dirty="0">
                <a:solidFill>
                  <a:schemeClr val="bg1"/>
                </a:solidFill>
                <a:latin typeface="+mj-lt"/>
              </a:rPr>
              <a:t>!</a:t>
            </a:r>
            <a:endParaRPr lang="en-US" sz="5400" dirty="0">
              <a:solidFill>
                <a:schemeClr val="bg1"/>
              </a:solidFill>
              <a:latin typeface="+mj-lt"/>
            </a:endParaRPr>
          </a:p>
        </p:txBody>
      </p:sp>
    </p:spTree>
    <p:extLst>
      <p:ext uri="{BB962C8B-B14F-4D97-AF65-F5344CB8AC3E}">
        <p14:creationId xmlns:p14="http://schemas.microsoft.com/office/powerpoint/2010/main" val="3466848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10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20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30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40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50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60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par>
                          <p:cTn id="33" fill="hold">
                            <p:stCondLst>
                              <p:cond delay="1100"/>
                            </p:stCondLst>
                            <p:childTnLst>
                              <p:par>
                                <p:cTn id="34" presetID="10" presetClass="entr" presetSubtype="0" fill="hold" grpId="0" nodeType="afterEffect">
                                  <p:stCondLst>
                                    <p:cond delay="0"/>
                                  </p:stCondLst>
                                  <p:childTnLst>
                                    <p:set>
                                      <p:cBhvr>
                                        <p:cTn id="35" dur="1" fill="hold">
                                          <p:stCondLst>
                                            <p:cond delay="0"/>
                                          </p:stCondLst>
                                        </p:cTn>
                                        <p:tgtEl>
                                          <p:spTgt spid="54"/>
                                        </p:tgtEl>
                                        <p:attrNameLst>
                                          <p:attrName>style.visibility</p:attrName>
                                        </p:attrNameLst>
                                      </p:cBhvr>
                                      <p:to>
                                        <p:strVal val="visible"/>
                                      </p:to>
                                    </p:set>
                                    <p:animEffect transition="in" filter="fade">
                                      <p:cBhvr>
                                        <p:cTn id="36" dur="500"/>
                                        <p:tgtEl>
                                          <p:spTgt spid="54"/>
                                        </p:tgtEl>
                                      </p:cBhvr>
                                    </p:animEffect>
                                  </p:childTnLst>
                                </p:cTn>
                              </p:par>
                            </p:childTnLst>
                          </p:cTn>
                        </p:par>
                        <p:par>
                          <p:cTn id="37" fill="hold">
                            <p:stCondLst>
                              <p:cond delay="1600"/>
                            </p:stCondLst>
                            <p:childTnLst>
                              <p:par>
                                <p:cTn id="38" presetID="10" presetClass="entr" presetSubtype="0" fill="hold" nodeType="after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childTnLst>
                          </p:cTn>
                        </p:par>
                        <p:par>
                          <p:cTn id="41" fill="hold">
                            <p:stCondLst>
                              <p:cond delay="2100"/>
                            </p:stCondLst>
                            <p:childTnLst>
                              <p:par>
                                <p:cTn id="42" presetID="10" presetClass="entr" presetSubtype="0" fill="hold" grpId="0" nodeType="after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fade">
                                      <p:cBhvr>
                                        <p:cTn id="44" dur="500"/>
                                        <p:tgtEl>
                                          <p:spTgt spid="31"/>
                                        </p:tgtEl>
                                      </p:cBhvr>
                                    </p:animEffect>
                                  </p:childTnLst>
                                </p:cTn>
                              </p:par>
                            </p:childTnLst>
                          </p:cTn>
                        </p:par>
                        <p:par>
                          <p:cTn id="45" fill="hold">
                            <p:stCondLst>
                              <p:cond delay="2600"/>
                            </p:stCondLst>
                            <p:childTnLst>
                              <p:par>
                                <p:cTn id="46" presetID="10" presetClass="entr" presetSubtype="0" fill="hold" nodeType="afterEffect">
                                  <p:stCondLst>
                                    <p:cond delay="0"/>
                                  </p:stCondLst>
                                  <p:childTnLst>
                                    <p:set>
                                      <p:cBhvr>
                                        <p:cTn id="47" dur="1" fill="hold">
                                          <p:stCondLst>
                                            <p:cond delay="0"/>
                                          </p:stCondLst>
                                        </p:cTn>
                                        <p:tgtEl>
                                          <p:spTgt spid="64"/>
                                        </p:tgtEl>
                                        <p:attrNameLst>
                                          <p:attrName>style.visibility</p:attrName>
                                        </p:attrNameLst>
                                      </p:cBhvr>
                                      <p:to>
                                        <p:strVal val="visible"/>
                                      </p:to>
                                    </p:set>
                                    <p:animEffect transition="in" filter="fade">
                                      <p:cBhvr>
                                        <p:cTn id="48" dur="500"/>
                                        <p:tgtEl>
                                          <p:spTgt spid="64"/>
                                        </p:tgtEl>
                                      </p:cBhvr>
                                    </p:animEffect>
                                  </p:childTnLst>
                                </p:cTn>
                              </p:par>
                            </p:childTnLst>
                          </p:cTn>
                        </p:par>
                        <p:par>
                          <p:cTn id="49" fill="hold">
                            <p:stCondLst>
                              <p:cond delay="3100"/>
                            </p:stCondLst>
                            <p:childTnLst>
                              <p:par>
                                <p:cTn id="50" presetID="10" presetClass="entr" presetSubtype="0" fill="hold" nodeType="afterEffect">
                                  <p:stCondLst>
                                    <p:cond delay="0"/>
                                  </p:stCondLst>
                                  <p:childTnLst>
                                    <p:set>
                                      <p:cBhvr>
                                        <p:cTn id="51" dur="1" fill="hold">
                                          <p:stCondLst>
                                            <p:cond delay="0"/>
                                          </p:stCondLst>
                                        </p:cTn>
                                        <p:tgtEl>
                                          <p:spTgt spid="63"/>
                                        </p:tgtEl>
                                        <p:attrNameLst>
                                          <p:attrName>style.visibility</p:attrName>
                                        </p:attrNameLst>
                                      </p:cBhvr>
                                      <p:to>
                                        <p:strVal val="visible"/>
                                      </p:to>
                                    </p:set>
                                    <p:animEffect transition="in" filter="fade">
                                      <p:cBhvr>
                                        <p:cTn id="52"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31" grpId="0"/>
      <p:bldP spid="54" grpId="0"/>
    </p:bldLst>
  </p:timing>
</p:sld>
</file>

<file path=ppt/theme/theme1.xml><?xml version="1.0" encoding="utf-8"?>
<a:theme xmlns:a="http://schemas.openxmlformats.org/drawingml/2006/main" name="Office Theme">
  <a:themeElements>
    <a:clrScheme name="Ever-Blue">
      <a:dk1>
        <a:sysClr val="windowText" lastClr="000000"/>
      </a:dk1>
      <a:lt1>
        <a:sysClr val="window" lastClr="FFFFFF"/>
      </a:lt1>
      <a:dk2>
        <a:srgbClr val="44546A"/>
      </a:dk2>
      <a:lt2>
        <a:srgbClr val="E7E6E6"/>
      </a:lt2>
      <a:accent1>
        <a:srgbClr val="2980B9"/>
      </a:accent1>
      <a:accent2>
        <a:srgbClr val="2D8AC9"/>
      </a:accent2>
      <a:accent3>
        <a:srgbClr val="3693D2"/>
      </a:accent3>
      <a:accent4>
        <a:srgbClr val="50A1D8"/>
      </a:accent4>
      <a:accent5>
        <a:srgbClr val="65ACDD"/>
      </a:accent5>
      <a:accent6>
        <a:srgbClr val="7EBAE2"/>
      </a:accent6>
      <a:hlink>
        <a:srgbClr val="0563C1"/>
      </a:hlink>
      <a:folHlink>
        <a:srgbClr val="954F72"/>
      </a:folHlink>
    </a:clrScheme>
    <a:fontScheme name="Custom 1">
      <a:majorFont>
        <a:latin typeface="Source Sans Pro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AB777679557F664BB83D39BD9588098F" ma:contentTypeVersion="2" ma:contentTypeDescription="Opprett et nytt dokument." ma:contentTypeScope="" ma:versionID="448c4c94abf22923a265321da2317376">
  <xsd:schema xmlns:xsd="http://www.w3.org/2001/XMLSchema" xmlns:xs="http://www.w3.org/2001/XMLSchema" xmlns:p="http://schemas.microsoft.com/office/2006/metadata/properties" xmlns:ns3="9538ab6f-ab6b-4618-a05a-4b76f74c8e56" targetNamespace="http://schemas.microsoft.com/office/2006/metadata/properties" ma:root="true" ma:fieldsID="974295aadb69914717c4bd6e5fae1cd7" ns3:_="">
    <xsd:import namespace="9538ab6f-ab6b-4618-a05a-4b76f74c8e56"/>
    <xsd:element name="properties">
      <xsd:complexType>
        <xsd:sequence>
          <xsd:element name="documentManagement">
            <xsd:complexType>
              <xsd:all>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38ab6f-ab6b-4618-a05a-4b76f74c8e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9F6DC54-6182-4D3A-836F-8FF9C6CBF06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E433327-21F1-4DF5-8BF2-F979144AEE58}">
  <ds:schemaRefs>
    <ds:schemaRef ds:uri="http://schemas.microsoft.com/sharepoint/v3/contenttype/forms"/>
  </ds:schemaRefs>
</ds:datastoreItem>
</file>

<file path=customXml/itemProps3.xml><?xml version="1.0" encoding="utf-8"?>
<ds:datastoreItem xmlns:ds="http://schemas.openxmlformats.org/officeDocument/2006/customXml" ds:itemID="{577588D4-4D79-4453-8CF6-7FEB428BC24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538ab6f-ab6b-4618-a05a-4b76f74c8e5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495</TotalTime>
  <Words>2168</Words>
  <Application>Microsoft Office PowerPoint</Application>
  <PresentationFormat>Widescreen</PresentationFormat>
  <Paragraphs>134</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Calibri</vt:lpstr>
      <vt:lpstr>Arial</vt:lpstr>
      <vt:lpstr>Source Sans Pro Light</vt:lpstr>
      <vt:lpstr>Office Theme</vt:lpstr>
      <vt:lpstr>PowerPoint Presentation</vt:lpstr>
      <vt:lpstr>PowerPoint Presentation</vt:lpstr>
      <vt:lpstr>PowerPoint Presentation</vt:lpstr>
      <vt:lpstr>PowerPoint Presentation</vt:lpstr>
      <vt:lpstr>CISG: Obligations of the seller</vt:lpstr>
      <vt:lpstr>CISG: Delivery of goods: where?</vt:lpstr>
      <vt:lpstr>PowerPoint Presentation</vt:lpstr>
      <vt:lpstr>Examples</vt:lpstr>
      <vt:lpstr>CISG: Delivery of goods: when?</vt:lpstr>
      <vt:lpstr>Examples</vt:lpstr>
      <vt:lpstr>Examples</vt:lpstr>
      <vt:lpstr>CISG: Conformity of goods</vt:lpstr>
      <vt:lpstr>Examples</vt:lpstr>
      <vt:lpstr>CISG: Conformity of goods</vt:lpstr>
      <vt:lpstr>Examples</vt:lpstr>
      <vt:lpstr>CISG: Conformity of goods</vt:lpstr>
      <vt:lpstr>Examples</vt:lpstr>
      <vt:lpstr>CISG: Conformity of goods – duty to examine</vt:lpstr>
      <vt:lpstr>CISG: Conformity of goods – notice requirement</vt:lpstr>
      <vt:lpstr>Examples</vt:lpstr>
      <vt:lpstr>CISG: Obligations of the buyer</vt:lpstr>
      <vt:lpstr>CISG: Paying – when?</vt:lpstr>
      <vt:lpstr>CISG: Paying – when?</vt:lpstr>
      <vt:lpstr>PowerPoint Presentation</vt:lpstr>
      <vt:lpstr>PowerPoint Presentation</vt:lpstr>
      <vt:lpstr>CISG: Passing of risk</vt:lpstr>
      <vt:lpstr>CISG: Passing of risk</vt:lpstr>
      <vt:lpstr>Examples</vt:lpstr>
      <vt:lpstr>CISG: Passing of risk</vt:lpstr>
      <vt:lpstr>Case 1</vt:lpstr>
      <vt:lpstr>Case 2</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Milos Novovic</dc:creator>
  <cp:lastModifiedBy>Milos Novovic</cp:lastModifiedBy>
  <cp:revision>5</cp:revision>
  <dcterms:created xsi:type="dcterms:W3CDTF">2020-02-04T16:04:20Z</dcterms:created>
  <dcterms:modified xsi:type="dcterms:W3CDTF">2020-02-25T19:07:11Z</dcterms:modified>
</cp:coreProperties>
</file>