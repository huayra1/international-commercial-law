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4">
  <p:sldMasterIdLst>
    <p:sldMasterId id="2147483661" r:id="rId4"/>
  </p:sldMasterIdLst>
  <p:notesMasterIdLst>
    <p:notesMasterId r:id="rId42"/>
  </p:notesMasterIdLst>
  <p:sldIdLst>
    <p:sldId id="526" r:id="rId5"/>
    <p:sldId id="262" r:id="rId6"/>
    <p:sldId id="557" r:id="rId7"/>
    <p:sldId id="560" r:id="rId8"/>
    <p:sldId id="739" r:id="rId9"/>
    <p:sldId id="742" r:id="rId10"/>
    <p:sldId id="741" r:id="rId11"/>
    <p:sldId id="702" r:id="rId12"/>
    <p:sldId id="743" r:id="rId13"/>
    <p:sldId id="744" r:id="rId14"/>
    <p:sldId id="688" r:id="rId15"/>
    <p:sldId id="740" r:id="rId16"/>
    <p:sldId id="729" r:id="rId17"/>
    <p:sldId id="745" r:id="rId18"/>
    <p:sldId id="727" r:id="rId19"/>
    <p:sldId id="715" r:id="rId20"/>
    <p:sldId id="746" r:id="rId21"/>
    <p:sldId id="747" r:id="rId22"/>
    <p:sldId id="728" r:id="rId23"/>
    <p:sldId id="748" r:id="rId24"/>
    <p:sldId id="749" r:id="rId25"/>
    <p:sldId id="750" r:id="rId26"/>
    <p:sldId id="751" r:id="rId27"/>
    <p:sldId id="752" r:id="rId28"/>
    <p:sldId id="716" r:id="rId29"/>
    <p:sldId id="753" r:id="rId30"/>
    <p:sldId id="759" r:id="rId31"/>
    <p:sldId id="754" r:id="rId32"/>
    <p:sldId id="717" r:id="rId33"/>
    <p:sldId id="755" r:id="rId34"/>
    <p:sldId id="756" r:id="rId35"/>
    <p:sldId id="718" r:id="rId36"/>
    <p:sldId id="757" r:id="rId37"/>
    <p:sldId id="758" r:id="rId38"/>
    <p:sldId id="732" r:id="rId39"/>
    <p:sldId id="737" r:id="rId40"/>
    <p:sldId id="468" r:id="rId41"/>
  </p:sldIdLst>
  <p:sldSz cx="12192000" cy="6858000"/>
  <p:notesSz cx="6858000" cy="9144000"/>
  <p:embeddedFontLst>
    <p:embeddedFont>
      <p:font typeface="Calibri" panose="020F0502020204030204" pitchFamily="34" charset="0"/>
      <p:regular r:id="rId43"/>
      <p:bold r:id="rId44"/>
      <p:italic r:id="rId45"/>
      <p:boldItalic r:id="rId46"/>
    </p:embeddedFont>
    <p:embeddedFont>
      <p:font typeface="Source Sans Pro Light" panose="020B0403030403020204" pitchFamily="34" charset="0"/>
      <p:regular r:id="rId47"/>
      <p:italic r:id="rId48"/>
    </p:embeddedFont>
  </p:embeddedFontLst>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4490C2"/>
    <a:srgbClr val="CAE9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65A3D-0304-4FCA-A260-F3FDE4FC6C87}" v="2626" dt="2020-03-03T18:42:06.216"/>
    <p1510:client id="{86BF3425-B915-46BA-92F3-B34C311E3931}" v="4895" dt="2020-03-03T14:55:00.8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6" autoAdjust="0"/>
    <p:restoredTop sz="94660"/>
  </p:normalViewPr>
  <p:slideViewPr>
    <p:cSldViewPr snapToGrid="0">
      <p:cViewPr varScale="1">
        <p:scale>
          <a:sx n="164" d="100"/>
          <a:sy n="164" d="100"/>
        </p:scale>
        <p:origin x="156"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3.fntdata"/><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os Novovic" userId="a1d7132c96a2f9fa" providerId="LiveId" clId="{02765A3D-0304-4FCA-A260-F3FDE4FC6C87}"/>
    <pc:docChg chg="custSel addSld delSld modSld sldOrd">
      <pc:chgData name="Milos Novovic" userId="a1d7132c96a2f9fa" providerId="LiveId" clId="{02765A3D-0304-4FCA-A260-F3FDE4FC6C87}" dt="2020-03-03T18:42:06.216" v="3757" actId="20577"/>
      <pc:docMkLst>
        <pc:docMk/>
      </pc:docMkLst>
      <pc:sldChg chg="modSp modAnim">
        <pc:chgData name="Milos Novovic" userId="a1d7132c96a2f9fa" providerId="LiveId" clId="{02765A3D-0304-4FCA-A260-F3FDE4FC6C87}" dt="2020-03-03T18:41:33.660" v="3677" actId="113"/>
        <pc:sldMkLst>
          <pc:docMk/>
          <pc:sldMk cId="2497270382" sldId="262"/>
        </pc:sldMkLst>
        <pc:spChg chg="mod">
          <ac:chgData name="Milos Novovic" userId="a1d7132c96a2f9fa" providerId="LiveId" clId="{02765A3D-0304-4FCA-A260-F3FDE4FC6C87}" dt="2020-03-03T18:41:33.660" v="3677" actId="113"/>
          <ac:spMkLst>
            <pc:docMk/>
            <pc:sldMk cId="2497270382" sldId="262"/>
            <ac:spMk id="25" creationId="{00000000-0000-0000-0000-000000000000}"/>
          </ac:spMkLst>
        </pc:spChg>
      </pc:sldChg>
      <pc:sldChg chg="modSp">
        <pc:chgData name="Milos Novovic" userId="a1d7132c96a2f9fa" providerId="LiveId" clId="{02765A3D-0304-4FCA-A260-F3FDE4FC6C87}" dt="2020-03-03T18:42:06.216" v="3757" actId="20577"/>
        <pc:sldMkLst>
          <pc:docMk/>
          <pc:sldMk cId="917890868" sldId="557"/>
        </pc:sldMkLst>
        <pc:spChg chg="mod">
          <ac:chgData name="Milos Novovic" userId="a1d7132c96a2f9fa" providerId="LiveId" clId="{02765A3D-0304-4FCA-A260-F3FDE4FC6C87}" dt="2020-03-03T18:42:06.216" v="3757" actId="20577"/>
          <ac:spMkLst>
            <pc:docMk/>
            <pc:sldMk cId="917890868" sldId="557"/>
            <ac:spMk id="25" creationId="{00000000-0000-0000-0000-000000000000}"/>
          </ac:spMkLst>
        </pc:spChg>
      </pc:sldChg>
      <pc:sldChg chg="modSp ord modAnim">
        <pc:chgData name="Milos Novovic" userId="a1d7132c96a2f9fa" providerId="LiveId" clId="{02765A3D-0304-4FCA-A260-F3FDE4FC6C87}" dt="2020-03-03T17:39:26.754" v="513" actId="1076"/>
        <pc:sldMkLst>
          <pc:docMk/>
          <pc:sldMk cId="1204146147" sldId="717"/>
        </pc:sldMkLst>
        <pc:spChg chg="mod">
          <ac:chgData name="Milos Novovic" userId="a1d7132c96a2f9fa" providerId="LiveId" clId="{02765A3D-0304-4FCA-A260-F3FDE4FC6C87}" dt="2020-03-03T17:34:48.707" v="157" actId="20577"/>
          <ac:spMkLst>
            <pc:docMk/>
            <pc:sldMk cId="1204146147" sldId="717"/>
            <ac:spMk id="2" creationId="{00000000-0000-0000-0000-000000000000}"/>
          </ac:spMkLst>
        </pc:spChg>
        <pc:spChg chg="mod">
          <ac:chgData name="Milos Novovic" userId="a1d7132c96a2f9fa" providerId="LiveId" clId="{02765A3D-0304-4FCA-A260-F3FDE4FC6C87}" dt="2020-03-03T17:39:26.754" v="513" actId="1076"/>
          <ac:spMkLst>
            <pc:docMk/>
            <pc:sldMk cId="1204146147" sldId="717"/>
            <ac:spMk id="18" creationId="{5210D2C2-0658-44B4-89E4-416861006014}"/>
          </ac:spMkLst>
        </pc:spChg>
      </pc:sldChg>
      <pc:sldChg chg="modSp modAnim">
        <pc:chgData name="Milos Novovic" userId="a1d7132c96a2f9fa" providerId="LiveId" clId="{02765A3D-0304-4FCA-A260-F3FDE4FC6C87}" dt="2020-03-03T17:43:14.364" v="613" actId="1076"/>
        <pc:sldMkLst>
          <pc:docMk/>
          <pc:sldMk cId="1422608361" sldId="718"/>
        </pc:sldMkLst>
        <pc:spChg chg="mod">
          <ac:chgData name="Milos Novovic" userId="a1d7132c96a2f9fa" providerId="LiveId" clId="{02765A3D-0304-4FCA-A260-F3FDE4FC6C87}" dt="2020-03-03T17:42:20.154" v="601" actId="20577"/>
          <ac:spMkLst>
            <pc:docMk/>
            <pc:sldMk cId="1422608361" sldId="718"/>
            <ac:spMk id="2" creationId="{00000000-0000-0000-0000-000000000000}"/>
          </ac:spMkLst>
        </pc:spChg>
        <pc:spChg chg="mod">
          <ac:chgData name="Milos Novovic" userId="a1d7132c96a2f9fa" providerId="LiveId" clId="{02765A3D-0304-4FCA-A260-F3FDE4FC6C87}" dt="2020-03-03T17:43:14.364" v="613" actId="1076"/>
          <ac:spMkLst>
            <pc:docMk/>
            <pc:sldMk cId="1422608361" sldId="718"/>
            <ac:spMk id="18" creationId="{5210D2C2-0658-44B4-89E4-416861006014}"/>
          </ac:spMkLst>
        </pc:spChg>
      </pc:sldChg>
      <pc:sldChg chg="del">
        <pc:chgData name="Milos Novovic" userId="a1d7132c96a2f9fa" providerId="LiveId" clId="{02765A3D-0304-4FCA-A260-F3FDE4FC6C87}" dt="2020-03-03T17:47:30.103" v="665" actId="47"/>
        <pc:sldMkLst>
          <pc:docMk/>
          <pc:sldMk cId="24900954" sldId="719"/>
        </pc:sldMkLst>
      </pc:sldChg>
      <pc:sldChg chg="del">
        <pc:chgData name="Milos Novovic" userId="a1d7132c96a2f9fa" providerId="LiveId" clId="{02765A3D-0304-4FCA-A260-F3FDE4FC6C87}" dt="2020-03-03T17:47:30.103" v="665" actId="47"/>
        <pc:sldMkLst>
          <pc:docMk/>
          <pc:sldMk cId="441780276" sldId="720"/>
        </pc:sldMkLst>
      </pc:sldChg>
      <pc:sldChg chg="del">
        <pc:chgData name="Milos Novovic" userId="a1d7132c96a2f9fa" providerId="LiveId" clId="{02765A3D-0304-4FCA-A260-F3FDE4FC6C87}" dt="2020-03-03T17:47:30.103" v="665" actId="47"/>
        <pc:sldMkLst>
          <pc:docMk/>
          <pc:sldMk cId="4179182728" sldId="721"/>
        </pc:sldMkLst>
      </pc:sldChg>
      <pc:sldChg chg="del">
        <pc:chgData name="Milos Novovic" userId="a1d7132c96a2f9fa" providerId="LiveId" clId="{02765A3D-0304-4FCA-A260-F3FDE4FC6C87}" dt="2020-03-03T17:47:30.103" v="665" actId="47"/>
        <pc:sldMkLst>
          <pc:docMk/>
          <pc:sldMk cId="3979275518" sldId="722"/>
        </pc:sldMkLst>
      </pc:sldChg>
      <pc:sldChg chg="del">
        <pc:chgData name="Milos Novovic" userId="a1d7132c96a2f9fa" providerId="LiveId" clId="{02765A3D-0304-4FCA-A260-F3FDE4FC6C87}" dt="2020-03-03T17:47:30.103" v="665" actId="47"/>
        <pc:sldMkLst>
          <pc:docMk/>
          <pc:sldMk cId="3057489761" sldId="723"/>
        </pc:sldMkLst>
      </pc:sldChg>
      <pc:sldChg chg="del">
        <pc:chgData name="Milos Novovic" userId="a1d7132c96a2f9fa" providerId="LiveId" clId="{02765A3D-0304-4FCA-A260-F3FDE4FC6C87}" dt="2020-03-03T17:47:30.103" v="665" actId="47"/>
        <pc:sldMkLst>
          <pc:docMk/>
          <pc:sldMk cId="1118279733" sldId="724"/>
        </pc:sldMkLst>
      </pc:sldChg>
      <pc:sldChg chg="del">
        <pc:chgData name="Milos Novovic" userId="a1d7132c96a2f9fa" providerId="LiveId" clId="{02765A3D-0304-4FCA-A260-F3FDE4FC6C87}" dt="2020-03-03T17:47:30.103" v="665" actId="47"/>
        <pc:sldMkLst>
          <pc:docMk/>
          <pc:sldMk cId="2166896720" sldId="725"/>
        </pc:sldMkLst>
      </pc:sldChg>
      <pc:sldChg chg="del">
        <pc:chgData name="Milos Novovic" userId="a1d7132c96a2f9fa" providerId="LiveId" clId="{02765A3D-0304-4FCA-A260-F3FDE4FC6C87}" dt="2020-03-03T17:47:30.103" v="665" actId="47"/>
        <pc:sldMkLst>
          <pc:docMk/>
          <pc:sldMk cId="2481800697" sldId="726"/>
        </pc:sldMkLst>
      </pc:sldChg>
      <pc:sldChg chg="del">
        <pc:chgData name="Milos Novovic" userId="a1d7132c96a2f9fa" providerId="LiveId" clId="{02765A3D-0304-4FCA-A260-F3FDE4FC6C87}" dt="2020-03-03T17:41:58.752" v="578" actId="47"/>
        <pc:sldMkLst>
          <pc:docMk/>
          <pc:sldMk cId="2774668620" sldId="730"/>
        </pc:sldMkLst>
      </pc:sldChg>
      <pc:sldChg chg="del">
        <pc:chgData name="Milos Novovic" userId="a1d7132c96a2f9fa" providerId="LiveId" clId="{02765A3D-0304-4FCA-A260-F3FDE4FC6C87}" dt="2020-03-03T17:41:58.752" v="578" actId="47"/>
        <pc:sldMkLst>
          <pc:docMk/>
          <pc:sldMk cId="794452786" sldId="731"/>
        </pc:sldMkLst>
      </pc:sldChg>
      <pc:sldChg chg="modSp modAnim">
        <pc:chgData name="Milos Novovic" userId="a1d7132c96a2f9fa" providerId="LiveId" clId="{02765A3D-0304-4FCA-A260-F3FDE4FC6C87}" dt="2020-03-03T18:39:33.755" v="3291" actId="20577"/>
        <pc:sldMkLst>
          <pc:docMk/>
          <pc:sldMk cId="3064181106" sldId="732"/>
        </pc:sldMkLst>
        <pc:spChg chg="mod">
          <ac:chgData name="Milos Novovic" userId="a1d7132c96a2f9fa" providerId="LiveId" clId="{02765A3D-0304-4FCA-A260-F3FDE4FC6C87}" dt="2020-03-03T18:39:33.755" v="3291" actId="20577"/>
          <ac:spMkLst>
            <pc:docMk/>
            <pc:sldMk cId="3064181106" sldId="732"/>
            <ac:spMk id="18" creationId="{5210D2C2-0658-44B4-89E4-416861006014}"/>
          </ac:spMkLst>
        </pc:spChg>
      </pc:sldChg>
      <pc:sldChg chg="del">
        <pc:chgData name="Milos Novovic" userId="a1d7132c96a2f9fa" providerId="LiveId" clId="{02765A3D-0304-4FCA-A260-F3FDE4FC6C87}" dt="2020-03-03T17:47:30.103" v="665" actId="47"/>
        <pc:sldMkLst>
          <pc:docMk/>
          <pc:sldMk cId="3028409389" sldId="733"/>
        </pc:sldMkLst>
      </pc:sldChg>
      <pc:sldChg chg="del">
        <pc:chgData name="Milos Novovic" userId="a1d7132c96a2f9fa" providerId="LiveId" clId="{02765A3D-0304-4FCA-A260-F3FDE4FC6C87}" dt="2020-03-03T17:47:30.103" v="665" actId="47"/>
        <pc:sldMkLst>
          <pc:docMk/>
          <pc:sldMk cId="4183000629" sldId="734"/>
        </pc:sldMkLst>
      </pc:sldChg>
      <pc:sldChg chg="del">
        <pc:chgData name="Milos Novovic" userId="a1d7132c96a2f9fa" providerId="LiveId" clId="{02765A3D-0304-4FCA-A260-F3FDE4FC6C87}" dt="2020-03-03T17:47:30.103" v="665" actId="47"/>
        <pc:sldMkLst>
          <pc:docMk/>
          <pc:sldMk cId="4055365174" sldId="735"/>
        </pc:sldMkLst>
      </pc:sldChg>
      <pc:sldChg chg="del">
        <pc:chgData name="Milos Novovic" userId="a1d7132c96a2f9fa" providerId="LiveId" clId="{02765A3D-0304-4FCA-A260-F3FDE4FC6C87}" dt="2020-03-03T17:47:30.103" v="665" actId="47"/>
        <pc:sldMkLst>
          <pc:docMk/>
          <pc:sldMk cId="1527564685" sldId="736"/>
        </pc:sldMkLst>
      </pc:sldChg>
      <pc:sldChg chg="modSp">
        <pc:chgData name="Milos Novovic" userId="a1d7132c96a2f9fa" providerId="LiveId" clId="{02765A3D-0304-4FCA-A260-F3FDE4FC6C87}" dt="2020-03-03T18:17:42.612" v="1744" actId="20577"/>
        <pc:sldMkLst>
          <pc:docMk/>
          <pc:sldMk cId="3152102403" sldId="737"/>
        </pc:sldMkLst>
        <pc:spChg chg="mod">
          <ac:chgData name="Milos Novovic" userId="a1d7132c96a2f9fa" providerId="LiveId" clId="{02765A3D-0304-4FCA-A260-F3FDE4FC6C87}" dt="2020-03-03T18:06:48.483" v="1557" actId="1076"/>
          <ac:spMkLst>
            <pc:docMk/>
            <pc:sldMk cId="3152102403" sldId="737"/>
            <ac:spMk id="2" creationId="{00000000-0000-0000-0000-000000000000}"/>
          </ac:spMkLst>
        </pc:spChg>
        <pc:spChg chg="mod">
          <ac:chgData name="Milos Novovic" userId="a1d7132c96a2f9fa" providerId="LiveId" clId="{02765A3D-0304-4FCA-A260-F3FDE4FC6C87}" dt="2020-03-03T18:05:47.281" v="1500" actId="14100"/>
          <ac:spMkLst>
            <pc:docMk/>
            <pc:sldMk cId="3152102403" sldId="737"/>
            <ac:spMk id="4" creationId="{F821AD68-8397-4202-BC9A-F410A880D30C}"/>
          </ac:spMkLst>
        </pc:spChg>
        <pc:spChg chg="mod">
          <ac:chgData name="Milos Novovic" userId="a1d7132c96a2f9fa" providerId="LiveId" clId="{02765A3D-0304-4FCA-A260-F3FDE4FC6C87}" dt="2020-03-03T18:05:49.631" v="1501" actId="14100"/>
          <ac:spMkLst>
            <pc:docMk/>
            <pc:sldMk cId="3152102403" sldId="737"/>
            <ac:spMk id="5" creationId="{5D4CEE22-56E2-4BCA-8225-BA93BA9BBE44}"/>
          </ac:spMkLst>
        </pc:spChg>
        <pc:spChg chg="mod">
          <ac:chgData name="Milos Novovic" userId="a1d7132c96a2f9fa" providerId="LiveId" clId="{02765A3D-0304-4FCA-A260-F3FDE4FC6C87}" dt="2020-03-03T18:05:51.919" v="1502" actId="14100"/>
          <ac:spMkLst>
            <pc:docMk/>
            <pc:sldMk cId="3152102403" sldId="737"/>
            <ac:spMk id="7" creationId="{72C80CB7-0D9D-4C47-B69D-922EB778837D}"/>
          </ac:spMkLst>
        </pc:spChg>
        <pc:spChg chg="mod">
          <ac:chgData name="Milos Novovic" userId="a1d7132c96a2f9fa" providerId="LiveId" clId="{02765A3D-0304-4FCA-A260-F3FDE4FC6C87}" dt="2020-03-03T18:05:53.970" v="1503" actId="14100"/>
          <ac:spMkLst>
            <pc:docMk/>
            <pc:sldMk cId="3152102403" sldId="737"/>
            <ac:spMk id="8" creationId="{8809B82E-CDDF-4E39-A700-087A98641B8E}"/>
          </ac:spMkLst>
        </pc:spChg>
        <pc:spChg chg="mod">
          <ac:chgData name="Milos Novovic" userId="a1d7132c96a2f9fa" providerId="LiveId" clId="{02765A3D-0304-4FCA-A260-F3FDE4FC6C87}" dt="2020-03-03T18:05:44.296" v="1499" actId="14100"/>
          <ac:spMkLst>
            <pc:docMk/>
            <pc:sldMk cId="3152102403" sldId="737"/>
            <ac:spMk id="9" creationId="{5761EFD3-8F67-458B-B7A7-CA1C3810462D}"/>
          </ac:spMkLst>
        </pc:spChg>
        <pc:spChg chg="mod">
          <ac:chgData name="Milos Novovic" userId="a1d7132c96a2f9fa" providerId="LiveId" clId="{02765A3D-0304-4FCA-A260-F3FDE4FC6C87}" dt="2020-03-03T18:17:42.612" v="1744" actId="20577"/>
          <ac:spMkLst>
            <pc:docMk/>
            <pc:sldMk cId="3152102403" sldId="737"/>
            <ac:spMk id="18" creationId="{5210D2C2-0658-44B4-89E4-416861006014}"/>
          </ac:spMkLst>
        </pc:spChg>
        <pc:cxnChg chg="mod">
          <ac:chgData name="Milos Novovic" userId="a1d7132c96a2f9fa" providerId="LiveId" clId="{02765A3D-0304-4FCA-A260-F3FDE4FC6C87}" dt="2020-03-03T18:06:10.710" v="1508" actId="1076"/>
          <ac:cxnSpMkLst>
            <pc:docMk/>
            <pc:sldMk cId="3152102403" sldId="737"/>
            <ac:cxnSpMk id="17" creationId="{4D6F55E7-A484-4C3F-9E4D-63D0ACAC0629}"/>
          </ac:cxnSpMkLst>
        </pc:cxnChg>
      </pc:sldChg>
      <pc:sldChg chg="del ord">
        <pc:chgData name="Milos Novovic" userId="a1d7132c96a2f9fa" providerId="LiveId" clId="{02765A3D-0304-4FCA-A260-F3FDE4FC6C87}" dt="2020-03-03T17:57:09.945" v="668" actId="47"/>
        <pc:sldMkLst>
          <pc:docMk/>
          <pc:sldMk cId="168044459" sldId="738"/>
        </pc:sldMkLst>
      </pc:sldChg>
      <pc:sldChg chg="modSp modAnim">
        <pc:chgData name="Milos Novovic" userId="a1d7132c96a2f9fa" providerId="LiveId" clId="{02765A3D-0304-4FCA-A260-F3FDE4FC6C87}" dt="2020-03-03T18:22:40.226" v="2199" actId="113"/>
        <pc:sldMkLst>
          <pc:docMk/>
          <pc:sldMk cId="2022031352" sldId="751"/>
        </pc:sldMkLst>
        <pc:spChg chg="mod">
          <ac:chgData name="Milos Novovic" userId="a1d7132c96a2f9fa" providerId="LiveId" clId="{02765A3D-0304-4FCA-A260-F3FDE4FC6C87}" dt="2020-03-03T18:22:40.226" v="2199" actId="113"/>
          <ac:spMkLst>
            <pc:docMk/>
            <pc:sldMk cId="2022031352" sldId="751"/>
            <ac:spMk id="18" creationId="{5210D2C2-0658-44B4-89E4-416861006014}"/>
          </ac:spMkLst>
        </pc:spChg>
      </pc:sldChg>
      <pc:sldChg chg="modSp modAnim">
        <pc:chgData name="Milos Novovic" userId="a1d7132c96a2f9fa" providerId="LiveId" clId="{02765A3D-0304-4FCA-A260-F3FDE4FC6C87}" dt="2020-03-03T18:30:16.067" v="2681" actId="113"/>
        <pc:sldMkLst>
          <pc:docMk/>
          <pc:sldMk cId="2691691622" sldId="753"/>
        </pc:sldMkLst>
        <pc:spChg chg="mod">
          <ac:chgData name="Milos Novovic" userId="a1d7132c96a2f9fa" providerId="LiveId" clId="{02765A3D-0304-4FCA-A260-F3FDE4FC6C87}" dt="2020-03-03T18:30:16.067" v="2681" actId="113"/>
          <ac:spMkLst>
            <pc:docMk/>
            <pc:sldMk cId="2691691622" sldId="753"/>
            <ac:spMk id="18" creationId="{5210D2C2-0658-44B4-89E4-416861006014}"/>
          </ac:spMkLst>
        </pc:spChg>
      </pc:sldChg>
      <pc:sldChg chg="modSp add ord modAnim">
        <pc:chgData name="Milos Novovic" userId="a1d7132c96a2f9fa" providerId="LiveId" clId="{02765A3D-0304-4FCA-A260-F3FDE4FC6C87}" dt="2020-03-03T17:34:35.910" v="135" actId="20577"/>
        <pc:sldMkLst>
          <pc:docMk/>
          <pc:sldMk cId="675158671" sldId="754"/>
        </pc:sldMkLst>
        <pc:spChg chg="mod">
          <ac:chgData name="Milos Novovic" userId="a1d7132c96a2f9fa" providerId="LiveId" clId="{02765A3D-0304-4FCA-A260-F3FDE4FC6C87}" dt="2020-03-03T17:32:05.786" v="10" actId="20577"/>
          <ac:spMkLst>
            <pc:docMk/>
            <pc:sldMk cId="675158671" sldId="754"/>
            <ac:spMk id="2" creationId="{00000000-0000-0000-0000-000000000000}"/>
          </ac:spMkLst>
        </pc:spChg>
        <pc:spChg chg="mod">
          <ac:chgData name="Milos Novovic" userId="a1d7132c96a2f9fa" providerId="LiveId" clId="{02765A3D-0304-4FCA-A260-F3FDE4FC6C87}" dt="2020-03-03T17:34:35.910" v="135" actId="20577"/>
          <ac:spMkLst>
            <pc:docMk/>
            <pc:sldMk cId="675158671" sldId="754"/>
            <ac:spMk id="18" creationId="{5210D2C2-0658-44B4-89E4-416861006014}"/>
          </ac:spMkLst>
        </pc:spChg>
      </pc:sldChg>
      <pc:sldChg chg="modSp add ord modAnim">
        <pc:chgData name="Milos Novovic" userId="a1d7132c96a2f9fa" providerId="LiveId" clId="{02765A3D-0304-4FCA-A260-F3FDE4FC6C87}" dt="2020-03-03T18:37:44.531" v="3145" actId="20577"/>
        <pc:sldMkLst>
          <pc:docMk/>
          <pc:sldMk cId="3180712609" sldId="755"/>
        </pc:sldMkLst>
        <pc:spChg chg="mod">
          <ac:chgData name="Milos Novovic" userId="a1d7132c96a2f9fa" providerId="LiveId" clId="{02765A3D-0304-4FCA-A260-F3FDE4FC6C87}" dt="2020-03-03T18:37:44.531" v="3145" actId="20577"/>
          <ac:spMkLst>
            <pc:docMk/>
            <pc:sldMk cId="3180712609" sldId="755"/>
            <ac:spMk id="18" creationId="{5210D2C2-0658-44B4-89E4-416861006014}"/>
          </ac:spMkLst>
        </pc:spChg>
      </pc:sldChg>
      <pc:sldChg chg="modSp add ord modAnim">
        <pc:chgData name="Milos Novovic" userId="a1d7132c96a2f9fa" providerId="LiveId" clId="{02765A3D-0304-4FCA-A260-F3FDE4FC6C87}" dt="2020-03-03T17:41:38.729" v="577" actId="20577"/>
        <pc:sldMkLst>
          <pc:docMk/>
          <pc:sldMk cId="3179642218" sldId="756"/>
        </pc:sldMkLst>
        <pc:spChg chg="mod">
          <ac:chgData name="Milos Novovic" userId="a1d7132c96a2f9fa" providerId="LiveId" clId="{02765A3D-0304-4FCA-A260-F3FDE4FC6C87}" dt="2020-03-03T17:41:38.729" v="577" actId="20577"/>
          <ac:spMkLst>
            <pc:docMk/>
            <pc:sldMk cId="3179642218" sldId="756"/>
            <ac:spMk id="18" creationId="{5210D2C2-0658-44B4-89E4-416861006014}"/>
          </ac:spMkLst>
        </pc:spChg>
      </pc:sldChg>
      <pc:sldChg chg="modSp add ord modAnim">
        <pc:chgData name="Milos Novovic" userId="a1d7132c96a2f9fa" providerId="LiveId" clId="{02765A3D-0304-4FCA-A260-F3FDE4FC6C87}" dt="2020-03-03T17:57:48.828" v="696" actId="20577"/>
        <pc:sldMkLst>
          <pc:docMk/>
          <pc:sldMk cId="158114411" sldId="757"/>
        </pc:sldMkLst>
        <pc:spChg chg="mod">
          <ac:chgData name="Milos Novovic" userId="a1d7132c96a2f9fa" providerId="LiveId" clId="{02765A3D-0304-4FCA-A260-F3FDE4FC6C87}" dt="2020-03-03T17:57:48.828" v="696" actId="20577"/>
          <ac:spMkLst>
            <pc:docMk/>
            <pc:sldMk cId="158114411" sldId="757"/>
            <ac:spMk id="18" creationId="{5210D2C2-0658-44B4-89E4-416861006014}"/>
          </ac:spMkLst>
        </pc:spChg>
      </pc:sldChg>
      <pc:sldChg chg="modSp add ord">
        <pc:chgData name="Milos Novovic" userId="a1d7132c96a2f9fa" providerId="LiveId" clId="{02765A3D-0304-4FCA-A260-F3FDE4FC6C87}" dt="2020-03-03T17:45:41.749" v="660" actId="20577"/>
        <pc:sldMkLst>
          <pc:docMk/>
          <pc:sldMk cId="3566399507" sldId="758"/>
        </pc:sldMkLst>
        <pc:spChg chg="mod">
          <ac:chgData name="Milos Novovic" userId="a1d7132c96a2f9fa" providerId="LiveId" clId="{02765A3D-0304-4FCA-A260-F3FDE4FC6C87}" dt="2020-03-03T17:45:41.749" v="660" actId="20577"/>
          <ac:spMkLst>
            <pc:docMk/>
            <pc:sldMk cId="3566399507" sldId="758"/>
            <ac:spMk id="2" creationId="{00000000-0000-0000-0000-000000000000}"/>
          </ac:spMkLst>
        </pc:spChg>
        <pc:spChg chg="mod">
          <ac:chgData name="Milos Novovic" userId="a1d7132c96a2f9fa" providerId="LiveId" clId="{02765A3D-0304-4FCA-A260-F3FDE4FC6C87}" dt="2020-03-03T17:45:30.095" v="642" actId="113"/>
          <ac:spMkLst>
            <pc:docMk/>
            <pc:sldMk cId="3566399507" sldId="758"/>
            <ac:spMk id="18" creationId="{5210D2C2-0658-44B4-89E4-416861006014}"/>
          </ac:spMkLst>
        </pc:spChg>
      </pc:sldChg>
      <pc:sldChg chg="modSp add modAnim">
        <pc:chgData name="Milos Novovic" userId="a1d7132c96a2f9fa" providerId="LiveId" clId="{02765A3D-0304-4FCA-A260-F3FDE4FC6C87}" dt="2020-03-03T18:32:06.497" v="2962" actId="113"/>
        <pc:sldMkLst>
          <pc:docMk/>
          <pc:sldMk cId="3136344212" sldId="759"/>
        </pc:sldMkLst>
        <pc:spChg chg="mod">
          <ac:chgData name="Milos Novovic" userId="a1d7132c96a2f9fa" providerId="LiveId" clId="{02765A3D-0304-4FCA-A260-F3FDE4FC6C87}" dt="2020-03-03T18:32:06.497" v="2962" actId="113"/>
          <ac:spMkLst>
            <pc:docMk/>
            <pc:sldMk cId="3136344212" sldId="759"/>
            <ac:spMk id="18" creationId="{5210D2C2-0658-44B4-89E4-41686100601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2F7F0081-A9B3-4535-B513-078247E21E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a:extLst>
              <a:ext uri="{FF2B5EF4-FFF2-40B4-BE49-F238E27FC236}">
                <a16:creationId xmlns:a16="http://schemas.microsoft.com/office/drawing/2014/main" id="{3DAA706C-6D4F-4472-8F24-6984F6EE08D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B475CD-C60F-4097-A3D3-9509919E9BA6}" type="datetimeFigureOut">
              <a:rPr lang="nb-NO" smtClean="0"/>
              <a:t>03.03.2020</a:t>
            </a:fld>
            <a:endParaRPr lang="nb-NO"/>
          </a:p>
        </p:txBody>
      </p:sp>
      <p:sp>
        <p:nvSpPr>
          <p:cNvPr id="4" name="Plassholder for lysbilde 3">
            <a:extLst>
              <a:ext uri="{FF2B5EF4-FFF2-40B4-BE49-F238E27FC236}">
                <a16:creationId xmlns:a16="http://schemas.microsoft.com/office/drawing/2014/main" id="{93DE8450-1FCF-43C8-A5D2-84D68741C6D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a:extLst>
              <a:ext uri="{FF2B5EF4-FFF2-40B4-BE49-F238E27FC236}">
                <a16:creationId xmlns:a16="http://schemas.microsoft.com/office/drawing/2014/main" id="{CEE9AB8C-9182-49AA-BE1E-B1D23BED289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a:extLst>
              <a:ext uri="{FF2B5EF4-FFF2-40B4-BE49-F238E27FC236}">
                <a16:creationId xmlns:a16="http://schemas.microsoft.com/office/drawing/2014/main" id="{24557CEC-17A1-4EA1-BB8F-43269AB196D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a:extLst>
              <a:ext uri="{FF2B5EF4-FFF2-40B4-BE49-F238E27FC236}">
                <a16:creationId xmlns:a16="http://schemas.microsoft.com/office/drawing/2014/main" id="{BB57E1C2-1E1B-4C2A-9F83-6A4237264AFD}"/>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37FAB6-014A-4D5D-996C-3AA26FE08398}" type="slidenum">
              <a:rPr lang="nb-NO" smtClean="0"/>
              <a:t>‹#›</a:t>
            </a:fld>
            <a:endParaRPr lang="nb-N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466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grpSp>
        <p:nvGrpSpPr>
          <p:cNvPr id="6" name="Group 5"/>
          <p:cNvGrpSpPr/>
          <p:nvPr userDrawn="1"/>
        </p:nvGrpSpPr>
        <p:grpSpPr>
          <a:xfrm>
            <a:off x="347419" y="6409324"/>
            <a:ext cx="224082" cy="221156"/>
            <a:chOff x="4328868" y="5502988"/>
            <a:chExt cx="500307" cy="493774"/>
          </a:xfrm>
        </p:grpSpPr>
        <p:sp>
          <p:nvSpPr>
            <p:cNvPr id="8" name="Freeform 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0" name="Group 9"/>
          <p:cNvGrpSpPr/>
          <p:nvPr userDrawn="1"/>
        </p:nvGrpSpPr>
        <p:grpSpPr>
          <a:xfrm flipH="1">
            <a:off x="933709" y="6409324"/>
            <a:ext cx="224082" cy="221156"/>
            <a:chOff x="4328868" y="5502988"/>
            <a:chExt cx="500307" cy="493774"/>
          </a:xfrm>
        </p:grpSpPr>
        <p:sp>
          <p:nvSpPr>
            <p:cNvPr id="11" name="Freeform 1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2" name="Freeform 1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4" name="Straight Connector 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468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Tree>
    <p:extLst>
      <p:ext uri="{BB962C8B-B14F-4D97-AF65-F5344CB8AC3E}">
        <p14:creationId xmlns:p14="http://schemas.microsoft.com/office/powerpoint/2010/main" val="2705902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Rectangle 7"/>
          <p:cNvSpPr/>
          <p:nvPr userDrawn="1"/>
        </p:nvSpPr>
        <p:spPr>
          <a:xfrm>
            <a:off x="0" y="-1"/>
            <a:ext cx="12192000" cy="4152123"/>
          </a:xfrm>
          <a:prstGeom prst="rect">
            <a:avLst/>
          </a:prstGeom>
          <a:pattFill prst="pct5">
            <a:fgClr>
              <a:schemeClr val="tx2">
                <a:lumMod val="75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6" name="Picture Placeholder 3"/>
          <p:cNvSpPr>
            <a:spLocks noGrp="1"/>
          </p:cNvSpPr>
          <p:nvPr>
            <p:ph type="pic" sz="quarter" idx="10"/>
          </p:nvPr>
        </p:nvSpPr>
        <p:spPr>
          <a:xfrm>
            <a:off x="5265737" y="921256"/>
            <a:ext cx="1660525" cy="1658937"/>
          </a:xfrm>
          <a:prstGeom prst="ellipse">
            <a:avLst/>
          </a:prstGeom>
        </p:spPr>
        <p:txBody>
          <a:bodyPr>
            <a:normAutofit/>
          </a:bodyPr>
          <a:lstStyle>
            <a:lvl1pPr>
              <a:defRPr sz="1600">
                <a:solidFill>
                  <a:schemeClr val="accent2"/>
                </a:solidFill>
              </a:defRPr>
            </a:lvl1pPr>
          </a:lstStyle>
          <a:p>
            <a:endParaRPr lang="id-ID" dirty="0"/>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84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8" name="Picture Placeholder 3"/>
          <p:cNvSpPr>
            <a:spLocks noGrp="1"/>
          </p:cNvSpPr>
          <p:nvPr>
            <p:ph type="pic" sz="quarter" idx="11"/>
          </p:nvPr>
        </p:nvSpPr>
        <p:spPr>
          <a:xfrm>
            <a:off x="8116673" y="1993246"/>
            <a:ext cx="4059266" cy="2635316"/>
          </a:xfrm>
        </p:spPr>
        <p:txBody>
          <a:bodyPr>
            <a:normAutofit/>
          </a:bodyPr>
          <a:lstStyle>
            <a:lvl1pPr>
              <a:defRPr sz="1600">
                <a:solidFill>
                  <a:schemeClr val="accent2"/>
                </a:solidFill>
              </a:defRPr>
            </a:lvl1pPr>
          </a:lstStyle>
          <a:p>
            <a:endParaRPr lang="id-ID"/>
          </a:p>
        </p:txBody>
      </p:sp>
      <p:sp>
        <p:nvSpPr>
          <p:cNvPr id="11" name="Picture Placeholder 3"/>
          <p:cNvSpPr>
            <a:spLocks noGrp="1"/>
          </p:cNvSpPr>
          <p:nvPr>
            <p:ph type="pic" sz="quarter" idx="12"/>
          </p:nvPr>
        </p:nvSpPr>
        <p:spPr>
          <a:xfrm>
            <a:off x="0" y="1993246"/>
            <a:ext cx="4058337" cy="2635316"/>
          </a:xfrm>
        </p:spPr>
        <p:txBody>
          <a:bodyPr>
            <a:normAutofit/>
          </a:bodyPr>
          <a:lstStyle>
            <a:lvl1pPr>
              <a:defRPr sz="1600">
                <a:solidFill>
                  <a:schemeClr val="accent2"/>
                </a:solidFill>
              </a:defRPr>
            </a:lvl1pPr>
          </a:lstStyle>
          <a:p>
            <a:endParaRPr lang="id-ID"/>
          </a:p>
        </p:txBody>
      </p:sp>
      <p:grpSp>
        <p:nvGrpSpPr>
          <p:cNvPr id="17" name="Group 16"/>
          <p:cNvGrpSpPr/>
          <p:nvPr userDrawn="1"/>
        </p:nvGrpSpPr>
        <p:grpSpPr>
          <a:xfrm>
            <a:off x="347419" y="6409324"/>
            <a:ext cx="224082" cy="221156"/>
            <a:chOff x="4328868" y="5502988"/>
            <a:chExt cx="500307" cy="493774"/>
          </a:xfrm>
        </p:grpSpPr>
        <p:sp>
          <p:nvSpPr>
            <p:cNvPr id="18" name="Freeform 1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0" name="Group 19"/>
          <p:cNvGrpSpPr/>
          <p:nvPr userDrawn="1"/>
        </p:nvGrpSpPr>
        <p:grpSpPr>
          <a:xfrm flipH="1">
            <a:off x="933709" y="6409324"/>
            <a:ext cx="224082" cy="221156"/>
            <a:chOff x="4328868" y="5502988"/>
            <a:chExt cx="500307" cy="493774"/>
          </a:xfrm>
        </p:grpSpPr>
        <p:sp>
          <p:nvSpPr>
            <p:cNvPr id="21" name="Freeform 2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2" name="Freeform 2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3" name="Straight Connector 2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62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11" name="Picture Placeholder 3"/>
          <p:cNvSpPr>
            <a:spLocks noGrp="1"/>
          </p:cNvSpPr>
          <p:nvPr>
            <p:ph type="pic" sz="quarter" idx="12"/>
          </p:nvPr>
        </p:nvSpPr>
        <p:spPr>
          <a:xfrm>
            <a:off x="0" y="1993246"/>
            <a:ext cx="12192000" cy="2635316"/>
          </a:xfrm>
        </p:spPr>
        <p:txBody>
          <a:bodyPr>
            <a:normAutofit/>
          </a:bodyPr>
          <a:lstStyle>
            <a:lvl1pPr>
              <a:defRPr sz="1600">
                <a:solidFill>
                  <a:schemeClr val="accent2"/>
                </a:solidFill>
              </a:defRPr>
            </a:lvl1pPr>
          </a:lstStyle>
          <a:p>
            <a:endParaRPr lang="id-ID"/>
          </a:p>
        </p:txBody>
      </p:sp>
      <p:grpSp>
        <p:nvGrpSpPr>
          <p:cNvPr id="15" name="Group 14"/>
          <p:cNvGrpSpPr/>
          <p:nvPr userDrawn="1"/>
        </p:nvGrpSpPr>
        <p:grpSpPr>
          <a:xfrm>
            <a:off x="347419" y="6409324"/>
            <a:ext cx="224082" cy="221156"/>
            <a:chOff x="4328868" y="5502988"/>
            <a:chExt cx="500307" cy="493774"/>
          </a:xfrm>
        </p:grpSpPr>
        <p:sp>
          <p:nvSpPr>
            <p:cNvPr id="16" name="Freeform 1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7" name="Freeform 1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8" name="Group 17"/>
          <p:cNvGrpSpPr/>
          <p:nvPr userDrawn="1"/>
        </p:nvGrpSpPr>
        <p:grpSpPr>
          <a:xfrm flipH="1">
            <a:off x="933709" y="6409324"/>
            <a:ext cx="224082" cy="221156"/>
            <a:chOff x="4328868" y="5502988"/>
            <a:chExt cx="500307" cy="493774"/>
          </a:xfrm>
        </p:grpSpPr>
        <p:sp>
          <p:nvSpPr>
            <p:cNvPr id="19" name="Freeform 1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0" name="Freeform 1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1" name="Straight Connector 2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859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0" y="0"/>
            <a:ext cx="2034000" cy="2286000"/>
          </a:xfrm>
        </p:spPr>
        <p:txBody>
          <a:bodyPr/>
          <a:lstStyle>
            <a:lvl1pPr>
              <a:defRPr sz="1800">
                <a:solidFill>
                  <a:schemeClr val="accent2"/>
                </a:solidFill>
              </a:defRPr>
            </a:lvl1pPr>
          </a:lstStyle>
          <a:p>
            <a:endParaRPr lang="id-ID"/>
          </a:p>
        </p:txBody>
      </p:sp>
      <p:sp>
        <p:nvSpPr>
          <p:cNvPr id="8" name="Picture Placeholder 3"/>
          <p:cNvSpPr>
            <a:spLocks noGrp="1"/>
          </p:cNvSpPr>
          <p:nvPr>
            <p:ph type="pic" sz="quarter" idx="11"/>
          </p:nvPr>
        </p:nvSpPr>
        <p:spPr>
          <a:xfrm>
            <a:off x="0" y="2286000"/>
            <a:ext cx="2034000" cy="2286000"/>
          </a:xfrm>
        </p:spPr>
        <p:txBody>
          <a:bodyPr/>
          <a:lstStyle>
            <a:lvl1pPr>
              <a:defRPr sz="1800">
                <a:solidFill>
                  <a:schemeClr val="accent2"/>
                </a:solidFill>
              </a:defRPr>
            </a:lvl1pPr>
          </a:lstStyle>
          <a:p>
            <a:endParaRPr lang="id-ID"/>
          </a:p>
        </p:txBody>
      </p:sp>
      <p:sp>
        <p:nvSpPr>
          <p:cNvPr id="9" name="Picture Placeholder 3"/>
          <p:cNvSpPr>
            <a:spLocks noGrp="1"/>
          </p:cNvSpPr>
          <p:nvPr>
            <p:ph type="pic" sz="quarter" idx="12"/>
          </p:nvPr>
        </p:nvSpPr>
        <p:spPr>
          <a:xfrm>
            <a:off x="0" y="4572000"/>
            <a:ext cx="2034000" cy="2286000"/>
          </a:xfrm>
        </p:spPr>
        <p:txBody>
          <a:bodyPr/>
          <a:lstStyle>
            <a:lvl1pPr>
              <a:defRPr sz="1800">
                <a:solidFill>
                  <a:schemeClr val="accent2"/>
                </a:solidFill>
              </a:defRPr>
            </a:lvl1pPr>
          </a:lstStyle>
          <a:p>
            <a:endParaRPr lang="id-ID"/>
          </a:p>
        </p:txBody>
      </p:sp>
      <p:sp>
        <p:nvSpPr>
          <p:cNvPr id="10" name="Picture Placeholder 3"/>
          <p:cNvSpPr>
            <a:spLocks noGrp="1"/>
          </p:cNvSpPr>
          <p:nvPr>
            <p:ph type="pic" sz="quarter" idx="13"/>
          </p:nvPr>
        </p:nvSpPr>
        <p:spPr>
          <a:xfrm>
            <a:off x="2037319" y="0"/>
            <a:ext cx="2034000" cy="2286000"/>
          </a:xfrm>
        </p:spPr>
        <p:txBody>
          <a:bodyPr/>
          <a:lstStyle>
            <a:lvl1pPr>
              <a:defRPr sz="1800">
                <a:solidFill>
                  <a:schemeClr val="accent2"/>
                </a:solidFill>
              </a:defRPr>
            </a:lvl1pPr>
          </a:lstStyle>
          <a:p>
            <a:endParaRPr lang="id-ID"/>
          </a:p>
        </p:txBody>
      </p:sp>
      <p:sp>
        <p:nvSpPr>
          <p:cNvPr id="12" name="Picture Placeholder 3"/>
          <p:cNvSpPr>
            <a:spLocks noGrp="1"/>
          </p:cNvSpPr>
          <p:nvPr>
            <p:ph type="pic" sz="quarter" idx="14"/>
          </p:nvPr>
        </p:nvSpPr>
        <p:spPr>
          <a:xfrm>
            <a:off x="2037319" y="2286000"/>
            <a:ext cx="2034000" cy="2286000"/>
          </a:xfrm>
        </p:spPr>
        <p:txBody>
          <a:bodyPr/>
          <a:lstStyle>
            <a:lvl1pPr>
              <a:defRPr sz="1800">
                <a:solidFill>
                  <a:schemeClr val="accent2"/>
                </a:solidFill>
              </a:defRPr>
            </a:lvl1pPr>
          </a:lstStyle>
          <a:p>
            <a:endParaRPr lang="id-ID"/>
          </a:p>
        </p:txBody>
      </p:sp>
      <p:sp>
        <p:nvSpPr>
          <p:cNvPr id="13" name="Picture Placeholder 3"/>
          <p:cNvSpPr>
            <a:spLocks noGrp="1"/>
          </p:cNvSpPr>
          <p:nvPr>
            <p:ph type="pic" sz="quarter" idx="15"/>
          </p:nvPr>
        </p:nvSpPr>
        <p:spPr>
          <a:xfrm>
            <a:off x="2037319" y="4572000"/>
            <a:ext cx="2034000" cy="2286000"/>
          </a:xfrm>
        </p:spPr>
        <p:txBody>
          <a:bodyPr/>
          <a:lstStyle>
            <a:lvl1pPr>
              <a:defRPr sz="1800">
                <a:solidFill>
                  <a:schemeClr val="accent2"/>
                </a:solidFill>
              </a:defRPr>
            </a:lvl1pPr>
          </a:lstStyle>
          <a:p>
            <a:endParaRPr lang="id-ID"/>
          </a:p>
        </p:txBody>
      </p:sp>
      <p:sp>
        <p:nvSpPr>
          <p:cNvPr id="14" name="Picture Placeholder 3"/>
          <p:cNvSpPr>
            <a:spLocks noGrp="1"/>
          </p:cNvSpPr>
          <p:nvPr>
            <p:ph type="pic" sz="quarter" idx="16"/>
          </p:nvPr>
        </p:nvSpPr>
        <p:spPr>
          <a:xfrm>
            <a:off x="4071319" y="0"/>
            <a:ext cx="2034000" cy="2286000"/>
          </a:xfrm>
        </p:spPr>
        <p:txBody>
          <a:bodyPr/>
          <a:lstStyle>
            <a:lvl1pPr>
              <a:defRPr sz="1800">
                <a:solidFill>
                  <a:schemeClr val="accent2"/>
                </a:solidFill>
              </a:defRPr>
            </a:lvl1pPr>
          </a:lstStyle>
          <a:p>
            <a:endParaRPr lang="id-ID"/>
          </a:p>
        </p:txBody>
      </p:sp>
      <p:sp>
        <p:nvSpPr>
          <p:cNvPr id="15" name="Picture Placeholder 3"/>
          <p:cNvSpPr>
            <a:spLocks noGrp="1"/>
          </p:cNvSpPr>
          <p:nvPr>
            <p:ph type="pic" sz="quarter" idx="17"/>
          </p:nvPr>
        </p:nvSpPr>
        <p:spPr>
          <a:xfrm>
            <a:off x="4071319" y="2286000"/>
            <a:ext cx="2034000" cy="2286000"/>
          </a:xfrm>
        </p:spPr>
        <p:txBody>
          <a:bodyPr/>
          <a:lstStyle>
            <a:lvl1pPr>
              <a:defRPr sz="1800">
                <a:solidFill>
                  <a:schemeClr val="accent2"/>
                </a:solidFill>
              </a:defRPr>
            </a:lvl1pPr>
          </a:lstStyle>
          <a:p>
            <a:endParaRPr lang="id-ID"/>
          </a:p>
        </p:txBody>
      </p:sp>
      <p:sp>
        <p:nvSpPr>
          <p:cNvPr id="16" name="Picture Placeholder 3"/>
          <p:cNvSpPr>
            <a:spLocks noGrp="1"/>
          </p:cNvSpPr>
          <p:nvPr>
            <p:ph type="pic" sz="quarter" idx="18"/>
          </p:nvPr>
        </p:nvSpPr>
        <p:spPr>
          <a:xfrm>
            <a:off x="4071319" y="4572000"/>
            <a:ext cx="2034000" cy="2286000"/>
          </a:xfrm>
        </p:spPr>
        <p:txBody>
          <a:bodyPr/>
          <a:lstStyle>
            <a:lvl1pPr>
              <a:defRPr sz="1800">
                <a:solidFill>
                  <a:schemeClr val="accent2"/>
                </a:solidFill>
              </a:defRPr>
            </a:lvl1pPr>
          </a:lstStyle>
          <a:p>
            <a:endParaRPr lang="id-ID"/>
          </a:p>
        </p:txBody>
      </p:sp>
      <p:sp>
        <p:nvSpPr>
          <p:cNvPr id="17" name="Picture Placeholder 3"/>
          <p:cNvSpPr>
            <a:spLocks noGrp="1"/>
          </p:cNvSpPr>
          <p:nvPr>
            <p:ph type="pic" sz="quarter" idx="19"/>
          </p:nvPr>
        </p:nvSpPr>
        <p:spPr>
          <a:xfrm>
            <a:off x="6108638" y="0"/>
            <a:ext cx="2034000" cy="2286000"/>
          </a:xfrm>
        </p:spPr>
        <p:txBody>
          <a:bodyPr/>
          <a:lstStyle>
            <a:lvl1pPr>
              <a:defRPr sz="1800">
                <a:solidFill>
                  <a:schemeClr val="accent2"/>
                </a:solidFill>
              </a:defRPr>
            </a:lvl1pPr>
          </a:lstStyle>
          <a:p>
            <a:endParaRPr lang="id-ID"/>
          </a:p>
        </p:txBody>
      </p:sp>
      <p:sp>
        <p:nvSpPr>
          <p:cNvPr id="18" name="Picture Placeholder 3"/>
          <p:cNvSpPr>
            <a:spLocks noGrp="1"/>
          </p:cNvSpPr>
          <p:nvPr>
            <p:ph type="pic" sz="quarter" idx="20"/>
          </p:nvPr>
        </p:nvSpPr>
        <p:spPr>
          <a:xfrm>
            <a:off x="6108638" y="2286000"/>
            <a:ext cx="2034000" cy="2286000"/>
          </a:xfrm>
        </p:spPr>
        <p:txBody>
          <a:bodyPr/>
          <a:lstStyle>
            <a:lvl1pPr>
              <a:defRPr sz="1800">
                <a:solidFill>
                  <a:schemeClr val="accent2"/>
                </a:solidFill>
              </a:defRPr>
            </a:lvl1pPr>
          </a:lstStyle>
          <a:p>
            <a:endParaRPr lang="id-ID"/>
          </a:p>
        </p:txBody>
      </p:sp>
      <p:sp>
        <p:nvSpPr>
          <p:cNvPr id="19" name="Picture Placeholder 3"/>
          <p:cNvSpPr>
            <a:spLocks noGrp="1"/>
          </p:cNvSpPr>
          <p:nvPr>
            <p:ph type="pic" sz="quarter" idx="21"/>
          </p:nvPr>
        </p:nvSpPr>
        <p:spPr>
          <a:xfrm>
            <a:off x="6108638" y="4572000"/>
            <a:ext cx="2034000" cy="2286000"/>
          </a:xfrm>
        </p:spPr>
        <p:txBody>
          <a:bodyPr/>
          <a:lstStyle>
            <a:lvl1pPr>
              <a:defRPr sz="1800">
                <a:solidFill>
                  <a:schemeClr val="accent2"/>
                </a:solidFill>
              </a:defRPr>
            </a:lvl1pPr>
          </a:lstStyle>
          <a:p>
            <a:endParaRPr lang="id-ID"/>
          </a:p>
        </p:txBody>
      </p:sp>
      <p:sp>
        <p:nvSpPr>
          <p:cNvPr id="20" name="Picture Placeholder 3"/>
          <p:cNvSpPr>
            <a:spLocks noGrp="1"/>
          </p:cNvSpPr>
          <p:nvPr>
            <p:ph type="pic" sz="quarter" idx="22"/>
          </p:nvPr>
        </p:nvSpPr>
        <p:spPr>
          <a:xfrm>
            <a:off x="8139319" y="0"/>
            <a:ext cx="2034000" cy="2286000"/>
          </a:xfrm>
        </p:spPr>
        <p:txBody>
          <a:bodyPr/>
          <a:lstStyle>
            <a:lvl1pPr>
              <a:defRPr sz="1800">
                <a:solidFill>
                  <a:schemeClr val="accent2"/>
                </a:solidFill>
              </a:defRPr>
            </a:lvl1pPr>
          </a:lstStyle>
          <a:p>
            <a:endParaRPr lang="id-ID"/>
          </a:p>
        </p:txBody>
      </p:sp>
      <p:sp>
        <p:nvSpPr>
          <p:cNvPr id="21" name="Picture Placeholder 3"/>
          <p:cNvSpPr>
            <a:spLocks noGrp="1"/>
          </p:cNvSpPr>
          <p:nvPr>
            <p:ph type="pic" sz="quarter" idx="23"/>
          </p:nvPr>
        </p:nvSpPr>
        <p:spPr>
          <a:xfrm>
            <a:off x="8139319" y="2286000"/>
            <a:ext cx="2034000" cy="2286000"/>
          </a:xfrm>
        </p:spPr>
        <p:txBody>
          <a:bodyPr/>
          <a:lstStyle>
            <a:lvl1pPr>
              <a:defRPr sz="1800">
                <a:solidFill>
                  <a:schemeClr val="accent2"/>
                </a:solidFill>
              </a:defRPr>
            </a:lvl1pPr>
          </a:lstStyle>
          <a:p>
            <a:endParaRPr lang="id-ID"/>
          </a:p>
        </p:txBody>
      </p:sp>
      <p:sp>
        <p:nvSpPr>
          <p:cNvPr id="22" name="Picture Placeholder 3"/>
          <p:cNvSpPr>
            <a:spLocks noGrp="1"/>
          </p:cNvSpPr>
          <p:nvPr>
            <p:ph type="pic" sz="quarter" idx="24"/>
          </p:nvPr>
        </p:nvSpPr>
        <p:spPr>
          <a:xfrm>
            <a:off x="8139319" y="4572000"/>
            <a:ext cx="2034000" cy="2286000"/>
          </a:xfrm>
        </p:spPr>
        <p:txBody>
          <a:bodyPr/>
          <a:lstStyle>
            <a:lvl1pPr>
              <a:defRPr sz="1800">
                <a:solidFill>
                  <a:schemeClr val="accent2"/>
                </a:solidFill>
              </a:defRPr>
            </a:lvl1pPr>
          </a:lstStyle>
          <a:p>
            <a:endParaRPr lang="id-ID"/>
          </a:p>
        </p:txBody>
      </p:sp>
      <p:sp>
        <p:nvSpPr>
          <p:cNvPr id="23" name="Picture Placeholder 3"/>
          <p:cNvSpPr>
            <a:spLocks noGrp="1"/>
          </p:cNvSpPr>
          <p:nvPr>
            <p:ph type="pic" sz="quarter" idx="25"/>
          </p:nvPr>
        </p:nvSpPr>
        <p:spPr>
          <a:xfrm>
            <a:off x="10176638" y="0"/>
            <a:ext cx="2034000" cy="2286000"/>
          </a:xfrm>
        </p:spPr>
        <p:txBody>
          <a:bodyPr/>
          <a:lstStyle>
            <a:lvl1pPr>
              <a:defRPr sz="1800">
                <a:solidFill>
                  <a:schemeClr val="accent2"/>
                </a:solidFill>
              </a:defRPr>
            </a:lvl1pPr>
          </a:lstStyle>
          <a:p>
            <a:endParaRPr lang="id-ID"/>
          </a:p>
        </p:txBody>
      </p:sp>
      <p:sp>
        <p:nvSpPr>
          <p:cNvPr id="24" name="Picture Placeholder 3"/>
          <p:cNvSpPr>
            <a:spLocks noGrp="1"/>
          </p:cNvSpPr>
          <p:nvPr>
            <p:ph type="pic" sz="quarter" idx="26"/>
          </p:nvPr>
        </p:nvSpPr>
        <p:spPr>
          <a:xfrm>
            <a:off x="10176638" y="2286000"/>
            <a:ext cx="2034000" cy="2286000"/>
          </a:xfrm>
        </p:spPr>
        <p:txBody>
          <a:bodyPr/>
          <a:lstStyle>
            <a:lvl1pPr>
              <a:defRPr sz="1800">
                <a:solidFill>
                  <a:schemeClr val="accent2"/>
                </a:solidFill>
              </a:defRPr>
            </a:lvl1pPr>
          </a:lstStyle>
          <a:p>
            <a:endParaRPr lang="id-ID"/>
          </a:p>
        </p:txBody>
      </p:sp>
      <p:sp>
        <p:nvSpPr>
          <p:cNvPr id="25" name="Picture Placeholder 3"/>
          <p:cNvSpPr>
            <a:spLocks noGrp="1"/>
          </p:cNvSpPr>
          <p:nvPr>
            <p:ph type="pic" sz="quarter" idx="27"/>
          </p:nvPr>
        </p:nvSpPr>
        <p:spPr>
          <a:xfrm>
            <a:off x="10176638" y="4572000"/>
            <a:ext cx="2034000" cy="2286000"/>
          </a:xfrm>
        </p:spPr>
        <p:txBody>
          <a:bodyPr/>
          <a:lstStyle>
            <a:lvl1pPr>
              <a:defRPr sz="1800">
                <a:solidFill>
                  <a:schemeClr val="accent2"/>
                </a:solidFill>
              </a:defRPr>
            </a:lvl1pPr>
          </a:lstStyle>
          <a:p>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7" name="TextBox 6"/>
          <p:cNvSpPr txBox="1"/>
          <p:nvPr userDrawn="1"/>
        </p:nvSpPr>
        <p:spPr>
          <a:xfrm>
            <a:off x="11584250" y="305131"/>
            <a:ext cx="351378" cy="261610"/>
          </a:xfrm>
          <a:prstGeom prst="rect">
            <a:avLst/>
          </a:prstGeom>
          <a:noFill/>
        </p:spPr>
        <p:txBody>
          <a:bodyPr wrap="none" rtlCol="0">
            <a:spAutoFit/>
          </a:bodyPr>
          <a:lstStyle/>
          <a:p>
            <a:pPr algn="ctr"/>
            <a:fld id="{260E2A6B-A809-4840-BF14-8648BC0BDF87}" type="slidenum">
              <a:rPr lang="id-ID" sz="1050" b="1" smtClean="0">
                <a:solidFill>
                  <a:schemeClr val="accent2"/>
                </a:solidFill>
              </a:rPr>
              <a:pPr algn="ctr"/>
              <a:t>‹#›</a:t>
            </a:fld>
            <a:endParaRPr lang="id-ID" sz="1050" dirty="0">
              <a:solidFill>
                <a:schemeClr val="accent2"/>
              </a:solidFill>
            </a:endParaRPr>
          </a:p>
        </p:txBody>
      </p:sp>
    </p:spTree>
    <p:extLst>
      <p:ext uri="{BB962C8B-B14F-4D97-AF65-F5344CB8AC3E}">
        <p14:creationId xmlns:p14="http://schemas.microsoft.com/office/powerpoint/2010/main" val="128618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sp>
        <p:nvSpPr>
          <p:cNvPr id="26" name="Picture Placeholder 3"/>
          <p:cNvSpPr>
            <a:spLocks noGrp="1"/>
          </p:cNvSpPr>
          <p:nvPr>
            <p:ph type="pic" sz="quarter" idx="10"/>
          </p:nvPr>
        </p:nvSpPr>
        <p:spPr>
          <a:xfrm>
            <a:off x="1450174"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7" name="Picture Placeholder 3"/>
          <p:cNvSpPr>
            <a:spLocks noGrp="1"/>
          </p:cNvSpPr>
          <p:nvPr>
            <p:ph type="pic" sz="quarter" idx="11"/>
          </p:nvPr>
        </p:nvSpPr>
        <p:spPr>
          <a:xfrm>
            <a:off x="3971864"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8" name="Picture Placeholder 3"/>
          <p:cNvSpPr>
            <a:spLocks noGrp="1"/>
          </p:cNvSpPr>
          <p:nvPr>
            <p:ph type="pic" sz="quarter" idx="12"/>
          </p:nvPr>
        </p:nvSpPr>
        <p:spPr>
          <a:xfrm>
            <a:off x="6508785"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9" name="Picture Placeholder 3"/>
          <p:cNvSpPr>
            <a:spLocks noGrp="1"/>
          </p:cNvSpPr>
          <p:nvPr>
            <p:ph type="pic" sz="quarter" idx="13"/>
          </p:nvPr>
        </p:nvSpPr>
        <p:spPr>
          <a:xfrm>
            <a:off x="9030475" y="2284944"/>
            <a:ext cx="1697846" cy="1697847"/>
          </a:xfrm>
          <a:prstGeom prst="ellipse">
            <a:avLst/>
          </a:prstGeom>
        </p:spPr>
        <p:txBody>
          <a:bodyPr>
            <a:normAutofit/>
          </a:bodyPr>
          <a:lstStyle>
            <a:lvl1pPr>
              <a:defRPr sz="1600">
                <a:solidFill>
                  <a:schemeClr val="accent2"/>
                </a:solidFill>
              </a:defRPr>
            </a:lvl1pPr>
          </a:lstStyle>
          <a:p>
            <a:endParaRPr lang="id-ID"/>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9618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2" name="Picture Placeholder 3"/>
          <p:cNvSpPr>
            <a:spLocks noGrp="1"/>
          </p:cNvSpPr>
          <p:nvPr>
            <p:ph type="pic" sz="quarter" idx="10"/>
          </p:nvPr>
        </p:nvSpPr>
        <p:spPr>
          <a:xfrm>
            <a:off x="1244493" y="211349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14" name="Group 13"/>
          <p:cNvGrpSpPr/>
          <p:nvPr userDrawn="1"/>
        </p:nvGrpSpPr>
        <p:grpSpPr>
          <a:xfrm>
            <a:off x="347419" y="6409324"/>
            <a:ext cx="224082" cy="221156"/>
            <a:chOff x="4328868" y="5502988"/>
            <a:chExt cx="500307" cy="493774"/>
          </a:xfrm>
        </p:grpSpPr>
        <p:sp>
          <p:nvSpPr>
            <p:cNvPr id="15" name="Freeform 1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6" name="Freeform 1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7" name="Group 16"/>
          <p:cNvGrpSpPr/>
          <p:nvPr userDrawn="1"/>
        </p:nvGrpSpPr>
        <p:grpSpPr>
          <a:xfrm flipH="1">
            <a:off x="933709" y="6409324"/>
            <a:ext cx="224082" cy="221156"/>
            <a:chOff x="4328868" y="5502988"/>
            <a:chExt cx="500307" cy="493774"/>
          </a:xfrm>
        </p:grpSpPr>
        <p:sp>
          <p:nvSpPr>
            <p:cNvPr id="18" name="Freeform 1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0" name="Straight Connector 1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10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1450174"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8" name="Picture Placeholder 3"/>
          <p:cNvSpPr>
            <a:spLocks noGrp="1"/>
          </p:cNvSpPr>
          <p:nvPr>
            <p:ph type="pic" sz="quarter" idx="11"/>
          </p:nvPr>
        </p:nvSpPr>
        <p:spPr>
          <a:xfrm>
            <a:off x="3971864"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9" name="Picture Placeholder 3"/>
          <p:cNvSpPr>
            <a:spLocks noGrp="1"/>
          </p:cNvSpPr>
          <p:nvPr>
            <p:ph type="pic" sz="quarter" idx="12"/>
          </p:nvPr>
        </p:nvSpPr>
        <p:spPr>
          <a:xfrm>
            <a:off x="6508785"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10" name="Picture Placeholder 3"/>
          <p:cNvSpPr>
            <a:spLocks noGrp="1"/>
          </p:cNvSpPr>
          <p:nvPr>
            <p:ph type="pic" sz="quarter" idx="13"/>
          </p:nvPr>
        </p:nvSpPr>
        <p:spPr>
          <a:xfrm>
            <a:off x="9030475"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16" name="Rectangle 15"/>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7" name="Rectangle 16"/>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TextBox 24"/>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6" name="Group 25"/>
          <p:cNvGrpSpPr/>
          <p:nvPr userDrawn="1"/>
        </p:nvGrpSpPr>
        <p:grpSpPr>
          <a:xfrm>
            <a:off x="347419" y="6409324"/>
            <a:ext cx="224082" cy="221156"/>
            <a:chOff x="4328868" y="5502988"/>
            <a:chExt cx="500307" cy="493774"/>
          </a:xfrm>
        </p:grpSpPr>
        <p:sp>
          <p:nvSpPr>
            <p:cNvPr id="27" name="Freeform 2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9" name="Group 28"/>
          <p:cNvGrpSpPr/>
          <p:nvPr userDrawn="1"/>
        </p:nvGrpSpPr>
        <p:grpSpPr>
          <a:xfrm flipH="1">
            <a:off x="933709" y="6409324"/>
            <a:ext cx="224082" cy="221156"/>
            <a:chOff x="4328868" y="5502988"/>
            <a:chExt cx="500307" cy="493774"/>
          </a:xfrm>
        </p:grpSpPr>
        <p:sp>
          <p:nvSpPr>
            <p:cNvPr id="30" name="Freeform 2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3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2" name="Straight Connector 3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2528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943475" y="1228725"/>
            <a:ext cx="2362200" cy="3260725"/>
          </a:xfrm>
        </p:spPr>
        <p:txBody>
          <a:bodyPr>
            <a:normAutofit/>
          </a:bodyPr>
          <a:lstStyle>
            <a:lvl1pPr>
              <a:defRPr sz="1600">
                <a:solidFill>
                  <a:schemeClr val="accent2"/>
                </a:solidFill>
              </a:defRPr>
            </a:lvl1pPr>
          </a:lstStyle>
          <a:p>
            <a:endParaRPr lang="id-ID" dirty="0"/>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1" name="Rectangle 20"/>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054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1222375" y="1945431"/>
            <a:ext cx="3106738" cy="2016211"/>
          </a:xfrm>
        </p:spPr>
        <p:txBody>
          <a:bodyPr>
            <a:normAutofit/>
          </a:bodyPr>
          <a:lstStyle>
            <a:lvl1pPr>
              <a:defRPr sz="2000">
                <a:solidFill>
                  <a:schemeClr val="accent2"/>
                </a:solidFill>
              </a:defRPr>
            </a:lvl1pPr>
          </a:lstStyle>
          <a:p>
            <a:endParaRPr lang="id-ID"/>
          </a:p>
        </p:txBody>
      </p:sp>
      <p:sp>
        <p:nvSpPr>
          <p:cNvPr id="9" name="Picture Placeholder 2"/>
          <p:cNvSpPr>
            <a:spLocks noGrp="1"/>
          </p:cNvSpPr>
          <p:nvPr>
            <p:ph type="pic" sz="quarter" idx="11"/>
          </p:nvPr>
        </p:nvSpPr>
        <p:spPr>
          <a:xfrm>
            <a:off x="4533786" y="1945431"/>
            <a:ext cx="3106738" cy="2016211"/>
          </a:xfrm>
        </p:spPr>
        <p:txBody>
          <a:bodyPr>
            <a:normAutofit/>
          </a:bodyPr>
          <a:lstStyle>
            <a:lvl1pPr>
              <a:defRPr sz="2000">
                <a:solidFill>
                  <a:schemeClr val="accent2"/>
                </a:solidFill>
              </a:defRPr>
            </a:lvl1pPr>
          </a:lstStyle>
          <a:p>
            <a:endParaRPr lang="id-ID"/>
          </a:p>
        </p:txBody>
      </p:sp>
      <p:sp>
        <p:nvSpPr>
          <p:cNvPr id="10" name="Picture Placeholder 2"/>
          <p:cNvSpPr>
            <a:spLocks noGrp="1"/>
          </p:cNvSpPr>
          <p:nvPr>
            <p:ph type="pic" sz="quarter" idx="12"/>
          </p:nvPr>
        </p:nvSpPr>
        <p:spPr>
          <a:xfrm>
            <a:off x="7858048" y="1945431"/>
            <a:ext cx="3106738" cy="2016211"/>
          </a:xfrm>
        </p:spPr>
        <p:txBody>
          <a:bodyPr>
            <a:normAutofit/>
          </a:bodyPr>
          <a:lstStyle>
            <a:lvl1pPr>
              <a:defRPr sz="2000">
                <a:solidFill>
                  <a:schemeClr val="accent2"/>
                </a:solidFill>
              </a:defRPr>
            </a:lvl1pPr>
          </a:lstStyle>
          <a:p>
            <a:endParaRPr lang="id-ID"/>
          </a:p>
        </p:txBody>
      </p:sp>
      <p:sp>
        <p:nvSpPr>
          <p:cNvPr id="11" name="Picture Placeholder 2"/>
          <p:cNvSpPr>
            <a:spLocks noGrp="1"/>
          </p:cNvSpPr>
          <p:nvPr>
            <p:ph type="pic" sz="quarter" idx="13"/>
          </p:nvPr>
        </p:nvSpPr>
        <p:spPr>
          <a:xfrm>
            <a:off x="1222375" y="4177345"/>
            <a:ext cx="3106738" cy="2016211"/>
          </a:xfrm>
        </p:spPr>
        <p:txBody>
          <a:bodyPr>
            <a:normAutofit/>
          </a:bodyPr>
          <a:lstStyle>
            <a:lvl1pPr>
              <a:defRPr sz="2000">
                <a:solidFill>
                  <a:schemeClr val="accent2"/>
                </a:solidFill>
              </a:defRPr>
            </a:lvl1pPr>
          </a:lstStyle>
          <a:p>
            <a:endParaRPr lang="id-ID"/>
          </a:p>
        </p:txBody>
      </p:sp>
      <p:sp>
        <p:nvSpPr>
          <p:cNvPr id="12" name="Picture Placeholder 2"/>
          <p:cNvSpPr>
            <a:spLocks noGrp="1"/>
          </p:cNvSpPr>
          <p:nvPr>
            <p:ph type="pic" sz="quarter" idx="14"/>
          </p:nvPr>
        </p:nvSpPr>
        <p:spPr>
          <a:xfrm>
            <a:off x="4533786" y="4177345"/>
            <a:ext cx="3106738" cy="2016211"/>
          </a:xfrm>
        </p:spPr>
        <p:txBody>
          <a:bodyPr>
            <a:normAutofit/>
          </a:bodyPr>
          <a:lstStyle>
            <a:lvl1pPr>
              <a:defRPr sz="2000">
                <a:solidFill>
                  <a:schemeClr val="accent2"/>
                </a:solidFill>
              </a:defRPr>
            </a:lvl1pPr>
          </a:lstStyle>
          <a:p>
            <a:endParaRPr lang="id-ID"/>
          </a:p>
        </p:txBody>
      </p:sp>
      <p:sp>
        <p:nvSpPr>
          <p:cNvPr id="13" name="Picture Placeholder 2"/>
          <p:cNvSpPr>
            <a:spLocks noGrp="1"/>
          </p:cNvSpPr>
          <p:nvPr>
            <p:ph type="pic" sz="quarter" idx="15"/>
          </p:nvPr>
        </p:nvSpPr>
        <p:spPr>
          <a:xfrm>
            <a:off x="7858048" y="4177345"/>
            <a:ext cx="3106738" cy="2016211"/>
          </a:xfrm>
        </p:spPr>
        <p:txBody>
          <a:bodyPr>
            <a:normAutofit/>
          </a:bodyPr>
          <a:lstStyle>
            <a:lvl1pPr>
              <a:defRPr sz="2000">
                <a:solidFill>
                  <a:schemeClr val="accent2"/>
                </a:solidFill>
              </a:defRPr>
            </a:lvl1pPr>
          </a:lstStyle>
          <a:p>
            <a:endParaRPr lang="id-ID"/>
          </a:p>
        </p:txBody>
      </p:sp>
      <p:sp>
        <p:nvSpPr>
          <p:cNvPr id="14" name="Freeform 5"/>
          <p:cNvSpPr>
            <a:spLocks/>
          </p:cNvSpPr>
          <p:nvPr userDrawn="1"/>
        </p:nvSpPr>
        <p:spPr bwMode="auto">
          <a:xfrm flipH="1">
            <a:off x="9305255" y="2655843"/>
            <a:ext cx="1337469" cy="1337469"/>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8" name="Freeform 5"/>
          <p:cNvSpPr>
            <a:spLocks/>
          </p:cNvSpPr>
          <p:nvPr userDrawn="1"/>
        </p:nvSpPr>
        <p:spPr bwMode="auto">
          <a:xfrm flipH="1">
            <a:off x="10870156" y="3855256"/>
            <a:ext cx="521440" cy="521440"/>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9" name="Freeform 5"/>
          <p:cNvSpPr>
            <a:spLocks/>
          </p:cNvSpPr>
          <p:nvPr userDrawn="1"/>
        </p:nvSpPr>
        <p:spPr bwMode="auto">
          <a:xfrm flipH="1">
            <a:off x="8352858" y="2453988"/>
            <a:ext cx="521761" cy="521761"/>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21" name="Rectangle 20"/>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Rectangle 21"/>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31" name="Group 30"/>
          <p:cNvGrpSpPr/>
          <p:nvPr userDrawn="1"/>
        </p:nvGrpSpPr>
        <p:grpSpPr>
          <a:xfrm>
            <a:off x="347419" y="6409324"/>
            <a:ext cx="224082" cy="221156"/>
            <a:chOff x="4328868" y="5502988"/>
            <a:chExt cx="500307" cy="493774"/>
          </a:xfrm>
        </p:grpSpPr>
        <p:sp>
          <p:nvSpPr>
            <p:cNvPr id="32" name="Freeform 31">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4" name="Group 33"/>
          <p:cNvGrpSpPr/>
          <p:nvPr userDrawn="1"/>
        </p:nvGrpSpPr>
        <p:grpSpPr>
          <a:xfrm flipH="1">
            <a:off x="933709" y="6409324"/>
            <a:ext cx="224082" cy="221156"/>
            <a:chOff x="4328868" y="5502988"/>
            <a:chExt cx="500307" cy="493774"/>
          </a:xfrm>
        </p:grpSpPr>
        <p:sp>
          <p:nvSpPr>
            <p:cNvPr id="35" name="Freeform 34">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6" name="Freeform 35">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7" name="Straight Connector 36"/>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1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5" name="Picture Placeholder 14"/>
          <p:cNvSpPr>
            <a:spLocks noGrp="1"/>
          </p:cNvSpPr>
          <p:nvPr>
            <p:ph type="pic" sz="quarter" idx="10"/>
          </p:nvPr>
        </p:nvSpPr>
        <p:spPr>
          <a:xfrm>
            <a:off x="1192213" y="2152650"/>
            <a:ext cx="3206750" cy="3138488"/>
          </a:xfrm>
        </p:spPr>
        <p:txBody>
          <a:bodyPr>
            <a:normAutofit/>
          </a:bodyPr>
          <a:lstStyle>
            <a:lvl1pPr>
              <a:defRPr sz="1600">
                <a:solidFill>
                  <a:schemeClr val="accent2"/>
                </a:solidFill>
              </a:defRPr>
            </a:lvl1pPr>
          </a:lstStyle>
          <a:p>
            <a:endParaRPr lang="id-ID"/>
          </a:p>
        </p:txBody>
      </p:sp>
      <p:sp>
        <p:nvSpPr>
          <p:cNvPr id="16" name="Picture Placeholder 14"/>
          <p:cNvSpPr>
            <a:spLocks noGrp="1"/>
          </p:cNvSpPr>
          <p:nvPr>
            <p:ph type="pic" sz="quarter" idx="11"/>
          </p:nvPr>
        </p:nvSpPr>
        <p:spPr>
          <a:xfrm>
            <a:off x="4487822" y="2152650"/>
            <a:ext cx="3206750" cy="3138488"/>
          </a:xfrm>
        </p:spPr>
        <p:txBody>
          <a:bodyPr>
            <a:normAutofit/>
          </a:bodyPr>
          <a:lstStyle>
            <a:lvl1pPr>
              <a:defRPr sz="1600">
                <a:solidFill>
                  <a:schemeClr val="accent2"/>
                </a:solidFill>
              </a:defRPr>
            </a:lvl1pPr>
          </a:lstStyle>
          <a:p>
            <a:endParaRPr lang="id-ID"/>
          </a:p>
        </p:txBody>
      </p:sp>
      <p:sp>
        <p:nvSpPr>
          <p:cNvPr id="17" name="Picture Placeholder 14"/>
          <p:cNvSpPr>
            <a:spLocks noGrp="1"/>
          </p:cNvSpPr>
          <p:nvPr>
            <p:ph type="pic" sz="quarter" idx="12"/>
          </p:nvPr>
        </p:nvSpPr>
        <p:spPr>
          <a:xfrm>
            <a:off x="7809924" y="2152650"/>
            <a:ext cx="3206750" cy="3138488"/>
          </a:xfrm>
        </p:spPr>
        <p:txBody>
          <a:bodyPr>
            <a:normAutofit/>
          </a:bodyPr>
          <a:lstStyle>
            <a:lvl1pPr>
              <a:defRPr sz="1600">
                <a:solidFill>
                  <a:schemeClr val="accent2"/>
                </a:solidFill>
              </a:defRPr>
            </a:lvl1pPr>
          </a:lstStyle>
          <a:p>
            <a:endParaRPr lang="id-ID"/>
          </a:p>
        </p:txBody>
      </p:sp>
      <p:sp>
        <p:nvSpPr>
          <p:cNvPr id="25" name="Rectangle 2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Rectangle 2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7" name="TextBox 2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8" name="Group 27"/>
          <p:cNvGrpSpPr/>
          <p:nvPr userDrawn="1"/>
        </p:nvGrpSpPr>
        <p:grpSpPr>
          <a:xfrm>
            <a:off x="347419" y="6409324"/>
            <a:ext cx="224082" cy="221156"/>
            <a:chOff x="4328868" y="5502988"/>
            <a:chExt cx="500307" cy="493774"/>
          </a:xfrm>
        </p:grpSpPr>
        <p:sp>
          <p:nvSpPr>
            <p:cNvPr id="29" name="Freeform 28">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1" name="Group 30"/>
          <p:cNvGrpSpPr/>
          <p:nvPr userDrawn="1"/>
        </p:nvGrpSpPr>
        <p:grpSpPr>
          <a:xfrm flipH="1">
            <a:off x="933709" y="6409324"/>
            <a:ext cx="224082" cy="221156"/>
            <a:chOff x="4328868" y="5502988"/>
            <a:chExt cx="500307" cy="493774"/>
          </a:xfrm>
        </p:grpSpPr>
        <p:sp>
          <p:nvSpPr>
            <p:cNvPr id="32" name="Freeform 31">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4" name="Straight Connector 3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449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8" name="Picture Placeholder 3"/>
          <p:cNvSpPr>
            <a:spLocks noGrp="1"/>
          </p:cNvSpPr>
          <p:nvPr>
            <p:ph type="pic" sz="quarter" idx="10"/>
          </p:nvPr>
        </p:nvSpPr>
        <p:spPr>
          <a:xfrm>
            <a:off x="1045466" y="2283008"/>
            <a:ext cx="4969744" cy="3753338"/>
          </a:xfrm>
        </p:spPr>
        <p:txBody>
          <a:bodyPr>
            <a:normAutofit/>
          </a:bodyPr>
          <a:lstStyle>
            <a:lvl1pPr>
              <a:defRPr sz="1800">
                <a:solidFill>
                  <a:schemeClr val="accent2"/>
                </a:solidFill>
              </a:defRPr>
            </a:lvl1pPr>
          </a:lstStyle>
          <a:p>
            <a:endParaRPr lang="id-ID"/>
          </a:p>
        </p:txBody>
      </p:sp>
      <p:sp>
        <p:nvSpPr>
          <p:cNvPr id="9" name="Picture Placeholder 3"/>
          <p:cNvSpPr>
            <a:spLocks noGrp="1"/>
          </p:cNvSpPr>
          <p:nvPr>
            <p:ph type="pic" sz="quarter" idx="11"/>
          </p:nvPr>
        </p:nvSpPr>
        <p:spPr>
          <a:xfrm>
            <a:off x="6516763" y="2283008"/>
            <a:ext cx="4969744" cy="3753338"/>
          </a:xfrm>
        </p:spPr>
        <p:txBody>
          <a:bodyPr>
            <a:normAutofit/>
          </a:bodyPr>
          <a:lstStyle>
            <a:lvl1pPr>
              <a:defRPr sz="18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3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10" name="Picture Placeholder 3"/>
          <p:cNvSpPr>
            <a:spLocks noGrp="1"/>
          </p:cNvSpPr>
          <p:nvPr>
            <p:ph type="pic" sz="quarter" idx="10"/>
          </p:nvPr>
        </p:nvSpPr>
        <p:spPr>
          <a:xfrm>
            <a:off x="1045466" y="2283008"/>
            <a:ext cx="4969744" cy="3753338"/>
          </a:xfrm>
        </p:spPr>
        <p:txBody>
          <a:bodyPr>
            <a:normAutofit/>
          </a:bodyPr>
          <a:lstStyle>
            <a:lvl1pPr>
              <a:defRPr sz="20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715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12192000" cy="3143250"/>
          </a:xfrm>
        </p:spPr>
        <p:txBody>
          <a:bodyPr>
            <a:normAutofit/>
          </a:bodyPr>
          <a:lstStyle>
            <a:lvl1pPr>
              <a:defRPr sz="2000">
                <a:solidFill>
                  <a:schemeClr val="accent2"/>
                </a:solidFill>
              </a:defRPr>
            </a:lvl1pPr>
          </a:lstStyle>
          <a:p>
            <a:endParaRPr lang="id-ID"/>
          </a:p>
        </p:txBody>
      </p:sp>
      <p:sp>
        <p:nvSpPr>
          <p:cNvPr id="8" name="Picture Placeholder 3"/>
          <p:cNvSpPr>
            <a:spLocks noGrp="1"/>
          </p:cNvSpPr>
          <p:nvPr>
            <p:ph type="pic" sz="quarter" idx="11"/>
          </p:nvPr>
        </p:nvSpPr>
        <p:spPr>
          <a:xfrm>
            <a:off x="1456589" y="1280867"/>
            <a:ext cx="1550340" cy="2598991"/>
          </a:xfrm>
        </p:spPr>
        <p:txBody>
          <a:bodyPr>
            <a:normAutofit/>
          </a:bodyPr>
          <a:lstStyle>
            <a:lvl1pPr>
              <a:defRPr sz="1800">
                <a:solidFill>
                  <a:schemeClr val="accent2"/>
                </a:solidFill>
              </a:defRPr>
            </a:lvl1pPr>
          </a:lstStyle>
          <a:p>
            <a:endParaRPr lang="id-ID" dirty="0"/>
          </a:p>
        </p:txBody>
      </p:sp>
      <p:sp>
        <p:nvSpPr>
          <p:cNvPr id="9" name="Picture Placeholder 3"/>
          <p:cNvSpPr>
            <a:spLocks noGrp="1"/>
          </p:cNvSpPr>
          <p:nvPr>
            <p:ph type="pic" sz="quarter" idx="10"/>
          </p:nvPr>
        </p:nvSpPr>
        <p:spPr>
          <a:xfrm>
            <a:off x="2855740" y="839411"/>
            <a:ext cx="1776413" cy="2977979"/>
          </a:xfrm>
        </p:spPr>
        <p:txBody>
          <a:bodyPr>
            <a:normAutofit/>
          </a:bodyPr>
          <a:lstStyle>
            <a:lvl1pPr>
              <a:defRPr sz="1800">
                <a:solidFill>
                  <a:schemeClr val="accent2"/>
                </a:solidFill>
              </a:defRPr>
            </a:lvl1pPr>
          </a:lstStyle>
          <a:p>
            <a:endParaRPr lang="id-ID" dirty="0"/>
          </a:p>
        </p:txBody>
      </p:sp>
      <p:sp>
        <p:nvSpPr>
          <p:cNvPr id="15" name="Rectangle 1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Rectangle 1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2085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10" name="Picture Placeholder 3"/>
          <p:cNvSpPr>
            <a:spLocks noGrp="1"/>
          </p:cNvSpPr>
          <p:nvPr>
            <p:ph type="pic" sz="quarter" idx="11"/>
          </p:nvPr>
        </p:nvSpPr>
        <p:spPr>
          <a:xfrm>
            <a:off x="5266299" y="3164617"/>
            <a:ext cx="6819990" cy="4020519"/>
          </a:xfrm>
        </p:spPr>
        <p:txBody>
          <a:bodyPr>
            <a:normAutofit/>
          </a:bodyPr>
          <a:lstStyle>
            <a:lvl1pPr>
              <a:defRPr sz="1800">
                <a:solidFill>
                  <a:schemeClr val="accent2"/>
                </a:solidFill>
              </a:defRPr>
            </a:lvl1pPr>
          </a:lstStyle>
          <a:p>
            <a:endParaRPr lang="id-ID" dirty="0"/>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968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0" y="-23813"/>
            <a:ext cx="12192000" cy="4117976"/>
          </a:xfrm>
        </p:spPr>
        <p:txBody>
          <a:bodyPr/>
          <a:lstStyle>
            <a:lvl1pPr>
              <a:defRPr>
                <a:solidFill>
                  <a:schemeClr val="accent2"/>
                </a:solidFill>
              </a:defRPr>
            </a:lvl1pPr>
          </a:lstStyle>
          <a:p>
            <a:endParaRPr lang="id-ID"/>
          </a:p>
        </p:txBody>
      </p:sp>
      <p:sp>
        <p:nvSpPr>
          <p:cNvPr id="8" name="Picture Placeholder 3"/>
          <p:cNvSpPr>
            <a:spLocks noGrp="1"/>
          </p:cNvSpPr>
          <p:nvPr>
            <p:ph type="pic" sz="quarter" idx="10"/>
          </p:nvPr>
        </p:nvSpPr>
        <p:spPr>
          <a:xfrm>
            <a:off x="6502324" y="662473"/>
            <a:ext cx="2734983" cy="2969860"/>
          </a:xfrm>
          <a:custGeom>
            <a:avLst/>
            <a:gdLst>
              <a:gd name="connsiteX0" fmla="*/ 0 w 2091170"/>
              <a:gd name="connsiteY0" fmla="*/ 0 h 3109819"/>
              <a:gd name="connsiteX1" fmla="*/ 2091170 w 2091170"/>
              <a:gd name="connsiteY1" fmla="*/ 0 h 3109819"/>
              <a:gd name="connsiteX2" fmla="*/ 2091170 w 2091170"/>
              <a:gd name="connsiteY2" fmla="*/ 3109819 h 3109819"/>
              <a:gd name="connsiteX3" fmla="*/ 0 w 2091170"/>
              <a:gd name="connsiteY3" fmla="*/ 3109819 h 3109819"/>
              <a:gd name="connsiteX4" fmla="*/ 0 w 2091170"/>
              <a:gd name="connsiteY4" fmla="*/ 0 h 3109819"/>
              <a:gd name="connsiteX0" fmla="*/ 0 w 2091170"/>
              <a:gd name="connsiteY0" fmla="*/ 317241 h 3427060"/>
              <a:gd name="connsiteX1" fmla="*/ 1363383 w 2091170"/>
              <a:gd name="connsiteY1" fmla="*/ 0 h 3427060"/>
              <a:gd name="connsiteX2" fmla="*/ 2091170 w 2091170"/>
              <a:gd name="connsiteY2" fmla="*/ 3427060 h 3427060"/>
              <a:gd name="connsiteX3" fmla="*/ 0 w 2091170"/>
              <a:gd name="connsiteY3" fmla="*/ 3427060 h 3427060"/>
              <a:gd name="connsiteX4" fmla="*/ 0 w 2091170"/>
              <a:gd name="connsiteY4" fmla="*/ 317241 h 3427060"/>
              <a:gd name="connsiteX0" fmla="*/ 0 w 2734983"/>
              <a:gd name="connsiteY0" fmla="*/ 317241 h 3427060"/>
              <a:gd name="connsiteX1" fmla="*/ 1363383 w 2734983"/>
              <a:gd name="connsiteY1" fmla="*/ 0 h 3427060"/>
              <a:gd name="connsiteX2" fmla="*/ 2734983 w 2734983"/>
              <a:gd name="connsiteY2" fmla="*/ 2521990 h 3427060"/>
              <a:gd name="connsiteX3" fmla="*/ 0 w 2734983"/>
              <a:gd name="connsiteY3" fmla="*/ 3427060 h 3427060"/>
              <a:gd name="connsiteX4" fmla="*/ 0 w 2734983"/>
              <a:gd name="connsiteY4" fmla="*/ 317241 h 3427060"/>
              <a:gd name="connsiteX0" fmla="*/ 0 w 2734983"/>
              <a:gd name="connsiteY0" fmla="*/ 317241 h 2969860"/>
              <a:gd name="connsiteX1" fmla="*/ 1363383 w 2734983"/>
              <a:gd name="connsiteY1" fmla="*/ 0 h 2969860"/>
              <a:gd name="connsiteX2" fmla="*/ 2734983 w 2734983"/>
              <a:gd name="connsiteY2" fmla="*/ 2521990 h 2969860"/>
              <a:gd name="connsiteX3" fmla="*/ 1408923 w 2734983"/>
              <a:gd name="connsiteY3" fmla="*/ 2969860 h 2969860"/>
              <a:gd name="connsiteX4" fmla="*/ 0 w 2734983"/>
              <a:gd name="connsiteY4" fmla="*/ 317241 h 2969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4983" h="2969860">
                <a:moveTo>
                  <a:pt x="0" y="317241"/>
                </a:moveTo>
                <a:lnTo>
                  <a:pt x="1363383" y="0"/>
                </a:lnTo>
                <a:lnTo>
                  <a:pt x="2734983" y="2521990"/>
                </a:lnTo>
                <a:lnTo>
                  <a:pt x="1408923" y="2969860"/>
                </a:lnTo>
                <a:lnTo>
                  <a:pt x="0" y="317241"/>
                </a:lnTo>
                <a:close/>
              </a:path>
            </a:pathLst>
          </a:custGeom>
        </p:spPr>
        <p:txBody>
          <a:bodyPr>
            <a:normAutofit/>
          </a:bodyPr>
          <a:lstStyle>
            <a:lvl1pPr>
              <a:defRPr sz="1600">
                <a:solidFill>
                  <a:schemeClr val="bg1"/>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8758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9" name="Rectangle 8"/>
          <p:cNvSpPr/>
          <p:nvPr userDrawn="1"/>
        </p:nvSpPr>
        <p:spPr>
          <a:xfrm>
            <a:off x="-2" y="0"/>
            <a:ext cx="12187314" cy="4000500"/>
          </a:xfrm>
          <a:prstGeom prst="rect">
            <a:avLst/>
          </a:prstGeom>
          <a:pattFill prst="pct90">
            <a:fgClr>
              <a:schemeClr val="tx2">
                <a:lumMod val="75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2"/>
          <p:cNvSpPr>
            <a:spLocks noGrp="1"/>
          </p:cNvSpPr>
          <p:nvPr>
            <p:ph type="pic" sz="quarter" idx="10"/>
          </p:nvPr>
        </p:nvSpPr>
        <p:spPr>
          <a:xfrm>
            <a:off x="4265098" y="1704098"/>
            <a:ext cx="3633145" cy="2288465"/>
          </a:xfrm>
        </p:spPr>
        <p:txBody>
          <a:bodyPr>
            <a:normAutofit/>
          </a:bodyPr>
          <a:lstStyle>
            <a:lvl1pPr>
              <a:defRPr sz="20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869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0" y="2140431"/>
            <a:ext cx="12192000" cy="3241193"/>
          </a:xfrm>
        </p:spPr>
        <p:txBody>
          <a:bodyPr/>
          <a:lstStyle>
            <a:lvl1pPr>
              <a:defRPr>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6692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516313"/>
            <a:ext cx="1366837" cy="1366837"/>
          </a:xfrm>
          <a:prstGeom prst="ellipse">
            <a:avLst/>
          </a:prstGeom>
          <a:ln w="57150">
            <a:solidFill>
              <a:schemeClr val="accent1"/>
            </a:solidFill>
          </a:ln>
        </p:spPr>
        <p:txBody>
          <a:bodyPr>
            <a:normAutofit/>
          </a:bodyPr>
          <a:lstStyle>
            <a:lvl1pPr>
              <a:defRPr sz="1400">
                <a:solidFill>
                  <a:schemeClr val="accent2"/>
                </a:solidFill>
              </a:defRPr>
            </a:lvl1pPr>
          </a:lstStyle>
          <a:p>
            <a:endParaRPr lang="id-ID"/>
          </a:p>
        </p:txBody>
      </p:sp>
      <p:sp>
        <p:nvSpPr>
          <p:cNvPr id="16" name="Picture Placeholder 3"/>
          <p:cNvSpPr>
            <a:spLocks noGrp="1"/>
          </p:cNvSpPr>
          <p:nvPr>
            <p:ph type="pic" sz="quarter" idx="11"/>
          </p:nvPr>
        </p:nvSpPr>
        <p:spPr>
          <a:xfrm>
            <a:off x="9529057" y="4823209"/>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Rectangle 22"/>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52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614791"/>
            <a:ext cx="1366837" cy="1366837"/>
          </a:xfrm>
          <a:prstGeom prst="ellipse">
            <a:avLst/>
          </a:prstGeom>
          <a:ln w="57150">
            <a:solidFill>
              <a:schemeClr val="accent5"/>
            </a:solidFill>
          </a:ln>
        </p:spPr>
        <p:txBody>
          <a:bodyPr>
            <a:normAutofit/>
          </a:bodyPr>
          <a:lstStyle>
            <a:lvl1pPr>
              <a:defRPr sz="1400">
                <a:solidFill>
                  <a:schemeClr val="accent2"/>
                </a:solidFill>
              </a:defRPr>
            </a:lvl1pPr>
          </a:lstStyle>
          <a:p>
            <a:endParaRPr lang="id-ID" dirty="0"/>
          </a:p>
        </p:txBody>
      </p:sp>
      <p:sp>
        <p:nvSpPr>
          <p:cNvPr id="16" name="Picture Placeholder 3"/>
          <p:cNvSpPr>
            <a:spLocks noGrp="1"/>
          </p:cNvSpPr>
          <p:nvPr>
            <p:ph type="pic" sz="quarter" idx="11"/>
          </p:nvPr>
        </p:nvSpPr>
        <p:spPr>
          <a:xfrm>
            <a:off x="9529057" y="4921687"/>
            <a:ext cx="1366837" cy="1366837"/>
          </a:xfrm>
          <a:prstGeom prst="ellipse">
            <a:avLst/>
          </a:prstGeom>
          <a:ln w="57150">
            <a:solidFill>
              <a:schemeClr val="accent6"/>
            </a:solidFill>
          </a:ln>
        </p:spPr>
        <p:txBody>
          <a:bodyPr>
            <a:normAutofit/>
          </a:bodyPr>
          <a:lstStyle>
            <a:lvl1pPr>
              <a:defRPr sz="1400">
                <a:solidFill>
                  <a:schemeClr val="accent2"/>
                </a:solidFill>
              </a:defRPr>
            </a:lvl1pPr>
          </a:lstStyle>
          <a:p>
            <a:endParaRPr lang="id-ID" dirty="0"/>
          </a:p>
        </p:txBody>
      </p:sp>
      <p:sp>
        <p:nvSpPr>
          <p:cNvPr id="49" name="Picture Placeholder 3"/>
          <p:cNvSpPr>
            <a:spLocks noGrp="1"/>
          </p:cNvSpPr>
          <p:nvPr>
            <p:ph type="pic" sz="quarter" idx="12"/>
          </p:nvPr>
        </p:nvSpPr>
        <p:spPr>
          <a:xfrm>
            <a:off x="1296106" y="971203"/>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dirty="0"/>
          </a:p>
        </p:txBody>
      </p:sp>
      <p:sp>
        <p:nvSpPr>
          <p:cNvPr id="50" name="Picture Placeholder 3"/>
          <p:cNvSpPr>
            <a:spLocks noGrp="1"/>
          </p:cNvSpPr>
          <p:nvPr>
            <p:ph type="pic" sz="quarter" idx="13"/>
          </p:nvPr>
        </p:nvSpPr>
        <p:spPr>
          <a:xfrm>
            <a:off x="9529057" y="2278099"/>
            <a:ext cx="1366837" cy="1366837"/>
          </a:xfrm>
          <a:prstGeom prst="ellipse">
            <a:avLst/>
          </a:prstGeom>
          <a:ln w="57150">
            <a:solidFill>
              <a:schemeClr val="accent4"/>
            </a:solidFill>
          </a:ln>
        </p:spPr>
        <p:txBody>
          <a:bodyPr>
            <a:normAutofit/>
          </a:bodyPr>
          <a:lstStyle>
            <a:lvl1pPr>
              <a:defRPr sz="1400">
                <a:solidFill>
                  <a:schemeClr val="accent2"/>
                </a:solidFill>
              </a:defRPr>
            </a:lvl1pPr>
          </a:lstStyle>
          <a:p>
            <a:endParaRPr lang="id-ID" dirty="0"/>
          </a:p>
        </p:txBody>
      </p:sp>
      <p:sp>
        <p:nvSpPr>
          <p:cNvPr id="24" name="Rectangle 2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Rectangle 2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TextBox 2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7" name="Group 26"/>
          <p:cNvGrpSpPr/>
          <p:nvPr userDrawn="1"/>
        </p:nvGrpSpPr>
        <p:grpSpPr>
          <a:xfrm>
            <a:off x="347419" y="6409324"/>
            <a:ext cx="224082" cy="221156"/>
            <a:chOff x="4328868" y="5502988"/>
            <a:chExt cx="500307" cy="493774"/>
          </a:xfrm>
        </p:grpSpPr>
        <p:sp>
          <p:nvSpPr>
            <p:cNvPr id="28" name="Freeform 2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0" name="Group 29"/>
          <p:cNvGrpSpPr/>
          <p:nvPr userDrawn="1"/>
        </p:nvGrpSpPr>
        <p:grpSpPr>
          <a:xfrm flipH="1">
            <a:off x="933709" y="6409324"/>
            <a:ext cx="224082" cy="221156"/>
            <a:chOff x="4328868" y="5502988"/>
            <a:chExt cx="500307" cy="493774"/>
          </a:xfrm>
        </p:grpSpPr>
        <p:sp>
          <p:nvSpPr>
            <p:cNvPr id="31" name="Freeform 3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2" name="Freeform 3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3" name="Straight Connector 3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1815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9" name="Picture Placeholder 3"/>
          <p:cNvSpPr>
            <a:spLocks noGrp="1"/>
          </p:cNvSpPr>
          <p:nvPr>
            <p:ph type="pic" sz="quarter" idx="12"/>
          </p:nvPr>
        </p:nvSpPr>
        <p:spPr>
          <a:xfrm>
            <a:off x="1296106" y="971203"/>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dirty="0"/>
          </a:p>
        </p:txBody>
      </p:sp>
      <p:sp>
        <p:nvSpPr>
          <p:cNvPr id="10" name="Picture Placeholder 3"/>
          <p:cNvSpPr>
            <a:spLocks noGrp="1"/>
          </p:cNvSpPr>
          <p:nvPr>
            <p:ph type="pic" sz="quarter" idx="13"/>
          </p:nvPr>
        </p:nvSpPr>
        <p:spPr>
          <a:xfrm>
            <a:off x="9529057" y="2278099"/>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601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sz="quarter" idx="10"/>
          </p:nvPr>
        </p:nvSpPr>
        <p:spPr>
          <a:xfrm>
            <a:off x="4937125" y="3083109"/>
            <a:ext cx="2317750" cy="2317750"/>
          </a:xfrm>
          <a:prstGeom prst="ellipse">
            <a:avLst/>
          </a:prstGeom>
          <a:ln w="98425">
            <a:solidFill>
              <a:schemeClr val="accent6"/>
            </a:solidFill>
          </a:ln>
        </p:spPr>
        <p:txBody>
          <a:bodyPr>
            <a:normAutofit/>
          </a:bodyPr>
          <a:lstStyle>
            <a:lvl1pPr>
              <a:defRPr sz="2400">
                <a:solidFill>
                  <a:schemeClr val="accent2"/>
                </a:solidFill>
              </a:defRPr>
            </a:lvl1pPr>
          </a:lstStyle>
          <a:p>
            <a:endParaRPr lang="id-ID"/>
          </a:p>
        </p:txBody>
      </p:sp>
    </p:spTree>
    <p:extLst>
      <p:ext uri="{BB962C8B-B14F-4D97-AF65-F5344CB8AC3E}">
        <p14:creationId xmlns:p14="http://schemas.microsoft.com/office/powerpoint/2010/main" val="41681280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5399088"/>
          </a:xfrm>
        </p:spPr>
        <p:txBody>
          <a:bodyPr>
            <a:normAutofit/>
          </a:bodyPr>
          <a:lstStyle>
            <a:lvl1pPr>
              <a:defRPr sz="36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20876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Tree>
    <p:extLst>
      <p:ext uri="{BB962C8B-B14F-4D97-AF65-F5344CB8AC3E}">
        <p14:creationId xmlns:p14="http://schemas.microsoft.com/office/powerpoint/2010/main" val="3591627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3FBC63-C649-42C3-9C85-0F873F8F0B35}" type="datetimeFigureOut">
              <a:rPr lang="id-ID" smtClean="0"/>
              <a:t>03/03/2020</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6DFD3-2AF0-4B06-81C8-CF1C6F54D29C}" type="slidenum">
              <a:rPr lang="id-ID" smtClean="0"/>
              <a:t>‹#›</a:t>
            </a:fld>
            <a:endParaRPr lang="id-ID"/>
          </a:p>
        </p:txBody>
      </p:sp>
    </p:spTree>
    <p:extLst>
      <p:ext uri="{BB962C8B-B14F-4D97-AF65-F5344CB8AC3E}">
        <p14:creationId xmlns:p14="http://schemas.microsoft.com/office/powerpoint/2010/main" val="19886420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8"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3" name="Rectangle 62"/>
          <p:cNvSpPr/>
          <p:nvPr/>
        </p:nvSpPr>
        <p:spPr>
          <a:xfrm>
            <a:off x="0" y="-561"/>
            <a:ext cx="12192000" cy="6858561"/>
          </a:xfrm>
          <a:prstGeom prst="rect">
            <a:avLst/>
          </a:prstGeom>
          <a:solidFill>
            <a:schemeClr val="tx2">
              <a:lumMod val="50000"/>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TextBox 22"/>
          <p:cNvSpPr txBox="1"/>
          <p:nvPr/>
        </p:nvSpPr>
        <p:spPr>
          <a:xfrm>
            <a:off x="953947" y="1884608"/>
            <a:ext cx="1028410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solidFill>
                <a:effectLst/>
                <a:uLnTx/>
                <a:uFillTx/>
                <a:latin typeface="Source Sans Pro Light"/>
                <a:ea typeface="+mn-ea"/>
                <a:cs typeface="+mn-cs"/>
              </a:rPr>
              <a:t>International</a:t>
            </a:r>
            <a:r>
              <a:rPr kumimoji="0" lang="en-US" sz="4400" b="0" i="0" u="none" strike="noStrike" kern="1200" cap="none" spc="0" normalizeH="0" noProof="0" dirty="0">
                <a:ln>
                  <a:noFill/>
                </a:ln>
                <a:solidFill>
                  <a:prstClr val="white"/>
                </a:solidFill>
                <a:effectLst/>
                <a:uLnTx/>
                <a:uFillTx/>
                <a:latin typeface="Source Sans Pro Light"/>
                <a:ea typeface="+mn-ea"/>
                <a:cs typeface="+mn-cs"/>
              </a:rPr>
              <a:t> commercial law: CISG – remedies for breach of contract</a:t>
            </a:r>
            <a:endParaRPr kumimoji="0" lang="id-ID" sz="4400" b="0" i="0" u="none" strike="noStrike" kern="1200" cap="none" spc="0" normalizeH="0" baseline="0" noProof="0" dirty="0">
              <a:ln>
                <a:noFill/>
              </a:ln>
              <a:solidFill>
                <a:prstClr val="white"/>
              </a:solidFill>
              <a:effectLst/>
              <a:uLnTx/>
              <a:uFillTx/>
              <a:latin typeface="Source Sans Pro Light"/>
              <a:ea typeface="+mn-ea"/>
              <a:cs typeface="+mn-cs"/>
            </a:endParaRPr>
          </a:p>
        </p:txBody>
      </p:sp>
      <p:grpSp>
        <p:nvGrpSpPr>
          <p:cNvPr id="60" name="Group 59"/>
          <p:cNvGrpSpPr/>
          <p:nvPr/>
        </p:nvGrpSpPr>
        <p:grpSpPr>
          <a:xfrm>
            <a:off x="3942171" y="4068248"/>
            <a:ext cx="4307654" cy="872440"/>
            <a:chOff x="4886949" y="4433251"/>
            <a:chExt cx="4307654" cy="755248"/>
          </a:xfrm>
        </p:grpSpPr>
        <p:sp>
          <p:nvSpPr>
            <p:cNvPr id="4" name="TextBox 3"/>
            <p:cNvSpPr txBox="1"/>
            <p:nvPr/>
          </p:nvSpPr>
          <p:spPr>
            <a:xfrm>
              <a:off x="5712464" y="4433251"/>
              <a:ext cx="2656625" cy="3996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r-HR" sz="2400" b="1" i="0" u="none" strike="noStrike" kern="1200" cap="none" spc="0" normalizeH="0" baseline="0" dirty="0">
                  <a:ln>
                    <a:noFill/>
                  </a:ln>
                  <a:solidFill>
                    <a:srgbClr val="2D8AC9"/>
                  </a:solidFill>
                  <a:effectLst/>
                  <a:uLnTx/>
                  <a:uFillTx/>
                  <a:latin typeface="Calibri"/>
                  <a:ea typeface="+mn-ea"/>
                  <a:cs typeface="+mn-cs"/>
                </a:rPr>
                <a:t>Miloš Novović, PhD</a:t>
              </a:r>
            </a:p>
          </p:txBody>
        </p:sp>
        <p:sp>
          <p:nvSpPr>
            <p:cNvPr id="26" name="TextBox 25"/>
            <p:cNvSpPr txBox="1"/>
            <p:nvPr/>
          </p:nvSpPr>
          <p:spPr>
            <a:xfrm>
              <a:off x="4886949" y="4922065"/>
              <a:ext cx="4307654" cy="26643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dirty="0">
                  <a:ln>
                    <a:noFill/>
                  </a:ln>
                  <a:solidFill>
                    <a:prstClr val="white"/>
                  </a:solidFill>
                  <a:effectLst/>
                  <a:uLnTx/>
                  <a:uFillTx/>
                  <a:latin typeface="Calibri"/>
                  <a:ea typeface="+mn-ea"/>
                  <a:cs typeface="+mn-cs"/>
                </a:rPr>
                <a:t>Associate Professor of Law, BI Norwegian Business School</a:t>
              </a:r>
              <a:endParaRPr kumimoji="0" lang="en-US" sz="1400" b="0" i="0" u="none" strike="noStrike" kern="1200" cap="none" spc="0" normalizeH="0" baseline="0" dirty="0">
                <a:ln>
                  <a:noFill/>
                </a:ln>
                <a:solidFill>
                  <a:srgbClr val="2D8AC9"/>
                </a:solidFill>
                <a:effectLst/>
                <a:uLnTx/>
                <a:uFillTx/>
                <a:latin typeface="Calibri"/>
                <a:ea typeface="+mn-ea"/>
                <a:cs typeface="+mn-cs"/>
              </a:endParaRPr>
            </a:p>
          </p:txBody>
        </p:sp>
      </p:grpSp>
      <p:cxnSp>
        <p:nvCxnSpPr>
          <p:cNvPr id="75" name="Straight Connector 74"/>
          <p:cNvCxnSpPr/>
          <p:nvPr/>
        </p:nvCxnSpPr>
        <p:spPr>
          <a:xfrm>
            <a:off x="5074636" y="3748304"/>
            <a:ext cx="2042729" cy="0"/>
          </a:xfrm>
          <a:prstGeom prst="line">
            <a:avLst/>
          </a:prstGeom>
          <a:ln w="15875">
            <a:solidFill>
              <a:schemeClr val="bg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15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barn(outVertical)">
                                      <p:cBhvr>
                                        <p:cTn id="11" dur="500"/>
                                        <p:tgtEl>
                                          <p:spTgt spid="7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1304345" y="1671893"/>
            <a:ext cx="1719381" cy="369332"/>
          </a:xfrm>
          <a:prstGeom prst="rect">
            <a:avLst/>
          </a:prstGeom>
        </p:spPr>
        <p:txBody>
          <a:bodyPr wrap="none">
            <a:spAutoFit/>
          </a:bodyPr>
          <a:lstStyle/>
          <a:p>
            <a:r>
              <a:rPr lang="en-US" dirty="0">
                <a:solidFill>
                  <a:schemeClr val="accent2"/>
                </a:solidFill>
                <a:latin typeface="+mj-lt"/>
              </a:rPr>
              <a:t>Today’s lecture</a:t>
            </a:r>
          </a:p>
        </p:txBody>
      </p:sp>
      <p:sp>
        <p:nvSpPr>
          <p:cNvPr id="24" name="TextBox 23"/>
          <p:cNvSpPr txBox="1"/>
          <p:nvPr/>
        </p:nvSpPr>
        <p:spPr>
          <a:xfrm>
            <a:off x="1285491" y="902452"/>
            <a:ext cx="2683235"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Welcome!</a:t>
            </a:r>
          </a:p>
        </p:txBody>
      </p:sp>
      <p:sp>
        <p:nvSpPr>
          <p:cNvPr id="25" name="Rectangle 24"/>
          <p:cNvSpPr/>
          <p:nvPr/>
        </p:nvSpPr>
        <p:spPr>
          <a:xfrm>
            <a:off x="1304344" y="2228807"/>
            <a:ext cx="8149621" cy="2862322"/>
          </a:xfrm>
          <a:prstGeom prst="rect">
            <a:avLst/>
          </a:prstGeom>
        </p:spPr>
        <p:txBody>
          <a:bodyPr wrap="square">
            <a:spAutoFit/>
          </a:bodyPr>
          <a:lstStyle/>
          <a:p>
            <a:r>
              <a:rPr lang="en-US" dirty="0">
                <a:solidFill>
                  <a:schemeClr val="bg1">
                    <a:lumMod val="65000"/>
                  </a:schemeClr>
                </a:solidFill>
              </a:rPr>
              <a:t>We will introduce the concept of </a:t>
            </a:r>
            <a:r>
              <a:rPr lang="en-US" b="1" dirty="0">
                <a:solidFill>
                  <a:schemeClr val="bg1">
                    <a:lumMod val="65000"/>
                  </a:schemeClr>
                </a:solidFill>
              </a:rPr>
              <a:t>remedies</a:t>
            </a:r>
            <a:r>
              <a:rPr lang="en-US" dirty="0">
                <a:solidFill>
                  <a:schemeClr val="bg1">
                    <a:lumMod val="65000"/>
                  </a:schemeClr>
                </a:solidFill>
              </a:rPr>
              <a:t> under CISG</a:t>
            </a:r>
          </a:p>
          <a:p>
            <a:br>
              <a:rPr lang="en-US" dirty="0">
                <a:solidFill>
                  <a:schemeClr val="bg1">
                    <a:lumMod val="65000"/>
                  </a:schemeClr>
                </a:solidFill>
              </a:rPr>
            </a:br>
            <a:r>
              <a:rPr lang="en-US" dirty="0">
                <a:solidFill>
                  <a:schemeClr val="bg1">
                    <a:lumMod val="65000"/>
                  </a:schemeClr>
                </a:solidFill>
              </a:rPr>
              <a:t>We will talk about </a:t>
            </a:r>
            <a:r>
              <a:rPr lang="en-US" b="1" dirty="0">
                <a:solidFill>
                  <a:schemeClr val="bg1">
                    <a:lumMod val="65000"/>
                  </a:schemeClr>
                </a:solidFill>
              </a:rPr>
              <a:t>damages</a:t>
            </a:r>
            <a:r>
              <a:rPr lang="en-US" dirty="0">
                <a:solidFill>
                  <a:schemeClr val="bg1">
                    <a:lumMod val="65000"/>
                  </a:schemeClr>
                </a:solidFill>
              </a:rPr>
              <a:t> – monetary compensation claims for harm suffered</a:t>
            </a:r>
          </a:p>
          <a:p>
            <a:endParaRPr lang="en-US" dirty="0">
              <a:solidFill>
                <a:schemeClr val="bg1">
                  <a:lumMod val="65000"/>
                </a:schemeClr>
              </a:solidFill>
            </a:endParaRPr>
          </a:p>
          <a:p>
            <a:r>
              <a:rPr lang="en-US" dirty="0">
                <a:solidFill>
                  <a:schemeClr val="bg1">
                    <a:lumMod val="65000"/>
                  </a:schemeClr>
                </a:solidFill>
              </a:rPr>
              <a:t>We will consider </a:t>
            </a:r>
            <a:r>
              <a:rPr lang="en-US" b="1" dirty="0">
                <a:solidFill>
                  <a:schemeClr val="bg1">
                    <a:lumMod val="65000"/>
                  </a:schemeClr>
                </a:solidFill>
              </a:rPr>
              <a:t>defenses</a:t>
            </a:r>
            <a:r>
              <a:rPr lang="en-US" dirty="0">
                <a:solidFill>
                  <a:schemeClr val="bg1">
                    <a:lumMod val="65000"/>
                  </a:schemeClr>
                </a:solidFill>
              </a:rPr>
              <a:t> available, including </a:t>
            </a:r>
            <a:r>
              <a:rPr lang="en-US" b="1" dirty="0">
                <a:solidFill>
                  <a:schemeClr val="bg1">
                    <a:lumMod val="65000"/>
                  </a:schemeClr>
                </a:solidFill>
              </a:rPr>
              <a:t>impediment beyond control</a:t>
            </a:r>
          </a:p>
          <a:p>
            <a:endParaRPr lang="en-US" dirty="0">
              <a:solidFill>
                <a:schemeClr val="bg1">
                  <a:lumMod val="65000"/>
                </a:schemeClr>
              </a:solidFill>
            </a:endParaRPr>
          </a:p>
          <a:p>
            <a:r>
              <a:rPr lang="en-US" dirty="0">
                <a:solidFill>
                  <a:schemeClr val="bg1">
                    <a:lumMod val="65000"/>
                  </a:schemeClr>
                </a:solidFill>
              </a:rPr>
              <a:t>We will speak about </a:t>
            </a:r>
            <a:r>
              <a:rPr lang="en-US" b="1" dirty="0">
                <a:solidFill>
                  <a:schemeClr val="bg1">
                    <a:lumMod val="65000"/>
                  </a:schemeClr>
                </a:solidFill>
              </a:rPr>
              <a:t>contract termination </a:t>
            </a:r>
            <a:r>
              <a:rPr lang="en-US" dirty="0">
                <a:solidFill>
                  <a:schemeClr val="bg1">
                    <a:lumMod val="65000"/>
                  </a:schemeClr>
                </a:solidFill>
              </a:rPr>
              <a:t>and </a:t>
            </a:r>
            <a:r>
              <a:rPr lang="en-US" b="1" dirty="0">
                <a:solidFill>
                  <a:schemeClr val="bg1">
                    <a:lumMod val="65000"/>
                  </a:schemeClr>
                </a:solidFill>
              </a:rPr>
              <a:t>fundamental breach</a:t>
            </a:r>
          </a:p>
          <a:p>
            <a:endParaRPr lang="en-US" dirty="0">
              <a:solidFill>
                <a:schemeClr val="bg1">
                  <a:lumMod val="65000"/>
                </a:schemeClr>
              </a:solidFill>
            </a:endParaRPr>
          </a:p>
          <a:p>
            <a:r>
              <a:rPr lang="en-US" dirty="0">
                <a:solidFill>
                  <a:schemeClr val="bg1">
                    <a:lumMod val="65000"/>
                  </a:schemeClr>
                </a:solidFill>
              </a:rPr>
              <a:t>We will introduce other remedies, such as </a:t>
            </a:r>
            <a:r>
              <a:rPr lang="en-US" b="1" dirty="0">
                <a:solidFill>
                  <a:schemeClr val="bg1">
                    <a:lumMod val="65000"/>
                  </a:schemeClr>
                </a:solidFill>
              </a:rPr>
              <a:t>specific performance </a:t>
            </a:r>
            <a:r>
              <a:rPr lang="en-US" dirty="0">
                <a:solidFill>
                  <a:schemeClr val="bg1">
                    <a:lumMod val="65000"/>
                  </a:schemeClr>
                </a:solidFill>
              </a:rPr>
              <a:t>and </a:t>
            </a:r>
            <a:r>
              <a:rPr lang="en-US" b="1" dirty="0">
                <a:solidFill>
                  <a:schemeClr val="bg1">
                    <a:lumMod val="65000"/>
                  </a:schemeClr>
                </a:solidFill>
              </a:rPr>
              <a:t>price reduction</a:t>
            </a:r>
          </a:p>
          <a:p>
            <a:endParaRPr lang="en-US" dirty="0">
              <a:solidFill>
                <a:schemeClr val="bg1">
                  <a:lumMod val="65000"/>
                </a:schemeClr>
              </a:solidFill>
            </a:endParaRP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439347" y="5137346"/>
            <a:ext cx="140930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a:cxnSpLocks/>
          </p:cNvCxnSpPr>
          <p:nvPr/>
        </p:nvCxnSpPr>
        <p:spPr>
          <a:xfrm>
            <a:off x="669303" y="5510618"/>
            <a:ext cx="4493324"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162627" y="5510618"/>
            <a:ext cx="0" cy="62632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27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xEl>
                                              <p:pRg st="0" end="0"/>
                                            </p:txEl>
                                          </p:spTgt>
                                        </p:tgtEl>
                                        <p:attrNameLst>
                                          <p:attrName>style.visibility</p:attrName>
                                        </p:attrNameLst>
                                      </p:cBhvr>
                                      <p:to>
                                        <p:strVal val="visible"/>
                                      </p:to>
                                    </p:set>
                                    <p:animEffect transition="in" filter="fade">
                                      <p:cBhvr>
                                        <p:cTn id="14" dur="500"/>
                                        <p:tgtEl>
                                          <p:spTgt spid="2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5">
                                            <p:txEl>
                                              <p:pRg st="1" end="1"/>
                                            </p:txEl>
                                          </p:spTgt>
                                        </p:tgtEl>
                                        <p:attrNameLst>
                                          <p:attrName>style.visibility</p:attrName>
                                        </p:attrNameLst>
                                      </p:cBhvr>
                                      <p:to>
                                        <p:strVal val="visible"/>
                                      </p:to>
                                    </p:set>
                                    <p:animEffect transition="in" filter="fade">
                                      <p:cBhvr>
                                        <p:cTn id="19" dur="500"/>
                                        <p:tgtEl>
                                          <p:spTgt spid="2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5">
                                            <p:txEl>
                                              <p:pRg st="3" end="3"/>
                                            </p:txEl>
                                          </p:spTgt>
                                        </p:tgtEl>
                                        <p:attrNameLst>
                                          <p:attrName>style.visibility</p:attrName>
                                        </p:attrNameLst>
                                      </p:cBhvr>
                                      <p:to>
                                        <p:strVal val="visible"/>
                                      </p:to>
                                    </p:set>
                                    <p:animEffect transition="in" filter="fade">
                                      <p:cBhvr>
                                        <p:cTn id="24" dur="500"/>
                                        <p:tgtEl>
                                          <p:spTgt spid="2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xEl>
                                              <p:pRg st="5" end="5"/>
                                            </p:txEl>
                                          </p:spTgt>
                                        </p:tgtEl>
                                        <p:attrNameLst>
                                          <p:attrName>style.visibility</p:attrName>
                                        </p:attrNameLst>
                                      </p:cBhvr>
                                      <p:to>
                                        <p:strVal val="visible"/>
                                      </p:to>
                                    </p:set>
                                    <p:animEffect transition="in" filter="fade">
                                      <p:cBhvr>
                                        <p:cTn id="29" dur="500"/>
                                        <p:tgtEl>
                                          <p:spTgt spid="25">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5">
                                            <p:txEl>
                                              <p:pRg st="7" end="7"/>
                                            </p:txEl>
                                          </p:spTgt>
                                        </p:tgtEl>
                                        <p:attrNameLst>
                                          <p:attrName>style.visibility</p:attrName>
                                        </p:attrNameLst>
                                      </p:cBhvr>
                                      <p:to>
                                        <p:strVal val="visible"/>
                                      </p:to>
                                    </p:set>
                                    <p:animEffect transition="in" filter="fade">
                                      <p:cBhvr>
                                        <p:cTn id="34" dur="500"/>
                                        <p:tgtEl>
                                          <p:spTgt spid="2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285491" y="902452"/>
            <a:ext cx="4733988"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Reading materials</a:t>
            </a:r>
          </a:p>
        </p:txBody>
      </p:sp>
      <p:sp>
        <p:nvSpPr>
          <p:cNvPr id="25" name="Rectangle 24"/>
          <p:cNvSpPr/>
          <p:nvPr/>
        </p:nvSpPr>
        <p:spPr>
          <a:xfrm>
            <a:off x="1331588" y="2205673"/>
            <a:ext cx="9375782" cy="707886"/>
          </a:xfrm>
          <a:prstGeom prst="rect">
            <a:avLst/>
          </a:prstGeom>
        </p:spPr>
        <p:txBody>
          <a:bodyPr wrap="square">
            <a:spAutoFit/>
          </a:bodyPr>
          <a:lstStyle/>
          <a:p>
            <a:r>
              <a:rPr lang="en-US" sz="2000" b="1" dirty="0">
                <a:solidFill>
                  <a:schemeClr val="bg1">
                    <a:lumMod val="65000"/>
                  </a:schemeClr>
                </a:solidFill>
              </a:rPr>
              <a:t>You should read text of CISG and Ch. 2 from </a:t>
            </a:r>
            <a:r>
              <a:rPr lang="en-US" sz="2000" b="1" dirty="0" err="1">
                <a:solidFill>
                  <a:schemeClr val="bg1">
                    <a:lumMod val="65000"/>
                  </a:schemeClr>
                </a:solidFill>
              </a:rPr>
              <a:t>Carr</a:t>
            </a:r>
            <a:r>
              <a:rPr lang="en-US" sz="2000" b="1" dirty="0">
                <a:solidFill>
                  <a:schemeClr val="bg1">
                    <a:lumMod val="65000"/>
                  </a:schemeClr>
                </a:solidFill>
              </a:rPr>
              <a:t> textbook (</a:t>
            </a:r>
            <a:r>
              <a:rPr lang="en-US" sz="2000" b="1" dirty="0" err="1">
                <a:solidFill>
                  <a:schemeClr val="bg1">
                    <a:lumMod val="65000"/>
                  </a:schemeClr>
                </a:solidFill>
              </a:rPr>
              <a:t>itsLearning</a:t>
            </a:r>
            <a:r>
              <a:rPr lang="en-US" sz="2000" b="1" dirty="0">
                <a:solidFill>
                  <a:schemeClr val="bg1">
                    <a:lumMod val="65000"/>
                  </a:schemeClr>
                </a:solidFill>
              </a:rPr>
              <a:t>).</a:t>
            </a:r>
          </a:p>
          <a:p>
            <a:endParaRPr lang="en-US" sz="2000" b="1" dirty="0">
              <a:solidFill>
                <a:schemeClr val="bg1">
                  <a:lumMod val="65000"/>
                </a:schemeClr>
              </a:solidFill>
            </a:endParaRP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89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2032001" y="2384461"/>
            <a:ext cx="8048998" cy="1446550"/>
          </a:xfrm>
          <a:prstGeom prst="rect">
            <a:avLst/>
          </a:prstGeom>
          <a:noFill/>
        </p:spPr>
        <p:txBody>
          <a:bodyPr wrap="none" rtlCol="0">
            <a:spAutoFit/>
          </a:bodyPr>
          <a:lstStyle/>
          <a:p>
            <a:pPr algn="ctr"/>
            <a:r>
              <a:rPr lang="en-US" sz="4400" dirty="0">
                <a:solidFill>
                  <a:schemeClr val="bg1">
                    <a:lumMod val="50000"/>
                  </a:schemeClr>
                </a:solidFill>
                <a:latin typeface="+mj-lt"/>
                <a:ea typeface="Open Sans" panose="020B0606030504020204" pitchFamily="34" charset="0"/>
                <a:cs typeface="Open Sans" panose="020B0606030504020204" pitchFamily="34" charset="0"/>
              </a:rPr>
              <a:t>Remedies: </a:t>
            </a:r>
          </a:p>
          <a:p>
            <a:pPr algn="ctr"/>
            <a:r>
              <a:rPr lang="en-US" sz="4400" dirty="0">
                <a:solidFill>
                  <a:schemeClr val="bg1">
                    <a:lumMod val="50000"/>
                  </a:schemeClr>
                </a:solidFill>
                <a:latin typeface="+mj-lt"/>
                <a:ea typeface="Open Sans" panose="020B0606030504020204" pitchFamily="34" charset="0"/>
                <a:cs typeface="Open Sans" panose="020B0606030504020204" pitchFamily="34" charset="0"/>
              </a:rPr>
              <a:t>what can you ask the courts to do?</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537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2422972" y="2740553"/>
            <a:ext cx="7242688" cy="769441"/>
          </a:xfrm>
          <a:prstGeom prst="rect">
            <a:avLst/>
          </a:prstGeom>
          <a:noFill/>
        </p:spPr>
        <p:txBody>
          <a:bodyPr wrap="none" rtlCol="0">
            <a:spAutoFit/>
          </a:bodyPr>
          <a:lstStyle/>
          <a:p>
            <a:pPr algn="ctr"/>
            <a:r>
              <a:rPr lang="en-US" sz="4400" dirty="0">
                <a:solidFill>
                  <a:schemeClr val="bg1">
                    <a:lumMod val="50000"/>
                  </a:schemeClr>
                </a:solidFill>
                <a:latin typeface="+mj-lt"/>
                <a:ea typeface="Open Sans" panose="020B0606030504020204" pitchFamily="34" charset="0"/>
                <a:cs typeface="Open Sans" panose="020B0606030504020204" pitchFamily="34" charset="0"/>
              </a:rPr>
              <a:t>Damages: monetary restitution</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70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CISG: Monetary reimbursement (damages)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44707" y="2816304"/>
            <a:ext cx="921231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Buyer and seller </a:t>
            </a:r>
            <a:r>
              <a:rPr lang="en-US" altLang="en-US" b="1" dirty="0"/>
              <a:t>always*</a:t>
            </a:r>
            <a:r>
              <a:rPr lang="en-US" altLang="en-US" dirty="0"/>
              <a:t> have the right to request to be reimbursed for financial and non-financial harm they have suffered (damages).</a:t>
            </a:r>
          </a:p>
        </p:txBody>
      </p:sp>
    </p:spTree>
    <p:extLst>
      <p:ext uri="{BB962C8B-B14F-4D97-AF65-F5344CB8AC3E}">
        <p14:creationId xmlns:p14="http://schemas.microsoft.com/office/powerpoint/2010/main" val="155256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Amount of damages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696318" y="1796028"/>
            <a:ext cx="921231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“A sum equal to the </a:t>
            </a:r>
            <a:r>
              <a:rPr lang="en-US" altLang="en-US" b="1" dirty="0"/>
              <a:t>loss</a:t>
            </a:r>
            <a:r>
              <a:rPr lang="en-US" altLang="en-US" dirty="0"/>
              <a:t>, including the </a:t>
            </a:r>
            <a:r>
              <a:rPr lang="en-US" altLang="en-US" b="1" dirty="0"/>
              <a:t>loss of profit</a:t>
            </a:r>
            <a:r>
              <a:rPr lang="en-US" altLang="en-US" dirty="0"/>
              <a:t>, suffered by the party as a </a:t>
            </a:r>
            <a:r>
              <a:rPr lang="en-US" altLang="en-US" b="1" dirty="0"/>
              <a:t>consequence</a:t>
            </a:r>
            <a:r>
              <a:rPr lang="en-US" altLang="en-US" dirty="0"/>
              <a:t> of the breach” (Art. 74)</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However, this sum </a:t>
            </a:r>
            <a:r>
              <a:rPr lang="en-US" altLang="en-US" b="1" dirty="0"/>
              <a:t>only </a:t>
            </a:r>
            <a:r>
              <a:rPr lang="en-US" altLang="en-US" dirty="0"/>
              <a:t>includes “the loss which the party in </a:t>
            </a:r>
            <a:r>
              <a:rPr lang="en-US" altLang="en-US" b="1" dirty="0"/>
              <a:t>breach</a:t>
            </a:r>
            <a:r>
              <a:rPr lang="en-US" altLang="en-US" dirty="0"/>
              <a:t> </a:t>
            </a:r>
            <a:r>
              <a:rPr lang="en-US" altLang="en-US" b="1" dirty="0"/>
              <a:t>foresaw or ought </a:t>
            </a:r>
            <a:r>
              <a:rPr lang="en-US" altLang="en-US" dirty="0"/>
              <a:t>to have foreseen </a:t>
            </a:r>
            <a:r>
              <a:rPr lang="en-US" altLang="en-US" b="1" dirty="0"/>
              <a:t>at the time of the conclusion</a:t>
            </a:r>
            <a:r>
              <a:rPr lang="en-US" altLang="en-US" dirty="0"/>
              <a:t> of the contract, in the light of the facts and matters of which he then knew or ought to have known, </a:t>
            </a:r>
            <a:r>
              <a:rPr lang="en-US" altLang="en-US" b="1" dirty="0"/>
              <a:t>as a possible consequence</a:t>
            </a:r>
            <a:r>
              <a:rPr lang="en-US" altLang="en-US" dirty="0"/>
              <a:t> of the breach of contract.”</a:t>
            </a:r>
          </a:p>
        </p:txBody>
      </p:sp>
    </p:spTree>
    <p:extLst>
      <p:ext uri="{BB962C8B-B14F-4D97-AF65-F5344CB8AC3E}">
        <p14:creationId xmlns:p14="http://schemas.microsoft.com/office/powerpoint/2010/main" val="3207933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95" y="238195"/>
            <a:ext cx="10515600" cy="1325563"/>
          </a:xfrm>
        </p:spPr>
        <p:txBody>
          <a:bodyPr/>
          <a:lstStyle/>
          <a:p>
            <a:r>
              <a:rPr lang="en-US" dirty="0"/>
              <a:t>Discussion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51401" y="5613399"/>
            <a:ext cx="457200"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495" y="5649494"/>
            <a:ext cx="38501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557463"/>
            <a:ext cx="0" cy="5437983"/>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74504" y="1666364"/>
            <a:ext cx="10515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Microsoft orders 1000 latest Intel chips at 100 USD per chip. The chips are manufactured using substandard materials and catch fire on the production line, destroying the assembly machine, worth USD 1 million. Microsoft then fails to launch latest Surface device before Christmas, missing out on additional 100.000 USD in profits.</a:t>
            </a:r>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en-US" altLang="en-US" b="1" dirty="0"/>
              <a:t>You represent Microsoft. Which amount would you sue Intel for? Which amount are you likely to recover?</a:t>
            </a:r>
          </a:p>
        </p:txBody>
      </p:sp>
    </p:spTree>
    <p:extLst>
      <p:ext uri="{BB962C8B-B14F-4D97-AF65-F5344CB8AC3E}">
        <p14:creationId xmlns:p14="http://schemas.microsoft.com/office/powerpoint/2010/main" val="168774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Amount of damages: Duty to mitigate</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692307" y="2143846"/>
            <a:ext cx="921231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“A party who relies on a breach of contract </a:t>
            </a:r>
            <a:r>
              <a:rPr lang="en-US" altLang="en-US" b="1" dirty="0"/>
              <a:t>must take such measures as are reasonable </a:t>
            </a:r>
            <a:r>
              <a:rPr lang="en-US" altLang="en-US" dirty="0"/>
              <a:t>in the circumstances to </a:t>
            </a:r>
            <a:r>
              <a:rPr lang="en-US" altLang="en-US" b="1" dirty="0"/>
              <a:t>mitigate</a:t>
            </a:r>
            <a:r>
              <a:rPr lang="en-US" altLang="en-US" dirty="0"/>
              <a:t> the loss, including loss of profit, </a:t>
            </a:r>
            <a:r>
              <a:rPr lang="en-US" altLang="en-US" b="1" dirty="0"/>
              <a:t>resulting from the breach</a:t>
            </a:r>
            <a:r>
              <a:rPr lang="en-US" altLang="en-US" dirty="0"/>
              <a:t>. If he </a:t>
            </a:r>
            <a:r>
              <a:rPr lang="en-US" altLang="en-US" b="1" dirty="0"/>
              <a:t>fails</a:t>
            </a:r>
            <a:r>
              <a:rPr lang="en-US" altLang="en-US" dirty="0"/>
              <a:t> to take such measures, the party in breach may claim a </a:t>
            </a:r>
            <a:r>
              <a:rPr lang="en-US" altLang="en-US" b="1" dirty="0"/>
              <a:t>reduction in the damages </a:t>
            </a:r>
            <a:r>
              <a:rPr lang="en-US" altLang="en-US" dirty="0"/>
              <a:t>in the amount by which the loss should have been mitigated.” (Art. 77)</a:t>
            </a:r>
          </a:p>
        </p:txBody>
      </p:sp>
    </p:spTree>
    <p:extLst>
      <p:ext uri="{BB962C8B-B14F-4D97-AF65-F5344CB8AC3E}">
        <p14:creationId xmlns:p14="http://schemas.microsoft.com/office/powerpoint/2010/main" val="84442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95" y="238195"/>
            <a:ext cx="10515600" cy="1325563"/>
          </a:xfrm>
        </p:spPr>
        <p:txBody>
          <a:bodyPr/>
          <a:lstStyle/>
          <a:p>
            <a:r>
              <a:rPr lang="en-US" dirty="0"/>
              <a:t>Discussion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51401" y="5613399"/>
            <a:ext cx="457200"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495" y="5649494"/>
            <a:ext cx="38501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557463"/>
            <a:ext cx="0" cy="5437983"/>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74504" y="2097252"/>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Microsoft’s production machine is destroyed in a fire caused by faulty Intel chips. Machine is worth 1 million USD. However, Microsoft does not contain the fire, and the entire factory burns, causing a total loss of 10 million USD.</a:t>
            </a:r>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en-US" altLang="en-US" b="1" dirty="0"/>
              <a:t>Which amount is Microsoft likely to recover?</a:t>
            </a:r>
          </a:p>
        </p:txBody>
      </p:sp>
    </p:spTree>
    <p:extLst>
      <p:ext uri="{BB962C8B-B14F-4D97-AF65-F5344CB8AC3E}">
        <p14:creationId xmlns:p14="http://schemas.microsoft.com/office/powerpoint/2010/main" val="53365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CISG: Monetary reimbursement (damages)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04601" y="1845289"/>
            <a:ext cx="921231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Buyer and seller </a:t>
            </a:r>
            <a:r>
              <a:rPr lang="en-US" altLang="en-US" b="1" dirty="0"/>
              <a:t>always*</a:t>
            </a:r>
            <a:r>
              <a:rPr lang="en-US" altLang="en-US" dirty="0"/>
              <a:t> have the right to request to be reimbursed for financial and non-financial harm they have suffered (damages).</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*But a party is </a:t>
            </a:r>
            <a:r>
              <a:rPr lang="en-US" altLang="en-US" b="1" dirty="0"/>
              <a:t>not liable </a:t>
            </a:r>
            <a:r>
              <a:rPr lang="en-US" altLang="en-US" dirty="0"/>
              <a:t>to pay for damages if they failed to perform their duties due to an </a:t>
            </a:r>
            <a:r>
              <a:rPr lang="en-US" altLang="en-US" b="1" dirty="0"/>
              <a:t>“impediment beyond their control”</a:t>
            </a:r>
            <a:r>
              <a:rPr lang="en-US" altLang="en-US" dirty="0"/>
              <a:t> (Art. 79, applies only to damages and not other remedies)</a:t>
            </a:r>
          </a:p>
        </p:txBody>
      </p:sp>
    </p:spTree>
    <p:extLst>
      <p:ext uri="{BB962C8B-B14F-4D97-AF65-F5344CB8AC3E}">
        <p14:creationId xmlns:p14="http://schemas.microsoft.com/office/powerpoint/2010/main" val="419771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CISG: Impediment beyond control</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32675" y="2043400"/>
            <a:ext cx="954953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b="1" dirty="0"/>
              <a:t>Article 79</a:t>
            </a:r>
          </a:p>
          <a:p>
            <a:pPr marL="0" lvl="0" indent="0" eaLnBrk="0" fontAlgn="base" hangingPunct="0">
              <a:lnSpc>
                <a:spcPct val="100000"/>
              </a:lnSpc>
              <a:spcBef>
                <a:spcPct val="0"/>
              </a:spcBef>
              <a:spcAft>
                <a:spcPct val="0"/>
              </a:spcAft>
              <a:buNone/>
            </a:pPr>
            <a:r>
              <a:rPr lang="en-US" altLang="en-US" dirty="0"/>
              <a:t>A party is not liable for a failure to perform any of his obligations if </a:t>
            </a:r>
            <a:r>
              <a:rPr lang="en-US" altLang="en-US" b="1" dirty="0"/>
              <a:t>he proves that the failure was due to an impediment beyond his control </a:t>
            </a:r>
            <a:r>
              <a:rPr lang="en-US" altLang="en-US" b="1" u="sng" dirty="0"/>
              <a:t>and</a:t>
            </a:r>
            <a:r>
              <a:rPr lang="en-US" altLang="en-US" dirty="0"/>
              <a:t> that he </a:t>
            </a:r>
            <a:r>
              <a:rPr lang="en-US" altLang="en-US" b="1" dirty="0"/>
              <a:t>could not reasonably be expected to have taken the impediment into account </a:t>
            </a:r>
            <a:r>
              <a:rPr lang="en-US" altLang="en-US" dirty="0"/>
              <a:t>at the time of the conclusion of the contract or </a:t>
            </a:r>
            <a:r>
              <a:rPr lang="en-US" altLang="en-US" b="1" dirty="0"/>
              <a:t>to have avoided </a:t>
            </a:r>
            <a:r>
              <a:rPr lang="en-US" altLang="en-US" dirty="0"/>
              <a:t>or </a:t>
            </a:r>
            <a:r>
              <a:rPr lang="en-US" altLang="en-US" b="1" dirty="0"/>
              <a:t>overcome</a:t>
            </a:r>
            <a:r>
              <a:rPr lang="en-US" altLang="en-US" dirty="0"/>
              <a:t> it or its consequences.</a:t>
            </a:r>
            <a:endParaRPr kumimoji="0" lang="en-US" altLang="en-US" sz="32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9852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12327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6000" y="2179829"/>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Intel ships chips to Microsoft. There is a sudden storm, the ship sinks, and the delivery of new chips is delayed. Microsoft loses profits.</a:t>
            </a:r>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en-US" altLang="en-US" b="1" dirty="0"/>
              <a:t>Must Intel pay for the lost profits?</a:t>
            </a:r>
          </a:p>
          <a:p>
            <a:pPr marL="0" lvl="0" indent="0" eaLnBrk="0" fontAlgn="base" hangingPunct="0">
              <a:lnSpc>
                <a:spcPct val="100000"/>
              </a:lnSpc>
              <a:spcBef>
                <a:spcPct val="0"/>
              </a:spcBef>
              <a:spcAft>
                <a:spcPct val="0"/>
              </a:spcAft>
              <a:buNone/>
            </a:pPr>
            <a:r>
              <a:rPr lang="en-US" altLang="en-US" b="1" dirty="0"/>
              <a:t>What if there had been severe storm warnings two days prior?</a:t>
            </a:r>
          </a:p>
          <a:p>
            <a:pPr marL="0" lvl="0" indent="0" eaLnBrk="0" fontAlgn="base" hangingPunct="0">
              <a:lnSpc>
                <a:spcPct val="100000"/>
              </a:lnSpc>
              <a:spcBef>
                <a:spcPct val="0"/>
              </a:spcBef>
              <a:spcAft>
                <a:spcPct val="0"/>
              </a:spcAft>
              <a:buNone/>
            </a:pPr>
            <a:r>
              <a:rPr lang="en-US" altLang="en-US" b="1" dirty="0"/>
              <a:t>What if the chips could have been saved?</a:t>
            </a:r>
          </a:p>
        </p:txBody>
      </p:sp>
    </p:spTree>
    <p:extLst>
      <p:ext uri="{BB962C8B-B14F-4D97-AF65-F5344CB8AC3E}">
        <p14:creationId xmlns:p14="http://schemas.microsoft.com/office/powerpoint/2010/main" val="1847564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4" end="4"/>
                                            </p:txEl>
                                          </p:spTgt>
                                        </p:tgtEl>
                                        <p:attrNameLst>
                                          <p:attrName>style.visibility</p:attrName>
                                        </p:attrNameLst>
                                      </p:cBhvr>
                                      <p:to>
                                        <p:strVal val="visible"/>
                                      </p:to>
                                    </p:set>
                                    <p:animEffect transition="in" filter="fade">
                                      <p:cBhvr>
                                        <p:cTn id="22"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12327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6000" y="1428297"/>
            <a:ext cx="105156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A Norwegian buyer orders 100.000 bananas from an American seller for 100.000 NOK. 1% of the bananas are infected with a dangerous parasite.</a:t>
            </a:r>
          </a:p>
          <a:p>
            <a:pPr marL="0" lvl="0" indent="0" eaLnBrk="0" fontAlgn="base" hangingPunct="0">
              <a:lnSpc>
                <a:spcPct val="100000"/>
              </a:lnSpc>
              <a:spcBef>
                <a:spcPct val="0"/>
              </a:spcBef>
              <a:spcAft>
                <a:spcPct val="0"/>
              </a:spcAft>
              <a:buNone/>
            </a:pPr>
            <a:r>
              <a:rPr lang="en-US" altLang="en-US" dirty="0"/>
              <a:t>Norwegian buyer notifies of non-conformity of delivery and takes detailed photos to preserve as evidence. They do not separate healthy bananas from the infected ones, and 50% of bananas are lost. Buyer has lost 1 NOK per banana in profit.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b="1" dirty="0"/>
              <a:t>How much is likely to be recovered as damages  under CISG?</a:t>
            </a:r>
          </a:p>
        </p:txBody>
      </p:sp>
    </p:spTree>
    <p:extLst>
      <p:ext uri="{BB962C8B-B14F-4D97-AF65-F5344CB8AC3E}">
        <p14:creationId xmlns:p14="http://schemas.microsoft.com/office/powerpoint/2010/main" val="19469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2672743" y="2695653"/>
            <a:ext cx="6915676"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Remedies for buyer and seller</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791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Termination of contract (avoidance)</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1569939"/>
            <a:ext cx="1037933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The most serious and drastic remedy: </a:t>
            </a:r>
            <a:r>
              <a:rPr lang="en-US" altLang="en-US" b="1" dirty="0"/>
              <a:t>releases both parties from their obligations</a:t>
            </a:r>
            <a:r>
              <a:rPr lang="en-US" altLang="en-US" dirty="0"/>
              <a:t>, subject to any damages due </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Goal: </a:t>
            </a:r>
            <a:r>
              <a:rPr lang="en-US" altLang="en-US" i="1" dirty="0"/>
              <a:t>restitutio in integrum</a:t>
            </a:r>
            <a:r>
              <a:rPr lang="en-US" altLang="en-US" dirty="0"/>
              <a:t>, restitution of previous situation (as if the contract were never concluded) – buyer gets the money back, seller gets the goods back + damages; </a:t>
            </a:r>
            <a:r>
              <a:rPr lang="en-US" altLang="en-US" b="1" dirty="0"/>
              <a:t>no punitive goal</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CISG disfavors “destruction of contracts”, and this is generally a measure of last resort – </a:t>
            </a:r>
            <a:r>
              <a:rPr lang="en-US" altLang="en-US" b="1" dirty="0"/>
              <a:t>why?</a:t>
            </a:r>
          </a:p>
        </p:txBody>
      </p:sp>
    </p:spTree>
    <p:extLst>
      <p:ext uri="{BB962C8B-B14F-4D97-AF65-F5344CB8AC3E}">
        <p14:creationId xmlns:p14="http://schemas.microsoft.com/office/powerpoint/2010/main" val="164008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When can you terminate the contract?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1569940"/>
            <a:ext cx="1037933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Option 1: when there is a </a:t>
            </a:r>
            <a:r>
              <a:rPr lang="en-US" altLang="en-US" b="1" u="sng" dirty="0"/>
              <a:t>fundamental breach</a:t>
            </a:r>
            <a:r>
              <a:rPr lang="en-US" altLang="en-US" b="1" dirty="0"/>
              <a:t> </a:t>
            </a:r>
            <a:r>
              <a:rPr lang="en-US" altLang="en-US" dirty="0"/>
              <a:t>by other party</a:t>
            </a:r>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r>
              <a:rPr lang="en-US" altLang="en-US" b="1" dirty="0"/>
              <a:t>Article 25</a:t>
            </a:r>
          </a:p>
          <a:p>
            <a:pPr marL="0" lvl="0" indent="0" eaLnBrk="0" fontAlgn="base" hangingPunct="0">
              <a:lnSpc>
                <a:spcPct val="100000"/>
              </a:lnSpc>
              <a:spcBef>
                <a:spcPct val="0"/>
              </a:spcBef>
              <a:spcAft>
                <a:spcPct val="0"/>
              </a:spcAft>
              <a:buNone/>
            </a:pPr>
            <a:r>
              <a:rPr lang="en-US" altLang="en-US" dirty="0"/>
              <a:t>A breach of contract committed by one of the parties is </a:t>
            </a:r>
            <a:r>
              <a:rPr lang="en-US" altLang="en-US" b="1" dirty="0"/>
              <a:t>fundamental</a:t>
            </a:r>
            <a:r>
              <a:rPr lang="en-US" altLang="en-US" dirty="0"/>
              <a:t> if it </a:t>
            </a:r>
            <a:r>
              <a:rPr lang="en-US" altLang="en-US" b="1" dirty="0"/>
              <a:t>results in such detriment</a:t>
            </a:r>
            <a:r>
              <a:rPr lang="en-US" altLang="en-US" dirty="0"/>
              <a:t> to the other party as </a:t>
            </a:r>
            <a:r>
              <a:rPr lang="en-US" altLang="en-US" b="1" dirty="0"/>
              <a:t>substantially to deprive him of what he is entitled to expect under the contract</a:t>
            </a:r>
            <a:r>
              <a:rPr lang="en-US" altLang="en-US" dirty="0"/>
              <a:t>, </a:t>
            </a:r>
            <a:r>
              <a:rPr lang="en-US" altLang="en-US" b="1" dirty="0"/>
              <a:t>unless</a:t>
            </a:r>
            <a:r>
              <a:rPr lang="en-US" altLang="en-US" dirty="0"/>
              <a:t> the party in breach </a:t>
            </a:r>
            <a:r>
              <a:rPr lang="en-US" altLang="en-US" b="1" dirty="0"/>
              <a:t>did not foresee </a:t>
            </a:r>
            <a:r>
              <a:rPr lang="en-US" altLang="en-US" b="1" u="sng" dirty="0"/>
              <a:t>and</a:t>
            </a:r>
            <a:r>
              <a:rPr lang="en-US" altLang="en-US" dirty="0"/>
              <a:t> a </a:t>
            </a:r>
            <a:r>
              <a:rPr lang="en-US" altLang="en-US" b="1" dirty="0"/>
              <a:t>reasonable person </a:t>
            </a:r>
            <a:r>
              <a:rPr lang="en-US" altLang="en-US" dirty="0"/>
              <a:t>of the same kind in the same circumstances </a:t>
            </a:r>
            <a:r>
              <a:rPr lang="en-US" altLang="en-US" b="1" dirty="0"/>
              <a:t>would not have foreseen such a result</a:t>
            </a:r>
            <a:r>
              <a:rPr lang="en-US" altLang="en-US" dirty="0"/>
              <a:t>.</a:t>
            </a:r>
          </a:p>
        </p:txBody>
      </p:sp>
    </p:spTree>
    <p:extLst>
      <p:ext uri="{BB962C8B-B14F-4D97-AF65-F5344CB8AC3E}">
        <p14:creationId xmlns:p14="http://schemas.microsoft.com/office/powerpoint/2010/main" val="26094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Fundamental breach</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1662276"/>
            <a:ext cx="1037933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altLang="en-US" sz="2400" dirty="0"/>
              <a:t>Very important concept, as it is practically required to terminate the agreement in some scenarios</a:t>
            </a:r>
          </a:p>
          <a:p>
            <a:pPr marL="0" lvl="0" indent="0" algn="just" eaLnBrk="0" fontAlgn="base" hangingPunct="0">
              <a:lnSpc>
                <a:spcPct val="100000"/>
              </a:lnSpc>
              <a:spcBef>
                <a:spcPct val="0"/>
              </a:spcBef>
              <a:spcAft>
                <a:spcPct val="0"/>
              </a:spcAft>
              <a:buNone/>
            </a:pPr>
            <a:endParaRPr lang="en-US" altLang="en-US" sz="2400" dirty="0"/>
          </a:p>
          <a:p>
            <a:pPr marL="0" lvl="0" indent="0" algn="just" eaLnBrk="0" fontAlgn="base" hangingPunct="0">
              <a:lnSpc>
                <a:spcPct val="100000"/>
              </a:lnSpc>
              <a:spcBef>
                <a:spcPct val="0"/>
              </a:spcBef>
              <a:spcAft>
                <a:spcPct val="0"/>
              </a:spcAft>
              <a:buNone/>
            </a:pPr>
            <a:r>
              <a:rPr lang="en-US" altLang="en-US" sz="2400" dirty="0"/>
              <a:t>Requires both a serious breach (substantially deprive of expectations) and foreseeability of consequences</a:t>
            </a:r>
          </a:p>
          <a:p>
            <a:pPr marL="0" lvl="0" indent="0" algn="just" eaLnBrk="0" fontAlgn="base" hangingPunct="0">
              <a:lnSpc>
                <a:spcPct val="100000"/>
              </a:lnSpc>
              <a:spcBef>
                <a:spcPct val="0"/>
              </a:spcBef>
              <a:spcAft>
                <a:spcPct val="0"/>
              </a:spcAft>
              <a:buNone/>
            </a:pPr>
            <a:endParaRPr lang="en-US" altLang="en-US" sz="2400" dirty="0"/>
          </a:p>
          <a:p>
            <a:pPr marL="0" lvl="0" indent="0" algn="just" eaLnBrk="0" fontAlgn="base" hangingPunct="0">
              <a:lnSpc>
                <a:spcPct val="100000"/>
              </a:lnSpc>
              <a:spcBef>
                <a:spcPct val="0"/>
              </a:spcBef>
              <a:spcAft>
                <a:spcPct val="0"/>
              </a:spcAft>
              <a:buNone/>
            </a:pPr>
            <a:r>
              <a:rPr lang="en-US" altLang="en-US" sz="2400" dirty="0"/>
              <a:t>Differently stated: to challenge termination of the agreement on grounds of fundamental breach, you would need to either prove that 1) the breach was not “serious”, </a:t>
            </a:r>
            <a:r>
              <a:rPr lang="en-US" altLang="en-US" sz="2400" b="1" dirty="0"/>
              <a:t>or</a:t>
            </a:r>
            <a:r>
              <a:rPr lang="en-US" altLang="en-US" sz="2400" dirty="0"/>
              <a:t> 2) neither you nor the reasonable person could have foreseen the consequences of breach</a:t>
            </a:r>
          </a:p>
        </p:txBody>
      </p:sp>
    </p:spTree>
    <p:extLst>
      <p:ext uri="{BB962C8B-B14F-4D97-AF65-F5344CB8AC3E}">
        <p14:creationId xmlns:p14="http://schemas.microsoft.com/office/powerpoint/2010/main" val="398989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8448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70214" y="2815986"/>
            <a:ext cx="10515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nb-NO" altLang="en-US" dirty="0"/>
              <a:t>Intel </a:t>
            </a:r>
            <a:r>
              <a:rPr lang="nb-NO" altLang="en-US" dirty="0" err="1"/>
              <a:t>ships</a:t>
            </a:r>
            <a:r>
              <a:rPr lang="nb-NO" altLang="en-US" dirty="0"/>
              <a:t> chips to Microsoft. The </a:t>
            </a:r>
            <a:r>
              <a:rPr lang="nb-NO" altLang="en-US" dirty="0" err="1"/>
              <a:t>agreed</a:t>
            </a:r>
            <a:r>
              <a:rPr lang="nb-NO" altLang="en-US" dirty="0"/>
              <a:t> date of </a:t>
            </a:r>
            <a:r>
              <a:rPr lang="nb-NO" altLang="en-US" dirty="0" err="1"/>
              <a:t>delivery</a:t>
            </a:r>
            <a:r>
              <a:rPr lang="nb-NO" altLang="en-US" dirty="0"/>
              <a:t> is 15th of May. Chips </a:t>
            </a:r>
            <a:r>
              <a:rPr lang="nb-NO" altLang="en-US" dirty="0" err="1"/>
              <a:t>arrive</a:t>
            </a:r>
            <a:r>
              <a:rPr lang="nb-NO" altLang="en-US" dirty="0"/>
              <a:t> </a:t>
            </a:r>
            <a:r>
              <a:rPr lang="nb-NO" altLang="en-US" dirty="0" err="1"/>
              <a:t>on</a:t>
            </a:r>
            <a:r>
              <a:rPr lang="nb-NO" altLang="en-US" dirty="0"/>
              <a:t> 16th of May.</a:t>
            </a:r>
          </a:p>
          <a:p>
            <a:pPr marL="0" lvl="0" indent="0" eaLnBrk="0" fontAlgn="base" hangingPunct="0">
              <a:lnSpc>
                <a:spcPct val="100000"/>
              </a:lnSpc>
              <a:spcBef>
                <a:spcPct val="0"/>
              </a:spcBef>
              <a:spcAft>
                <a:spcPct val="0"/>
              </a:spcAft>
              <a:buNone/>
            </a:pPr>
            <a:br>
              <a:rPr lang="nb-NO" altLang="en-US" b="1" dirty="0"/>
            </a:br>
            <a:r>
              <a:rPr lang="nb-NO" altLang="en-US" b="1" dirty="0"/>
              <a:t>Fundamental </a:t>
            </a:r>
            <a:r>
              <a:rPr lang="nb-NO" altLang="en-US" b="1" dirty="0" err="1"/>
              <a:t>breach</a:t>
            </a:r>
            <a:r>
              <a:rPr lang="nb-NO" altLang="en-US" b="1" dirty="0"/>
              <a:t>?</a:t>
            </a:r>
            <a:endParaRPr lang="en-US" altLang="en-US" b="1" dirty="0"/>
          </a:p>
        </p:txBody>
      </p:sp>
    </p:spTree>
    <p:extLst>
      <p:ext uri="{BB962C8B-B14F-4D97-AF65-F5344CB8AC3E}">
        <p14:creationId xmlns:p14="http://schemas.microsoft.com/office/powerpoint/2010/main" val="2867453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8448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70214" y="2600543"/>
            <a:ext cx="10515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nb-NO" altLang="en-US" dirty="0"/>
              <a:t>Intel </a:t>
            </a:r>
            <a:r>
              <a:rPr lang="nb-NO" altLang="en-US" dirty="0" err="1"/>
              <a:t>ships</a:t>
            </a:r>
            <a:r>
              <a:rPr lang="nb-NO" altLang="en-US" dirty="0"/>
              <a:t> chips to Microsoft. The </a:t>
            </a:r>
            <a:r>
              <a:rPr lang="nb-NO" altLang="en-US" dirty="0" err="1"/>
              <a:t>agreed</a:t>
            </a:r>
            <a:r>
              <a:rPr lang="nb-NO" altLang="en-US" dirty="0"/>
              <a:t> date of </a:t>
            </a:r>
            <a:r>
              <a:rPr lang="nb-NO" altLang="en-US" dirty="0" err="1"/>
              <a:t>delivery</a:t>
            </a:r>
            <a:r>
              <a:rPr lang="nb-NO" altLang="en-US" dirty="0"/>
              <a:t> is 15th of May. Chips </a:t>
            </a:r>
            <a:r>
              <a:rPr lang="nb-NO" altLang="en-US" dirty="0" err="1"/>
              <a:t>arrive</a:t>
            </a:r>
            <a:r>
              <a:rPr lang="nb-NO" altLang="en-US" dirty="0"/>
              <a:t> </a:t>
            </a:r>
            <a:r>
              <a:rPr lang="nb-NO" altLang="en-US" dirty="0" err="1"/>
              <a:t>on</a:t>
            </a:r>
            <a:r>
              <a:rPr lang="nb-NO" altLang="en-US" dirty="0"/>
              <a:t> 16th of May, </a:t>
            </a:r>
            <a:r>
              <a:rPr lang="nb-NO" altLang="en-US" dirty="0" err="1"/>
              <a:t>causing</a:t>
            </a:r>
            <a:r>
              <a:rPr lang="nb-NO" altLang="en-US" dirty="0"/>
              <a:t> Microsoft to miss </a:t>
            </a:r>
            <a:r>
              <a:rPr lang="nb-NO" altLang="en-US" dirty="0" err="1"/>
              <a:t>production</a:t>
            </a:r>
            <a:r>
              <a:rPr lang="nb-NO" altLang="en-US" dirty="0"/>
              <a:t> target </a:t>
            </a:r>
            <a:r>
              <a:rPr lang="nb-NO" altLang="en-US" dirty="0" err="1"/>
              <a:t>schedule</a:t>
            </a:r>
            <a:r>
              <a:rPr lang="nb-NO" altLang="en-US" dirty="0"/>
              <a:t>, losing 1 million USD in </a:t>
            </a:r>
            <a:r>
              <a:rPr lang="nb-NO" altLang="en-US" dirty="0" err="1"/>
              <a:t>profit</a:t>
            </a:r>
            <a:r>
              <a:rPr lang="nb-NO" altLang="en-US" dirty="0"/>
              <a:t>.</a:t>
            </a:r>
          </a:p>
          <a:p>
            <a:pPr marL="0" lvl="0" indent="0" eaLnBrk="0" fontAlgn="base" hangingPunct="0">
              <a:lnSpc>
                <a:spcPct val="100000"/>
              </a:lnSpc>
              <a:spcBef>
                <a:spcPct val="0"/>
              </a:spcBef>
              <a:spcAft>
                <a:spcPct val="0"/>
              </a:spcAft>
              <a:buNone/>
            </a:pPr>
            <a:br>
              <a:rPr lang="nb-NO" altLang="en-US" b="1" dirty="0"/>
            </a:br>
            <a:r>
              <a:rPr lang="nb-NO" altLang="en-US" b="1" dirty="0"/>
              <a:t>Fundamental </a:t>
            </a:r>
            <a:r>
              <a:rPr lang="nb-NO" altLang="en-US" b="1" dirty="0" err="1"/>
              <a:t>breach</a:t>
            </a:r>
            <a:r>
              <a:rPr lang="nb-NO" altLang="en-US" b="1" dirty="0"/>
              <a:t>?</a:t>
            </a:r>
            <a:endParaRPr lang="en-US" altLang="en-US" b="1" dirty="0"/>
          </a:p>
        </p:txBody>
      </p:sp>
    </p:spTree>
    <p:extLst>
      <p:ext uri="{BB962C8B-B14F-4D97-AF65-F5344CB8AC3E}">
        <p14:creationId xmlns:p14="http://schemas.microsoft.com/office/powerpoint/2010/main" val="14866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23409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62193" y="1629195"/>
            <a:ext cx="105156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nb-NO" altLang="en-US" dirty="0"/>
              <a:t>Intel </a:t>
            </a:r>
            <a:r>
              <a:rPr lang="nb-NO" altLang="en-US" dirty="0" err="1"/>
              <a:t>ships</a:t>
            </a:r>
            <a:r>
              <a:rPr lang="nb-NO" altLang="en-US" dirty="0"/>
              <a:t> chips to Microsoft. The </a:t>
            </a:r>
            <a:r>
              <a:rPr lang="nb-NO" altLang="en-US" dirty="0" err="1"/>
              <a:t>agreed</a:t>
            </a:r>
            <a:r>
              <a:rPr lang="nb-NO" altLang="en-US" dirty="0"/>
              <a:t> date of </a:t>
            </a:r>
            <a:r>
              <a:rPr lang="nb-NO" altLang="en-US" dirty="0" err="1"/>
              <a:t>delivery</a:t>
            </a:r>
            <a:r>
              <a:rPr lang="nb-NO" altLang="en-US" dirty="0"/>
              <a:t> is 15th of May. Chips </a:t>
            </a:r>
            <a:r>
              <a:rPr lang="nb-NO" altLang="en-US" dirty="0" err="1"/>
              <a:t>arrive</a:t>
            </a:r>
            <a:r>
              <a:rPr lang="nb-NO" altLang="en-US" dirty="0"/>
              <a:t> </a:t>
            </a:r>
            <a:r>
              <a:rPr lang="nb-NO" altLang="en-US" dirty="0" err="1"/>
              <a:t>on</a:t>
            </a:r>
            <a:r>
              <a:rPr lang="nb-NO" altLang="en-US" dirty="0"/>
              <a:t> 16th of May, </a:t>
            </a:r>
            <a:r>
              <a:rPr lang="nb-NO" altLang="en-US" dirty="0" err="1"/>
              <a:t>causing</a:t>
            </a:r>
            <a:r>
              <a:rPr lang="nb-NO" altLang="en-US" dirty="0"/>
              <a:t> Microsoft to miss </a:t>
            </a:r>
            <a:r>
              <a:rPr lang="nb-NO" altLang="en-US" dirty="0" err="1"/>
              <a:t>production</a:t>
            </a:r>
            <a:r>
              <a:rPr lang="nb-NO" altLang="en-US" dirty="0"/>
              <a:t> target </a:t>
            </a:r>
            <a:r>
              <a:rPr lang="nb-NO" altLang="en-US" dirty="0" err="1"/>
              <a:t>schedule</a:t>
            </a:r>
            <a:r>
              <a:rPr lang="nb-NO" altLang="en-US" dirty="0"/>
              <a:t>, losing 1 million USD in </a:t>
            </a:r>
            <a:r>
              <a:rPr lang="nb-NO" altLang="en-US" dirty="0" err="1"/>
              <a:t>profit</a:t>
            </a:r>
            <a:r>
              <a:rPr lang="nb-NO" altLang="en-US" dirty="0"/>
              <a:t>. </a:t>
            </a:r>
          </a:p>
          <a:p>
            <a:pPr marL="0" indent="0" eaLnBrk="0" fontAlgn="base" hangingPunct="0">
              <a:lnSpc>
                <a:spcPct val="100000"/>
              </a:lnSpc>
              <a:spcBef>
                <a:spcPct val="0"/>
              </a:spcBef>
              <a:spcAft>
                <a:spcPct val="0"/>
              </a:spcAft>
              <a:buNone/>
            </a:pPr>
            <a:r>
              <a:rPr lang="nb-NO" altLang="en-US" dirty="0" err="1"/>
              <a:t>Contract</a:t>
            </a:r>
            <a:r>
              <a:rPr lang="nb-NO" altLang="en-US" dirty="0"/>
              <a:t>: </a:t>
            </a:r>
            <a:r>
              <a:rPr lang="en-US" altLang="en-US" i="1" dirty="0"/>
              <a:t>“Date of delivery is of paramount importance to Microsoft, and any lack to deliver on specified date will constitute a fundamental breach.”</a:t>
            </a:r>
            <a:endParaRPr lang="nb-NO" altLang="en-US" i="1" dirty="0"/>
          </a:p>
          <a:p>
            <a:pPr marL="0" lvl="0" indent="0" eaLnBrk="0" fontAlgn="base" hangingPunct="0">
              <a:lnSpc>
                <a:spcPct val="100000"/>
              </a:lnSpc>
              <a:spcBef>
                <a:spcPct val="0"/>
              </a:spcBef>
              <a:spcAft>
                <a:spcPct val="0"/>
              </a:spcAft>
              <a:buNone/>
            </a:pPr>
            <a:br>
              <a:rPr lang="nb-NO" altLang="en-US" b="1" dirty="0"/>
            </a:br>
            <a:r>
              <a:rPr lang="nb-NO" altLang="en-US" b="1" dirty="0"/>
              <a:t>Fundamental </a:t>
            </a:r>
            <a:r>
              <a:rPr lang="nb-NO" altLang="en-US" b="1" dirty="0" err="1"/>
              <a:t>breach</a:t>
            </a:r>
            <a:r>
              <a:rPr lang="nb-NO" altLang="en-US" b="1" dirty="0"/>
              <a:t>? </a:t>
            </a:r>
            <a:r>
              <a:rPr lang="nb-NO" altLang="en-US" b="1" dirty="0" err="1"/>
              <a:t>What</a:t>
            </a:r>
            <a:r>
              <a:rPr lang="nb-NO" altLang="en-US" b="1" dirty="0"/>
              <a:t> </a:t>
            </a:r>
            <a:r>
              <a:rPr lang="nb-NO" altLang="en-US" b="1" dirty="0" err="1"/>
              <a:t>if</a:t>
            </a:r>
            <a:r>
              <a:rPr lang="nb-NO" altLang="en-US" b="1" dirty="0"/>
              <a:t> </a:t>
            </a:r>
            <a:r>
              <a:rPr lang="nb-NO" altLang="en-US" b="1" dirty="0" err="1"/>
              <a:t>the</a:t>
            </a:r>
            <a:r>
              <a:rPr lang="nb-NO" altLang="en-US" b="1" dirty="0"/>
              <a:t> </a:t>
            </a:r>
            <a:r>
              <a:rPr lang="nb-NO" altLang="en-US" b="1" dirty="0" err="1"/>
              <a:t>contract</a:t>
            </a:r>
            <a:r>
              <a:rPr lang="nb-NO" altLang="en-US" b="1" dirty="0"/>
              <a:t> </a:t>
            </a:r>
            <a:r>
              <a:rPr lang="nb-NO" altLang="en-US" b="1" dirty="0" err="1"/>
              <a:t>were</a:t>
            </a:r>
            <a:r>
              <a:rPr lang="nb-NO" altLang="en-US" b="1" dirty="0"/>
              <a:t> silent, </a:t>
            </a:r>
            <a:r>
              <a:rPr lang="nb-NO" altLang="en-US" b="1" dirty="0" err="1"/>
              <a:t>but</a:t>
            </a:r>
            <a:r>
              <a:rPr lang="nb-NO" altLang="en-US" b="1" dirty="0"/>
              <a:t> </a:t>
            </a:r>
            <a:r>
              <a:rPr lang="nb-NO" altLang="en-US" b="1" dirty="0" err="1"/>
              <a:t>this</a:t>
            </a:r>
            <a:r>
              <a:rPr lang="nb-NO" altLang="en-US" b="1" dirty="0"/>
              <a:t> </a:t>
            </a:r>
            <a:r>
              <a:rPr lang="nb-NO" altLang="en-US" b="1" dirty="0" err="1"/>
              <a:t>was</a:t>
            </a:r>
            <a:r>
              <a:rPr lang="nb-NO" altLang="en-US" b="1" dirty="0"/>
              <a:t> </a:t>
            </a:r>
            <a:r>
              <a:rPr lang="nb-NO" altLang="en-US" b="1" dirty="0" err="1"/>
              <a:t>said</a:t>
            </a:r>
            <a:r>
              <a:rPr lang="nb-NO" altLang="en-US" b="1" dirty="0"/>
              <a:t> during </a:t>
            </a:r>
            <a:r>
              <a:rPr lang="nb-NO" altLang="en-US" b="1" dirty="0" err="1"/>
              <a:t>negotiations</a:t>
            </a:r>
            <a:r>
              <a:rPr lang="nb-NO" altLang="en-US" b="1" dirty="0"/>
              <a:t>?</a:t>
            </a:r>
            <a:endParaRPr lang="en-US" altLang="en-US" b="1" dirty="0"/>
          </a:p>
        </p:txBody>
      </p:sp>
    </p:spTree>
    <p:extLst>
      <p:ext uri="{BB962C8B-B14F-4D97-AF65-F5344CB8AC3E}">
        <p14:creationId xmlns:p14="http://schemas.microsoft.com/office/powerpoint/2010/main" val="378485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When can you terminate the contract?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2431716"/>
            <a:ext cx="1037933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Option 1: when there is a </a:t>
            </a:r>
            <a:r>
              <a:rPr lang="en-US" altLang="en-US" b="1" u="sng" dirty="0"/>
              <a:t>fundamental breach</a:t>
            </a:r>
            <a:r>
              <a:rPr lang="en-US" altLang="en-US" b="1" dirty="0"/>
              <a:t> </a:t>
            </a:r>
            <a:r>
              <a:rPr lang="en-US" altLang="en-US" dirty="0"/>
              <a:t>by other party</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Option 2: if the party did not </a:t>
            </a:r>
            <a:r>
              <a:rPr lang="en-US" altLang="en-US" b="1" dirty="0"/>
              <a:t>deliver the goods </a:t>
            </a:r>
            <a:r>
              <a:rPr lang="en-US" altLang="en-US" dirty="0"/>
              <a:t>or </a:t>
            </a:r>
            <a:r>
              <a:rPr lang="en-US" altLang="en-US" b="1" dirty="0"/>
              <a:t>pay the price/take over the goods</a:t>
            </a:r>
            <a:r>
              <a:rPr lang="en-US" altLang="en-US" dirty="0"/>
              <a:t>, you gave them an </a:t>
            </a:r>
            <a:r>
              <a:rPr lang="en-US" altLang="en-US" b="1" u="sng" dirty="0"/>
              <a:t>additional period of time</a:t>
            </a:r>
            <a:r>
              <a:rPr lang="en-US" altLang="en-US" b="1" dirty="0"/>
              <a:t> </a:t>
            </a:r>
            <a:r>
              <a:rPr lang="en-US" altLang="en-US" dirty="0"/>
              <a:t>to do so, and they failed to perform</a:t>
            </a:r>
            <a:r>
              <a:rPr lang="en-US" altLang="en-US" b="1" dirty="0"/>
              <a:t> </a:t>
            </a:r>
            <a:r>
              <a:rPr lang="en-US" altLang="en-US" dirty="0"/>
              <a:t>(Art. 49(1)(b)/64(1)(b))</a:t>
            </a:r>
          </a:p>
        </p:txBody>
      </p:sp>
    </p:spTree>
    <p:extLst>
      <p:ext uri="{BB962C8B-B14F-4D97-AF65-F5344CB8AC3E}">
        <p14:creationId xmlns:p14="http://schemas.microsoft.com/office/powerpoint/2010/main" val="309200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23409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62193" y="2275528"/>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dirty="0"/>
              <a:t>Intel sells chips to Microsoft. The contract stipulates that the goods will be delivered by March 15</a:t>
            </a:r>
            <a:r>
              <a:rPr lang="en-US" altLang="en-US" baseline="30000" dirty="0"/>
              <a:t>th</a:t>
            </a:r>
            <a:r>
              <a:rPr lang="en-US" altLang="en-US" dirty="0"/>
              <a:t>. Intel fails to deliver the chips on this date.</a:t>
            </a:r>
          </a:p>
          <a:p>
            <a:pPr marL="0" indent="0" eaLnBrk="0" fontAlgn="base" hangingPunct="0">
              <a:lnSpc>
                <a:spcPct val="100000"/>
              </a:lnSpc>
              <a:spcBef>
                <a:spcPct val="0"/>
              </a:spcBef>
              <a:spcAft>
                <a:spcPct val="0"/>
              </a:spcAft>
              <a:buNone/>
            </a:pPr>
            <a:r>
              <a:rPr lang="en-US" altLang="en-US" dirty="0"/>
              <a:t>Microsoft gives Intel two more months to deliver the missing chips. Intel does not comply, saying they will deliver in September.</a:t>
            </a:r>
          </a:p>
          <a:p>
            <a:pPr marL="0" indent="0" eaLnBrk="0" fontAlgn="base" hangingPunct="0">
              <a:lnSpc>
                <a:spcPct val="100000"/>
              </a:lnSpc>
              <a:spcBef>
                <a:spcPct val="0"/>
              </a:spcBef>
              <a:spcAft>
                <a:spcPct val="0"/>
              </a:spcAft>
              <a:buNone/>
            </a:pPr>
            <a:br>
              <a:rPr lang="en-US" altLang="en-US" dirty="0"/>
            </a:br>
            <a:r>
              <a:rPr lang="en-US" altLang="en-US" b="1" dirty="0"/>
              <a:t>Can Microsoft terminate/avoid the contract?</a:t>
            </a:r>
          </a:p>
        </p:txBody>
      </p:sp>
    </p:spTree>
    <p:extLst>
      <p:ext uri="{BB962C8B-B14F-4D97-AF65-F5344CB8AC3E}">
        <p14:creationId xmlns:p14="http://schemas.microsoft.com/office/powerpoint/2010/main" val="202203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When can you terminate the contract?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1785387"/>
            <a:ext cx="1037933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Option 1: when there is a </a:t>
            </a:r>
            <a:r>
              <a:rPr lang="en-US" altLang="en-US" b="1" u="sng" dirty="0"/>
              <a:t>fundamental breach</a:t>
            </a:r>
            <a:r>
              <a:rPr lang="en-US" altLang="en-US" b="1" dirty="0"/>
              <a:t> </a:t>
            </a:r>
            <a:r>
              <a:rPr lang="en-US" altLang="en-US" dirty="0"/>
              <a:t>by other party</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Option 2: if the party did not </a:t>
            </a:r>
            <a:r>
              <a:rPr lang="en-US" altLang="en-US" b="1" dirty="0"/>
              <a:t>deliver the goods </a:t>
            </a:r>
            <a:r>
              <a:rPr lang="en-US" altLang="en-US" dirty="0"/>
              <a:t>or </a:t>
            </a:r>
            <a:r>
              <a:rPr lang="en-US" altLang="en-US" b="1" dirty="0"/>
              <a:t>pay the price/take over the goods</a:t>
            </a:r>
            <a:r>
              <a:rPr lang="en-US" altLang="en-US" dirty="0"/>
              <a:t>, you gave them an </a:t>
            </a:r>
            <a:r>
              <a:rPr lang="en-US" altLang="en-US" b="1" u="sng" dirty="0"/>
              <a:t>additional period of time</a:t>
            </a:r>
            <a:r>
              <a:rPr lang="en-US" altLang="en-US" b="1" dirty="0"/>
              <a:t> </a:t>
            </a:r>
            <a:r>
              <a:rPr lang="en-US" altLang="en-US" dirty="0"/>
              <a:t>to do so, and they failed to perform</a:t>
            </a:r>
            <a:r>
              <a:rPr lang="en-US" altLang="en-US" b="1" dirty="0"/>
              <a:t> </a:t>
            </a:r>
            <a:r>
              <a:rPr lang="en-US" altLang="en-US" dirty="0"/>
              <a:t>(Art. 49(1)(b)/64(1)(b))</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Option 3: it becomes clear the other party </a:t>
            </a:r>
            <a:r>
              <a:rPr lang="en-US" altLang="en-US" b="1" dirty="0"/>
              <a:t>will</a:t>
            </a:r>
            <a:r>
              <a:rPr lang="en-US" altLang="en-US" dirty="0"/>
              <a:t> </a:t>
            </a:r>
            <a:r>
              <a:rPr lang="en-US" altLang="en-US" b="1" dirty="0" err="1"/>
              <a:t>fundamentaly</a:t>
            </a:r>
            <a:r>
              <a:rPr lang="en-US" altLang="en-US" b="1" dirty="0"/>
              <a:t> breach </a:t>
            </a:r>
            <a:r>
              <a:rPr lang="en-US" altLang="en-US" dirty="0"/>
              <a:t>the contract in </a:t>
            </a:r>
            <a:r>
              <a:rPr lang="en-US" altLang="en-US" b="1" u="sng" dirty="0"/>
              <a:t>the future </a:t>
            </a:r>
            <a:r>
              <a:rPr lang="en-US" altLang="en-US" dirty="0"/>
              <a:t>(anticipatory breach, Art. 72)</a:t>
            </a:r>
          </a:p>
        </p:txBody>
      </p:sp>
    </p:spTree>
    <p:extLst>
      <p:ext uri="{BB962C8B-B14F-4D97-AF65-F5344CB8AC3E}">
        <p14:creationId xmlns:p14="http://schemas.microsoft.com/office/powerpoint/2010/main" val="98341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599"/>
            <a:ext cx="10515600" cy="1325563"/>
          </a:xfrm>
        </p:spPr>
        <p:txBody>
          <a:bodyPr/>
          <a:lstStyle/>
          <a:p>
            <a:r>
              <a:rPr lang="en-US" dirty="0"/>
              <a:t>CISG: Anticipatory breach</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11085" y="1330491"/>
            <a:ext cx="10515600" cy="401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altLang="en-US" b="1" dirty="0"/>
              <a:t>Article 72</a:t>
            </a:r>
          </a:p>
          <a:p>
            <a:pPr marL="0" indent="0">
              <a:buNone/>
            </a:pPr>
            <a:r>
              <a:rPr lang="en-US" dirty="0"/>
              <a:t>(1) If </a:t>
            </a:r>
            <a:r>
              <a:rPr lang="en-US" b="1" dirty="0"/>
              <a:t>prior to the date for performance </a:t>
            </a:r>
            <a:r>
              <a:rPr lang="en-US" dirty="0"/>
              <a:t>of the contract it </a:t>
            </a:r>
            <a:r>
              <a:rPr lang="en-US" b="1" dirty="0"/>
              <a:t>is clear </a:t>
            </a:r>
            <a:r>
              <a:rPr lang="en-US" dirty="0"/>
              <a:t>that one of the parties will commit a </a:t>
            </a:r>
            <a:r>
              <a:rPr lang="en-US" b="1" dirty="0"/>
              <a:t>fundamental breach of contract</a:t>
            </a:r>
            <a:r>
              <a:rPr lang="en-US" dirty="0"/>
              <a:t>, the other party may </a:t>
            </a:r>
            <a:r>
              <a:rPr lang="en-US" b="1" dirty="0"/>
              <a:t>declare the contract avoided</a:t>
            </a:r>
            <a:r>
              <a:rPr lang="en-US" dirty="0"/>
              <a:t>.</a:t>
            </a:r>
          </a:p>
          <a:p>
            <a:pPr marL="0" indent="0">
              <a:buNone/>
            </a:pPr>
            <a:r>
              <a:rPr lang="en-US" dirty="0"/>
              <a:t>(2) If time allows, the party intending to declare the contract avoided </a:t>
            </a:r>
            <a:r>
              <a:rPr lang="en-US" b="1" dirty="0"/>
              <a:t>must give reasonable notice</a:t>
            </a:r>
            <a:r>
              <a:rPr lang="en-US" dirty="0"/>
              <a:t> to the other party in order to permit him to provide </a:t>
            </a:r>
            <a:r>
              <a:rPr lang="en-US" b="1" dirty="0"/>
              <a:t>adequate assurance </a:t>
            </a:r>
            <a:r>
              <a:rPr lang="en-US" dirty="0"/>
              <a:t>of his performance.</a:t>
            </a:r>
          </a:p>
          <a:p>
            <a:pPr marL="0" indent="0">
              <a:buNone/>
            </a:pPr>
            <a:r>
              <a:rPr lang="en-US" dirty="0"/>
              <a:t>(3) The requirements of the preceding paragraph </a:t>
            </a:r>
            <a:r>
              <a:rPr lang="en-US" b="1" dirty="0"/>
              <a:t>do not apply </a:t>
            </a:r>
            <a:r>
              <a:rPr lang="en-US" dirty="0"/>
              <a:t>if the other party has declared that </a:t>
            </a:r>
            <a:r>
              <a:rPr lang="en-US" b="1" dirty="0"/>
              <a:t>he will not perform his obligations</a:t>
            </a:r>
            <a:r>
              <a:rPr lang="en-US" dirty="0"/>
              <a:t>.</a:t>
            </a:r>
          </a:p>
        </p:txBody>
      </p:sp>
    </p:spTree>
    <p:extLst>
      <p:ext uri="{BB962C8B-B14F-4D97-AF65-F5344CB8AC3E}">
        <p14:creationId xmlns:p14="http://schemas.microsoft.com/office/powerpoint/2010/main" val="2105907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23409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62193" y="1844642"/>
            <a:ext cx="10515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dirty="0"/>
              <a:t>Intel is selling chips to Microsoft. A delivery of 1000 chips has been promised for December 1</a:t>
            </a:r>
            <a:r>
              <a:rPr lang="en-US" altLang="en-US" baseline="30000" dirty="0"/>
              <a:t>st</a:t>
            </a:r>
            <a:r>
              <a:rPr lang="en-US" altLang="en-US" dirty="0"/>
              <a:t>.</a:t>
            </a:r>
          </a:p>
          <a:p>
            <a:pPr marL="0" indent="0" eaLnBrk="0" fontAlgn="base" hangingPunct="0">
              <a:lnSpc>
                <a:spcPct val="100000"/>
              </a:lnSpc>
              <a:spcBef>
                <a:spcPct val="0"/>
              </a:spcBef>
              <a:spcAft>
                <a:spcPct val="0"/>
              </a:spcAft>
              <a:buNone/>
            </a:pPr>
            <a:r>
              <a:rPr lang="en-US" altLang="en-US" dirty="0"/>
              <a:t>In March, Intel globally announces that it will be phasing its hardware division out. In June, they canceled orders from several big companies. In August, they announced to investors that the chips are out of stock and no new ones are being produced.</a:t>
            </a:r>
          </a:p>
          <a:p>
            <a:pPr marL="0" indent="0" eaLnBrk="0" fontAlgn="base" hangingPunct="0">
              <a:lnSpc>
                <a:spcPct val="100000"/>
              </a:lnSpc>
              <a:spcBef>
                <a:spcPct val="0"/>
              </a:spcBef>
              <a:spcAft>
                <a:spcPct val="0"/>
              </a:spcAft>
              <a:buNone/>
            </a:pPr>
            <a:r>
              <a:rPr lang="en-US" altLang="en-US" dirty="0"/>
              <a:t>It’s September, and Microsoft’s payment is due under the contract.</a:t>
            </a:r>
          </a:p>
          <a:p>
            <a:pPr marL="0" indent="0" eaLnBrk="0" fontAlgn="base" hangingPunct="0">
              <a:lnSpc>
                <a:spcPct val="100000"/>
              </a:lnSpc>
              <a:spcBef>
                <a:spcPct val="0"/>
              </a:spcBef>
              <a:spcAft>
                <a:spcPct val="0"/>
              </a:spcAft>
              <a:buNone/>
            </a:pPr>
            <a:r>
              <a:rPr lang="en-US" altLang="en-US" b="1" dirty="0"/>
              <a:t>What should they do?</a:t>
            </a:r>
          </a:p>
        </p:txBody>
      </p:sp>
    </p:spTree>
    <p:extLst>
      <p:ext uri="{BB962C8B-B14F-4D97-AF65-F5344CB8AC3E}">
        <p14:creationId xmlns:p14="http://schemas.microsoft.com/office/powerpoint/2010/main" val="269169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23409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62193" y="2490974"/>
            <a:ext cx="10515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dirty="0"/>
              <a:t>A Norwegian buyer orders bananas from the US seller. Contract is for 1000 tons of bananas. Contract also calls for banana samples to be sent prior to the first delivery.</a:t>
            </a:r>
          </a:p>
          <a:p>
            <a:pPr marL="0" indent="0" eaLnBrk="0" fontAlgn="base" hangingPunct="0">
              <a:lnSpc>
                <a:spcPct val="100000"/>
              </a:lnSpc>
              <a:spcBef>
                <a:spcPct val="0"/>
              </a:spcBef>
              <a:spcAft>
                <a:spcPct val="0"/>
              </a:spcAft>
              <a:buNone/>
            </a:pPr>
            <a:r>
              <a:rPr lang="en-US" altLang="en-US" dirty="0"/>
              <a:t>Sample bananas are nowhere near the quality the contract requires.</a:t>
            </a:r>
          </a:p>
          <a:p>
            <a:pPr marL="0" indent="0" eaLnBrk="0" fontAlgn="base" hangingPunct="0">
              <a:lnSpc>
                <a:spcPct val="100000"/>
              </a:lnSpc>
              <a:spcBef>
                <a:spcPct val="0"/>
              </a:spcBef>
              <a:spcAft>
                <a:spcPct val="0"/>
              </a:spcAft>
              <a:buNone/>
            </a:pPr>
            <a:r>
              <a:rPr lang="en-US" altLang="en-US" b="1" dirty="0"/>
              <a:t>What should the buyer do?</a:t>
            </a:r>
          </a:p>
        </p:txBody>
      </p:sp>
    </p:spTree>
    <p:extLst>
      <p:ext uri="{BB962C8B-B14F-4D97-AF65-F5344CB8AC3E}">
        <p14:creationId xmlns:p14="http://schemas.microsoft.com/office/powerpoint/2010/main" val="313634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Remedies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2862601"/>
            <a:ext cx="1037933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00000"/>
              </a:lnSpc>
              <a:spcBef>
                <a:spcPct val="0"/>
              </a:spcBef>
              <a:spcAft>
                <a:spcPct val="0"/>
              </a:spcAft>
              <a:buAutoNum type="arabicPeriod"/>
            </a:pPr>
            <a:r>
              <a:rPr lang="en-US" altLang="en-US" dirty="0"/>
              <a:t>Termination (avoidance)</a:t>
            </a:r>
          </a:p>
          <a:p>
            <a:pPr marL="514350" lvl="0" indent="-514350" eaLnBrk="0" fontAlgn="base" hangingPunct="0">
              <a:lnSpc>
                <a:spcPct val="100000"/>
              </a:lnSpc>
              <a:spcBef>
                <a:spcPct val="0"/>
              </a:spcBef>
              <a:spcAft>
                <a:spcPct val="0"/>
              </a:spcAft>
              <a:buAutoNum type="arabicPeriod"/>
            </a:pPr>
            <a:r>
              <a:rPr lang="en-US" altLang="en-US" dirty="0"/>
              <a:t>Fixing additional period of time (“cure”) – Art. 47/63</a:t>
            </a:r>
          </a:p>
          <a:p>
            <a:pPr marL="514350" lvl="0" indent="-514350" eaLnBrk="0" fontAlgn="base" hangingPunct="0">
              <a:lnSpc>
                <a:spcPct val="100000"/>
              </a:lnSpc>
              <a:spcBef>
                <a:spcPct val="0"/>
              </a:spcBef>
              <a:spcAft>
                <a:spcPct val="0"/>
              </a:spcAft>
              <a:buAutoNum type="arabicPeriod"/>
            </a:pPr>
            <a:r>
              <a:rPr lang="en-US" altLang="en-US" dirty="0"/>
              <a:t>Request specific performance</a:t>
            </a:r>
          </a:p>
        </p:txBody>
      </p:sp>
    </p:spTree>
    <p:extLst>
      <p:ext uri="{BB962C8B-B14F-4D97-AF65-F5344CB8AC3E}">
        <p14:creationId xmlns:p14="http://schemas.microsoft.com/office/powerpoint/2010/main" val="67515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Specific performance</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923614" y="5717611"/>
            <a:ext cx="24877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922174" y="5684172"/>
            <a:ext cx="315654"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87613" y="5717611"/>
            <a:ext cx="248776"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9005680" y="5703678"/>
            <a:ext cx="276641"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1115308" y="5781307"/>
            <a:ext cx="121384"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833896" y="5659894"/>
            <a:ext cx="364210"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5169975"/>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07575" y="1753764"/>
            <a:ext cx="1057888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dirty="0"/>
              <a:t>The court will instruct a party to perform (or not perform) a specific action, as opposed to simply awarding damages</a:t>
            </a:r>
          </a:p>
          <a:p>
            <a:pPr marL="0" lvl="0" indent="0" eaLnBrk="0" fontAlgn="base" hangingPunct="0">
              <a:lnSpc>
                <a:spcPct val="100000"/>
              </a:lnSpc>
              <a:spcBef>
                <a:spcPct val="0"/>
              </a:spcBef>
              <a:spcAft>
                <a:spcPct val="0"/>
              </a:spcAft>
              <a:buNone/>
            </a:pPr>
            <a:endParaRPr lang="en-US" altLang="en-US" sz="2400" dirty="0"/>
          </a:p>
          <a:p>
            <a:pPr marL="0" lvl="0" indent="0" eaLnBrk="0" fontAlgn="base" hangingPunct="0">
              <a:lnSpc>
                <a:spcPct val="100000"/>
              </a:lnSpc>
              <a:spcBef>
                <a:spcPct val="0"/>
              </a:spcBef>
              <a:spcAft>
                <a:spcPct val="0"/>
              </a:spcAft>
              <a:buNone/>
            </a:pPr>
            <a:r>
              <a:rPr lang="en-US" altLang="en-US" sz="2400" dirty="0"/>
              <a:t>For example, the court may instruct a seller to actually send the goods over, or transfer the property rights</a:t>
            </a:r>
          </a:p>
          <a:p>
            <a:pPr marL="0" lvl="0" indent="0" eaLnBrk="0" fontAlgn="base" hangingPunct="0">
              <a:lnSpc>
                <a:spcPct val="100000"/>
              </a:lnSpc>
              <a:spcBef>
                <a:spcPct val="0"/>
              </a:spcBef>
              <a:spcAft>
                <a:spcPct val="0"/>
              </a:spcAft>
              <a:buNone/>
            </a:pPr>
            <a:endParaRPr lang="en-US" altLang="en-US" sz="2400" dirty="0"/>
          </a:p>
          <a:p>
            <a:pPr marL="0" lvl="0" indent="0" eaLnBrk="0" fontAlgn="base" hangingPunct="0">
              <a:lnSpc>
                <a:spcPct val="100000"/>
              </a:lnSpc>
              <a:spcBef>
                <a:spcPct val="0"/>
              </a:spcBef>
              <a:spcAft>
                <a:spcPct val="0"/>
              </a:spcAft>
              <a:buNone/>
            </a:pPr>
            <a:r>
              <a:rPr lang="en-US" altLang="en-US" sz="2400" dirty="0"/>
              <a:t>In some legal systems, courts are very hesitant to order specific performance</a:t>
            </a:r>
          </a:p>
          <a:p>
            <a:pPr marL="0" lvl="0" indent="0" eaLnBrk="0" fontAlgn="base" hangingPunct="0">
              <a:lnSpc>
                <a:spcPct val="100000"/>
              </a:lnSpc>
              <a:spcBef>
                <a:spcPct val="0"/>
              </a:spcBef>
              <a:spcAft>
                <a:spcPct val="0"/>
              </a:spcAft>
              <a:buNone/>
            </a:pPr>
            <a:endParaRPr lang="en-US" altLang="en-US" sz="2400" dirty="0"/>
          </a:p>
          <a:p>
            <a:pPr marL="0" lvl="0" indent="0" eaLnBrk="0" fontAlgn="base" hangingPunct="0">
              <a:lnSpc>
                <a:spcPct val="100000"/>
              </a:lnSpc>
              <a:spcBef>
                <a:spcPct val="0"/>
              </a:spcBef>
              <a:spcAft>
                <a:spcPct val="0"/>
              </a:spcAft>
              <a:buNone/>
            </a:pPr>
            <a:r>
              <a:rPr lang="en-US" altLang="en-US" sz="2400" dirty="0"/>
              <a:t>CISG Art. 28: “a court is not bound to enter a judgement for specific performance unless the court would do so under its own law”</a:t>
            </a:r>
          </a:p>
          <a:p>
            <a:pPr marL="0" lvl="0" indent="0" eaLnBrk="0" fontAlgn="base" hangingPunct="0">
              <a:lnSpc>
                <a:spcPct val="100000"/>
              </a:lnSpc>
              <a:spcBef>
                <a:spcPct val="0"/>
              </a:spcBef>
              <a:spcAft>
                <a:spcPct val="0"/>
              </a:spcAft>
              <a:buNone/>
            </a:pPr>
            <a:endParaRPr lang="en-US" altLang="en-US" sz="2400" b="1" dirty="0"/>
          </a:p>
        </p:txBody>
      </p:sp>
    </p:spTree>
    <p:extLst>
      <p:ext uri="{BB962C8B-B14F-4D97-AF65-F5344CB8AC3E}">
        <p14:creationId xmlns:p14="http://schemas.microsoft.com/office/powerpoint/2010/main" val="1204146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23409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62193" y="2490971"/>
            <a:ext cx="10515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dirty="0"/>
              <a:t>You buy a unique painting for your museum</a:t>
            </a:r>
          </a:p>
          <a:p>
            <a:pPr marL="0" indent="0" eaLnBrk="0" fontAlgn="base" hangingPunct="0">
              <a:lnSpc>
                <a:spcPct val="100000"/>
              </a:lnSpc>
              <a:spcBef>
                <a:spcPct val="0"/>
              </a:spcBef>
              <a:spcAft>
                <a:spcPct val="0"/>
              </a:spcAft>
              <a:buNone/>
            </a:pPr>
            <a:endParaRPr lang="en-US" altLang="en-US" b="1" dirty="0"/>
          </a:p>
          <a:p>
            <a:pPr marL="0" indent="0" eaLnBrk="0" fontAlgn="base" hangingPunct="0">
              <a:lnSpc>
                <a:spcPct val="100000"/>
              </a:lnSpc>
              <a:spcBef>
                <a:spcPct val="0"/>
              </a:spcBef>
              <a:spcAft>
                <a:spcPct val="0"/>
              </a:spcAft>
              <a:buNone/>
            </a:pPr>
            <a:r>
              <a:rPr lang="en-US" altLang="en-US" dirty="0"/>
              <a:t>You order a custom-built oil pump</a:t>
            </a:r>
          </a:p>
          <a:p>
            <a:pPr marL="0" indent="0" eaLnBrk="0" fontAlgn="base" hangingPunct="0">
              <a:lnSpc>
                <a:spcPct val="100000"/>
              </a:lnSpc>
              <a:spcBef>
                <a:spcPct val="0"/>
              </a:spcBef>
              <a:spcAft>
                <a:spcPct val="0"/>
              </a:spcAft>
              <a:buNone/>
            </a:pPr>
            <a:endParaRPr lang="en-US" altLang="en-US" dirty="0"/>
          </a:p>
          <a:p>
            <a:pPr marL="0" indent="0" eaLnBrk="0" fontAlgn="base" hangingPunct="0">
              <a:lnSpc>
                <a:spcPct val="100000"/>
              </a:lnSpc>
              <a:spcBef>
                <a:spcPct val="0"/>
              </a:spcBef>
              <a:spcAft>
                <a:spcPct val="0"/>
              </a:spcAft>
              <a:buNone/>
            </a:pPr>
            <a:r>
              <a:rPr lang="en-US" altLang="en-US" dirty="0"/>
              <a:t>You order wine only sold by this particular seller</a:t>
            </a:r>
          </a:p>
        </p:txBody>
      </p:sp>
    </p:spTree>
    <p:extLst>
      <p:ext uri="{BB962C8B-B14F-4D97-AF65-F5344CB8AC3E}">
        <p14:creationId xmlns:p14="http://schemas.microsoft.com/office/powerpoint/2010/main" val="3180712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Remedies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2647158"/>
            <a:ext cx="10379332"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00000"/>
              </a:lnSpc>
              <a:spcBef>
                <a:spcPct val="0"/>
              </a:spcBef>
              <a:spcAft>
                <a:spcPct val="0"/>
              </a:spcAft>
              <a:buAutoNum type="arabicPeriod"/>
            </a:pPr>
            <a:r>
              <a:rPr lang="en-US" altLang="en-US" dirty="0"/>
              <a:t>Termination (avoidance)</a:t>
            </a:r>
          </a:p>
          <a:p>
            <a:pPr marL="514350" lvl="0" indent="-514350" eaLnBrk="0" fontAlgn="base" hangingPunct="0">
              <a:lnSpc>
                <a:spcPct val="100000"/>
              </a:lnSpc>
              <a:spcBef>
                <a:spcPct val="0"/>
              </a:spcBef>
              <a:spcAft>
                <a:spcPct val="0"/>
              </a:spcAft>
              <a:buAutoNum type="arabicPeriod"/>
            </a:pPr>
            <a:r>
              <a:rPr lang="en-US" altLang="en-US" dirty="0"/>
              <a:t>Fixing additional period of time (“cure”) – Art. 47/63</a:t>
            </a:r>
          </a:p>
          <a:p>
            <a:pPr marL="514350" lvl="0" indent="-514350" eaLnBrk="0" fontAlgn="base" hangingPunct="0">
              <a:lnSpc>
                <a:spcPct val="100000"/>
              </a:lnSpc>
              <a:spcBef>
                <a:spcPct val="0"/>
              </a:spcBef>
              <a:spcAft>
                <a:spcPct val="0"/>
              </a:spcAft>
              <a:buAutoNum type="arabicPeriod"/>
            </a:pPr>
            <a:r>
              <a:rPr lang="en-US" altLang="en-US" dirty="0"/>
              <a:t>Request specific performance</a:t>
            </a:r>
          </a:p>
          <a:p>
            <a:pPr marL="514350" lvl="0" indent="-514350" eaLnBrk="0" fontAlgn="base" hangingPunct="0">
              <a:lnSpc>
                <a:spcPct val="100000"/>
              </a:lnSpc>
              <a:spcBef>
                <a:spcPct val="0"/>
              </a:spcBef>
              <a:spcAft>
                <a:spcPct val="0"/>
              </a:spcAft>
              <a:buAutoNum type="arabicPeriod"/>
            </a:pPr>
            <a:r>
              <a:rPr lang="en-US" altLang="en-US" dirty="0"/>
              <a:t>Request substitute goods/repair in case of non-conformity</a:t>
            </a:r>
          </a:p>
        </p:txBody>
      </p:sp>
    </p:spTree>
    <p:extLst>
      <p:ext uri="{BB962C8B-B14F-4D97-AF65-F5344CB8AC3E}">
        <p14:creationId xmlns:p14="http://schemas.microsoft.com/office/powerpoint/2010/main" val="3179642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CISG: Repair/replacement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26207" y="1563462"/>
            <a:ext cx="10515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altLang="en-US" sz="2400" b="1" dirty="0"/>
              <a:t>Article 46</a:t>
            </a:r>
          </a:p>
          <a:p>
            <a:pPr marL="0" lvl="0" indent="0" algn="just" eaLnBrk="0" fontAlgn="base" hangingPunct="0">
              <a:lnSpc>
                <a:spcPct val="100000"/>
              </a:lnSpc>
              <a:spcBef>
                <a:spcPct val="0"/>
              </a:spcBef>
              <a:spcAft>
                <a:spcPct val="0"/>
              </a:spcAft>
              <a:buNone/>
            </a:pPr>
            <a:r>
              <a:rPr lang="en-US" altLang="en-US" sz="2400" dirty="0"/>
              <a:t>(1) The buyer may </a:t>
            </a:r>
            <a:r>
              <a:rPr lang="en-US" altLang="en-US" sz="2400" b="1" dirty="0"/>
              <a:t>require performance </a:t>
            </a:r>
            <a:r>
              <a:rPr lang="en-US" altLang="en-US" sz="2400" dirty="0"/>
              <a:t>by the seller of his obligations unless the buyer has resorted to a remedy which is inconsistent with this requirement.</a:t>
            </a:r>
          </a:p>
          <a:p>
            <a:pPr marL="0" lvl="0" indent="0" algn="just" eaLnBrk="0" fontAlgn="base" hangingPunct="0">
              <a:lnSpc>
                <a:spcPct val="100000"/>
              </a:lnSpc>
              <a:spcBef>
                <a:spcPct val="0"/>
              </a:spcBef>
              <a:spcAft>
                <a:spcPct val="0"/>
              </a:spcAft>
              <a:buNone/>
            </a:pPr>
            <a:r>
              <a:rPr lang="en-US" altLang="en-US" sz="2400" dirty="0"/>
              <a:t>(2) If the goods </a:t>
            </a:r>
            <a:r>
              <a:rPr lang="en-US" altLang="en-US" sz="2400" b="1" dirty="0"/>
              <a:t>do not conform </a:t>
            </a:r>
            <a:r>
              <a:rPr lang="en-US" altLang="en-US" sz="2400" dirty="0"/>
              <a:t>with the contract, the buyer may </a:t>
            </a:r>
            <a:r>
              <a:rPr lang="en-US" altLang="en-US" sz="2400" b="1" dirty="0"/>
              <a:t>require delivery of substitute goods</a:t>
            </a:r>
            <a:r>
              <a:rPr lang="en-US" altLang="en-US" sz="2400" dirty="0"/>
              <a:t> only if the lack of conformity </a:t>
            </a:r>
            <a:r>
              <a:rPr lang="en-US" altLang="en-US" sz="2400" b="1" dirty="0"/>
              <a:t>constitutes a fundamental breach </a:t>
            </a:r>
            <a:r>
              <a:rPr lang="en-US" altLang="en-US" sz="2400" dirty="0"/>
              <a:t>of contract </a:t>
            </a:r>
            <a:r>
              <a:rPr lang="en-US" altLang="en-US" sz="2400" b="1" u="sng" dirty="0"/>
              <a:t>and</a:t>
            </a:r>
            <a:r>
              <a:rPr lang="en-US" altLang="en-US" sz="2400" dirty="0"/>
              <a:t> a request for substitute goods is made either in conjunction with </a:t>
            </a:r>
            <a:r>
              <a:rPr lang="en-US" altLang="en-US" sz="2400" b="1" dirty="0"/>
              <a:t>notice</a:t>
            </a:r>
            <a:r>
              <a:rPr lang="en-US" altLang="en-US" sz="2400" dirty="0"/>
              <a:t> given under article 39 or within a reasonable time thereafter.</a:t>
            </a:r>
          </a:p>
          <a:p>
            <a:pPr marL="0" lvl="0" indent="0" algn="just" eaLnBrk="0" fontAlgn="base" hangingPunct="0">
              <a:lnSpc>
                <a:spcPct val="100000"/>
              </a:lnSpc>
              <a:spcBef>
                <a:spcPct val="0"/>
              </a:spcBef>
              <a:spcAft>
                <a:spcPct val="0"/>
              </a:spcAft>
              <a:buNone/>
            </a:pPr>
            <a:r>
              <a:rPr lang="en-US" altLang="en-US" sz="2400" dirty="0"/>
              <a:t>(3) If the goods </a:t>
            </a:r>
            <a:r>
              <a:rPr lang="en-US" altLang="en-US" sz="2400" b="1" dirty="0"/>
              <a:t>do not conform </a:t>
            </a:r>
            <a:r>
              <a:rPr lang="en-US" altLang="en-US" sz="2400" dirty="0"/>
              <a:t>with the contract, the buyer may require the seller to remedy the lack of conformity by </a:t>
            </a:r>
            <a:r>
              <a:rPr lang="en-US" altLang="en-US" sz="2400" b="1" dirty="0"/>
              <a:t>repair</a:t>
            </a:r>
            <a:r>
              <a:rPr lang="en-US" altLang="en-US" sz="2400" dirty="0"/>
              <a:t>, unless this is </a:t>
            </a:r>
            <a:r>
              <a:rPr lang="en-US" altLang="en-US" sz="2400" b="1" dirty="0"/>
              <a:t>unreasonable</a:t>
            </a:r>
            <a:r>
              <a:rPr lang="en-US" altLang="en-US" sz="2400" dirty="0"/>
              <a:t> having regard to all the circumstances. </a:t>
            </a:r>
            <a:endParaRPr lang="en-US" altLang="en-US" sz="2400" b="1" dirty="0"/>
          </a:p>
        </p:txBody>
      </p:sp>
    </p:spTree>
    <p:extLst>
      <p:ext uri="{BB962C8B-B14F-4D97-AF65-F5344CB8AC3E}">
        <p14:creationId xmlns:p14="http://schemas.microsoft.com/office/powerpoint/2010/main" val="1422608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Remedies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2431715"/>
            <a:ext cx="1037933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00000"/>
              </a:lnSpc>
              <a:spcBef>
                <a:spcPct val="0"/>
              </a:spcBef>
              <a:spcAft>
                <a:spcPct val="0"/>
              </a:spcAft>
              <a:buAutoNum type="arabicPeriod"/>
            </a:pPr>
            <a:r>
              <a:rPr lang="en-US" altLang="en-US" dirty="0"/>
              <a:t>Termination (avoidance)</a:t>
            </a:r>
          </a:p>
          <a:p>
            <a:pPr marL="514350" lvl="0" indent="-514350" eaLnBrk="0" fontAlgn="base" hangingPunct="0">
              <a:lnSpc>
                <a:spcPct val="100000"/>
              </a:lnSpc>
              <a:spcBef>
                <a:spcPct val="0"/>
              </a:spcBef>
              <a:spcAft>
                <a:spcPct val="0"/>
              </a:spcAft>
              <a:buAutoNum type="arabicPeriod"/>
            </a:pPr>
            <a:r>
              <a:rPr lang="en-US" altLang="en-US" dirty="0"/>
              <a:t>Fixing additional period of time (“cure”) – Art. 47/63</a:t>
            </a:r>
          </a:p>
          <a:p>
            <a:pPr marL="514350" lvl="0" indent="-514350" eaLnBrk="0" fontAlgn="base" hangingPunct="0">
              <a:lnSpc>
                <a:spcPct val="100000"/>
              </a:lnSpc>
              <a:spcBef>
                <a:spcPct val="0"/>
              </a:spcBef>
              <a:spcAft>
                <a:spcPct val="0"/>
              </a:spcAft>
              <a:buAutoNum type="arabicPeriod"/>
            </a:pPr>
            <a:r>
              <a:rPr lang="en-US" altLang="en-US" dirty="0"/>
              <a:t>Request specific performance</a:t>
            </a:r>
          </a:p>
          <a:p>
            <a:pPr marL="514350" lvl="0" indent="-514350" eaLnBrk="0" fontAlgn="base" hangingPunct="0">
              <a:lnSpc>
                <a:spcPct val="100000"/>
              </a:lnSpc>
              <a:spcBef>
                <a:spcPct val="0"/>
              </a:spcBef>
              <a:spcAft>
                <a:spcPct val="0"/>
              </a:spcAft>
              <a:buAutoNum type="arabicPeriod"/>
            </a:pPr>
            <a:r>
              <a:rPr lang="en-US" altLang="en-US" dirty="0"/>
              <a:t>Request substitute goods/repair in case of non-conformity</a:t>
            </a:r>
          </a:p>
          <a:p>
            <a:pPr marL="514350" lvl="0" indent="-514350" eaLnBrk="0" fontAlgn="base" hangingPunct="0">
              <a:lnSpc>
                <a:spcPct val="100000"/>
              </a:lnSpc>
              <a:spcBef>
                <a:spcPct val="0"/>
              </a:spcBef>
              <a:spcAft>
                <a:spcPct val="0"/>
              </a:spcAft>
              <a:buAutoNum type="arabicPeriod"/>
            </a:pPr>
            <a:r>
              <a:rPr lang="en-US" altLang="en-US" dirty="0"/>
              <a:t>Request price reduction</a:t>
            </a:r>
          </a:p>
        </p:txBody>
      </p:sp>
    </p:spTree>
    <p:extLst>
      <p:ext uri="{BB962C8B-B14F-4D97-AF65-F5344CB8AC3E}">
        <p14:creationId xmlns:p14="http://schemas.microsoft.com/office/powerpoint/2010/main" val="15811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CISG: Reduction of price</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26207" y="2486792"/>
            <a:ext cx="1051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altLang="en-US" sz="2400" b="1" dirty="0"/>
              <a:t>Article 50</a:t>
            </a:r>
          </a:p>
          <a:p>
            <a:pPr marL="0" lvl="0" indent="0" algn="just" eaLnBrk="0" fontAlgn="base" hangingPunct="0">
              <a:lnSpc>
                <a:spcPct val="100000"/>
              </a:lnSpc>
              <a:spcBef>
                <a:spcPct val="0"/>
              </a:spcBef>
              <a:spcAft>
                <a:spcPct val="0"/>
              </a:spcAft>
              <a:buNone/>
            </a:pPr>
            <a:r>
              <a:rPr lang="en-US" altLang="en-US" sz="2400" dirty="0"/>
              <a:t>If the goods </a:t>
            </a:r>
            <a:r>
              <a:rPr lang="en-US" altLang="en-US" sz="2400" b="1" dirty="0"/>
              <a:t>do not conform </a:t>
            </a:r>
            <a:r>
              <a:rPr lang="en-US" altLang="en-US" sz="2400" dirty="0"/>
              <a:t>with the contract and whether or not the price has already been paid, the </a:t>
            </a:r>
            <a:r>
              <a:rPr lang="en-US" altLang="en-US" sz="2400" b="1" dirty="0"/>
              <a:t>buyer may reduce the price </a:t>
            </a:r>
            <a:r>
              <a:rPr lang="en-US" altLang="en-US" sz="2400" dirty="0"/>
              <a:t>in the same </a:t>
            </a:r>
            <a:r>
              <a:rPr lang="en-US" altLang="en-US" sz="2400" b="1" dirty="0"/>
              <a:t>proportion</a:t>
            </a:r>
            <a:r>
              <a:rPr lang="en-US" altLang="en-US" sz="2400" dirty="0"/>
              <a:t> as the value that the goods actually delivered had at the time of the delivery bears to the value that conforming goods would have had at that time.</a:t>
            </a:r>
            <a:endParaRPr lang="en-US" altLang="en-US" sz="2400" b="1" dirty="0"/>
          </a:p>
        </p:txBody>
      </p:sp>
    </p:spTree>
    <p:extLst>
      <p:ext uri="{BB962C8B-B14F-4D97-AF65-F5344CB8AC3E}">
        <p14:creationId xmlns:p14="http://schemas.microsoft.com/office/powerpoint/2010/main" val="3566399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69" y="140647"/>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33770" y="5663769"/>
            <a:ext cx="35646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8721" y="2465216"/>
            <a:ext cx="1051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dirty="0"/>
              <a:t>Contract: 100 apples, 10 NOK each = 1000 NOK</a:t>
            </a:r>
          </a:p>
          <a:p>
            <a:pPr marL="0" lvl="0" indent="0" eaLnBrk="0" fontAlgn="base" hangingPunct="0">
              <a:lnSpc>
                <a:spcPct val="100000"/>
              </a:lnSpc>
              <a:spcBef>
                <a:spcPct val="0"/>
              </a:spcBef>
              <a:spcAft>
                <a:spcPct val="0"/>
              </a:spcAft>
              <a:buNone/>
            </a:pPr>
            <a:endParaRPr lang="en-US" altLang="en-US" sz="2400" dirty="0"/>
          </a:p>
          <a:p>
            <a:pPr marL="0" lvl="0" indent="0" eaLnBrk="0" fontAlgn="base" hangingPunct="0">
              <a:lnSpc>
                <a:spcPct val="100000"/>
              </a:lnSpc>
              <a:spcBef>
                <a:spcPct val="0"/>
              </a:spcBef>
              <a:spcAft>
                <a:spcPct val="0"/>
              </a:spcAft>
              <a:buNone/>
            </a:pPr>
            <a:r>
              <a:rPr lang="en-US" altLang="en-US" sz="2400" dirty="0"/>
              <a:t>Lower quantity: 90 apples</a:t>
            </a:r>
          </a:p>
          <a:p>
            <a:pPr marL="0" lvl="0" indent="0" eaLnBrk="0" fontAlgn="base" hangingPunct="0">
              <a:lnSpc>
                <a:spcPct val="100000"/>
              </a:lnSpc>
              <a:spcBef>
                <a:spcPct val="0"/>
              </a:spcBef>
              <a:spcAft>
                <a:spcPct val="0"/>
              </a:spcAft>
              <a:buNone/>
            </a:pPr>
            <a:r>
              <a:rPr lang="en-US" altLang="en-US" sz="2400" dirty="0"/>
              <a:t>Lower quality: 5 NOK market price</a:t>
            </a:r>
          </a:p>
          <a:p>
            <a:pPr marL="0" lvl="0" indent="0" eaLnBrk="0" fontAlgn="base" hangingPunct="0">
              <a:lnSpc>
                <a:spcPct val="100000"/>
              </a:lnSpc>
              <a:spcBef>
                <a:spcPct val="0"/>
              </a:spcBef>
              <a:spcAft>
                <a:spcPct val="0"/>
              </a:spcAft>
              <a:buNone/>
            </a:pPr>
            <a:r>
              <a:rPr lang="en-US" altLang="en-US" sz="2400" dirty="0"/>
              <a:t>Lower quantity and quality</a:t>
            </a:r>
          </a:p>
        </p:txBody>
      </p:sp>
    </p:spTree>
    <p:extLst>
      <p:ext uri="{BB962C8B-B14F-4D97-AF65-F5344CB8AC3E}">
        <p14:creationId xmlns:p14="http://schemas.microsoft.com/office/powerpoint/2010/main" val="306418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4" end="4"/>
                                            </p:txEl>
                                          </p:spTgt>
                                        </p:tgtEl>
                                        <p:attrNameLst>
                                          <p:attrName>style.visibility</p:attrName>
                                        </p:attrNameLst>
                                      </p:cBhvr>
                                      <p:to>
                                        <p:strVal val="visible"/>
                                      </p:to>
                                    </p:set>
                                    <p:animEffect transition="in" filter="fade">
                                      <p:cBhvr>
                                        <p:cTn id="22"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601" y="-36836"/>
            <a:ext cx="10515600" cy="1325563"/>
          </a:xfrm>
        </p:spPr>
        <p:txBody>
          <a:bodyPr/>
          <a:lstStyle/>
          <a:p>
            <a:r>
              <a:rPr lang="en-US" dirty="0"/>
              <a:t>Case study</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953075" y="5747072"/>
            <a:ext cx="189853"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928892" y="5690890"/>
            <a:ext cx="30221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33770" y="5663769"/>
            <a:ext cx="35646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992891" y="5690889"/>
            <a:ext cx="302219"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1024889" y="5690889"/>
            <a:ext cx="302221"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864892" y="5690891"/>
            <a:ext cx="302217"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227601" y="1257941"/>
            <a:ext cx="0" cy="5297837"/>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838200" y="1523830"/>
            <a:ext cx="10515600" cy="446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400" dirty="0" err="1"/>
              <a:t>reMarkable</a:t>
            </a:r>
            <a:r>
              <a:rPr lang="en-US" sz="2400" dirty="0"/>
              <a:t> is a Norwegian company specializing in production of </a:t>
            </a:r>
            <a:r>
              <a:rPr lang="en-US" sz="2400" dirty="0" err="1"/>
              <a:t>eInk</a:t>
            </a:r>
            <a:r>
              <a:rPr lang="en-US" sz="2400" dirty="0"/>
              <a:t> tablet devices. They have recently announced their “Model II” tablet.</a:t>
            </a:r>
          </a:p>
          <a:p>
            <a:pPr marL="0" indent="0" algn="just">
              <a:buNone/>
            </a:pPr>
            <a:r>
              <a:rPr lang="en-US" sz="2400" dirty="0"/>
              <a:t>BOE is a Chinese electronics company supplying </a:t>
            </a:r>
            <a:r>
              <a:rPr lang="en-US" sz="2400" dirty="0" err="1"/>
              <a:t>eInk</a:t>
            </a:r>
            <a:r>
              <a:rPr lang="en-US" sz="2400" dirty="0"/>
              <a:t> displays. BOE and </a:t>
            </a:r>
            <a:r>
              <a:rPr lang="en-US" sz="2400" dirty="0" err="1"/>
              <a:t>reMarkable</a:t>
            </a:r>
            <a:r>
              <a:rPr lang="en-US" sz="2400" dirty="0"/>
              <a:t> entered into a sales agreement, where BOE sold 100.000 displays at 100 USD per unit to </a:t>
            </a:r>
            <a:r>
              <a:rPr lang="en-US" sz="2400" dirty="0" err="1"/>
              <a:t>reMarkable</a:t>
            </a:r>
            <a:r>
              <a:rPr lang="en-US" sz="2400" dirty="0"/>
              <a:t>. Under heading “essentially important terms”, the contract stipulated that all the screens would be delivered on May 1</a:t>
            </a:r>
            <a:r>
              <a:rPr lang="en-US" sz="2400" baseline="30000" dirty="0"/>
              <a:t>st</a:t>
            </a:r>
            <a:r>
              <a:rPr lang="en-US" sz="2400" dirty="0"/>
              <a:t>.</a:t>
            </a:r>
          </a:p>
          <a:p>
            <a:pPr marL="0" indent="0" algn="just">
              <a:buNone/>
            </a:pPr>
            <a:r>
              <a:rPr lang="en-US" sz="2400" dirty="0"/>
              <a:t>Due to a global pandemic, BOE notified </a:t>
            </a:r>
            <a:r>
              <a:rPr lang="en-US" sz="2400" dirty="0" err="1"/>
              <a:t>reMarkable</a:t>
            </a:r>
            <a:r>
              <a:rPr lang="en-US" sz="2400" dirty="0"/>
              <a:t> that they would only be able to deliver 10.000 units on time. A high-profile journalist wrote that BOE had insisted that even sick employees come to work, leading to a temporary shutdown of three factories.</a:t>
            </a:r>
          </a:p>
          <a:p>
            <a:pPr marL="0" indent="0" algn="just">
              <a:buNone/>
            </a:pPr>
            <a:r>
              <a:rPr lang="en-US" sz="2400" b="1" dirty="0"/>
              <a:t>It’s April 1</a:t>
            </a:r>
            <a:r>
              <a:rPr lang="en-US" sz="2400" b="1" baseline="30000" dirty="0"/>
              <a:t>st</a:t>
            </a:r>
            <a:r>
              <a:rPr lang="en-US" sz="2400" b="1" dirty="0"/>
              <a:t>. You represent </a:t>
            </a:r>
            <a:r>
              <a:rPr lang="en-US" sz="2400" b="1" dirty="0" err="1"/>
              <a:t>reMarkable</a:t>
            </a:r>
            <a:r>
              <a:rPr lang="en-US" sz="2400" b="1" dirty="0"/>
              <a:t>. CEO wants to know what kind of legal options against BOE you might have. What is your advice?</a:t>
            </a:r>
          </a:p>
        </p:txBody>
      </p:sp>
    </p:spTree>
    <p:extLst>
      <p:ext uri="{BB962C8B-B14F-4D97-AF65-F5344CB8AC3E}">
        <p14:creationId xmlns:p14="http://schemas.microsoft.com/office/powerpoint/2010/main" val="31521024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13"/>
          <p:cNvSpPr>
            <a:spLocks/>
          </p:cNvSpPr>
          <p:nvPr/>
        </p:nvSpPr>
        <p:spPr bwMode="auto">
          <a:xfrm>
            <a:off x="10164502" y="3431366"/>
            <a:ext cx="2027498" cy="1482489"/>
          </a:xfrm>
          <a:custGeom>
            <a:avLst/>
            <a:gdLst>
              <a:gd name="T0" fmla="*/ 1230 w 1276"/>
              <a:gd name="T1" fmla="*/ 748 h 933"/>
              <a:gd name="T2" fmla="*/ 1221 w 1276"/>
              <a:gd name="T3" fmla="*/ 748 h 933"/>
              <a:gd name="T4" fmla="*/ 1206 w 1276"/>
              <a:gd name="T5" fmla="*/ 748 h 933"/>
              <a:gd name="T6" fmla="*/ 1211 w 1276"/>
              <a:gd name="T7" fmla="*/ 216 h 933"/>
              <a:gd name="T8" fmla="*/ 1218 w 1276"/>
              <a:gd name="T9" fmla="*/ 216 h 933"/>
              <a:gd name="T10" fmla="*/ 1221 w 1276"/>
              <a:gd name="T11" fmla="*/ 214 h 933"/>
              <a:gd name="T12" fmla="*/ 1218 w 1276"/>
              <a:gd name="T13" fmla="*/ 185 h 933"/>
              <a:gd name="T14" fmla="*/ 1206 w 1276"/>
              <a:gd name="T15" fmla="*/ 182 h 933"/>
              <a:gd name="T16" fmla="*/ 1192 w 1276"/>
              <a:gd name="T17" fmla="*/ 180 h 933"/>
              <a:gd name="T18" fmla="*/ 1182 w 1276"/>
              <a:gd name="T19" fmla="*/ 0 h 933"/>
              <a:gd name="T20" fmla="*/ 1172 w 1276"/>
              <a:gd name="T21" fmla="*/ 180 h 933"/>
              <a:gd name="T22" fmla="*/ 1158 w 1276"/>
              <a:gd name="T23" fmla="*/ 180 h 933"/>
              <a:gd name="T24" fmla="*/ 1143 w 1276"/>
              <a:gd name="T25" fmla="*/ 182 h 933"/>
              <a:gd name="T26" fmla="*/ 1141 w 1276"/>
              <a:gd name="T27" fmla="*/ 212 h 933"/>
              <a:gd name="T28" fmla="*/ 1143 w 1276"/>
              <a:gd name="T29" fmla="*/ 214 h 933"/>
              <a:gd name="T30" fmla="*/ 1151 w 1276"/>
              <a:gd name="T31" fmla="*/ 214 h 933"/>
              <a:gd name="T32" fmla="*/ 1071 w 1276"/>
              <a:gd name="T33" fmla="*/ 659 h 933"/>
              <a:gd name="T34" fmla="*/ 659 w 1276"/>
              <a:gd name="T35" fmla="*/ 496 h 933"/>
              <a:gd name="T36" fmla="*/ 666 w 1276"/>
              <a:gd name="T37" fmla="*/ 491 h 933"/>
              <a:gd name="T38" fmla="*/ 611 w 1276"/>
              <a:gd name="T39" fmla="*/ 430 h 933"/>
              <a:gd name="T40" fmla="*/ 620 w 1276"/>
              <a:gd name="T41" fmla="*/ 425 h 933"/>
              <a:gd name="T42" fmla="*/ 606 w 1276"/>
              <a:gd name="T43" fmla="*/ 420 h 933"/>
              <a:gd name="T44" fmla="*/ 608 w 1276"/>
              <a:gd name="T45" fmla="*/ 406 h 933"/>
              <a:gd name="T46" fmla="*/ 606 w 1276"/>
              <a:gd name="T47" fmla="*/ 389 h 933"/>
              <a:gd name="T48" fmla="*/ 594 w 1276"/>
              <a:gd name="T49" fmla="*/ 379 h 933"/>
              <a:gd name="T50" fmla="*/ 586 w 1276"/>
              <a:gd name="T51" fmla="*/ 377 h 933"/>
              <a:gd name="T52" fmla="*/ 569 w 1276"/>
              <a:gd name="T53" fmla="*/ 377 h 933"/>
              <a:gd name="T54" fmla="*/ 562 w 1276"/>
              <a:gd name="T55" fmla="*/ 379 h 933"/>
              <a:gd name="T56" fmla="*/ 552 w 1276"/>
              <a:gd name="T57" fmla="*/ 391 h 933"/>
              <a:gd name="T58" fmla="*/ 548 w 1276"/>
              <a:gd name="T59" fmla="*/ 399 h 933"/>
              <a:gd name="T60" fmla="*/ 548 w 1276"/>
              <a:gd name="T61" fmla="*/ 413 h 933"/>
              <a:gd name="T62" fmla="*/ 552 w 1276"/>
              <a:gd name="T63" fmla="*/ 423 h 933"/>
              <a:gd name="T64" fmla="*/ 538 w 1276"/>
              <a:gd name="T65" fmla="*/ 425 h 933"/>
              <a:gd name="T66" fmla="*/ 548 w 1276"/>
              <a:gd name="T67" fmla="*/ 430 h 933"/>
              <a:gd name="T68" fmla="*/ 519 w 1276"/>
              <a:gd name="T69" fmla="*/ 491 h 933"/>
              <a:gd name="T70" fmla="*/ 412 w 1276"/>
              <a:gd name="T71" fmla="*/ 491 h 933"/>
              <a:gd name="T72" fmla="*/ 402 w 1276"/>
              <a:gd name="T73" fmla="*/ 491 h 933"/>
              <a:gd name="T74" fmla="*/ 359 w 1276"/>
              <a:gd name="T75" fmla="*/ 464 h 933"/>
              <a:gd name="T76" fmla="*/ 366 w 1276"/>
              <a:gd name="T77" fmla="*/ 459 h 933"/>
              <a:gd name="T78" fmla="*/ 204 w 1276"/>
              <a:gd name="T79" fmla="*/ 447 h 933"/>
              <a:gd name="T80" fmla="*/ 194 w 1276"/>
              <a:gd name="T81" fmla="*/ 416 h 933"/>
              <a:gd name="T82" fmla="*/ 177 w 1276"/>
              <a:gd name="T83" fmla="*/ 391 h 933"/>
              <a:gd name="T84" fmla="*/ 155 w 1276"/>
              <a:gd name="T85" fmla="*/ 369 h 933"/>
              <a:gd name="T86" fmla="*/ 141 w 1276"/>
              <a:gd name="T87" fmla="*/ 360 h 933"/>
              <a:gd name="T88" fmla="*/ 114 w 1276"/>
              <a:gd name="T89" fmla="*/ 350 h 933"/>
              <a:gd name="T90" fmla="*/ 112 w 1276"/>
              <a:gd name="T91" fmla="*/ 348 h 933"/>
              <a:gd name="T92" fmla="*/ 97 w 1276"/>
              <a:gd name="T93" fmla="*/ 345 h 933"/>
              <a:gd name="T94" fmla="*/ 92 w 1276"/>
              <a:gd name="T95" fmla="*/ 345 h 933"/>
              <a:gd name="T96" fmla="*/ 88 w 1276"/>
              <a:gd name="T97" fmla="*/ 345 h 933"/>
              <a:gd name="T98" fmla="*/ 78 w 1276"/>
              <a:gd name="T99" fmla="*/ 263 h 933"/>
              <a:gd name="T100" fmla="*/ 73 w 1276"/>
              <a:gd name="T101" fmla="*/ 345 h 933"/>
              <a:gd name="T102" fmla="*/ 68 w 1276"/>
              <a:gd name="T103" fmla="*/ 345 h 933"/>
              <a:gd name="T104" fmla="*/ 51 w 1276"/>
              <a:gd name="T105" fmla="*/ 348 h 933"/>
              <a:gd name="T106" fmla="*/ 51 w 1276"/>
              <a:gd name="T107" fmla="*/ 348 h 933"/>
              <a:gd name="T108" fmla="*/ 37 w 1276"/>
              <a:gd name="T109" fmla="*/ 355 h 933"/>
              <a:gd name="T110" fmla="*/ 22 w 1276"/>
              <a:gd name="T111" fmla="*/ 360 h 933"/>
              <a:gd name="T112" fmla="*/ 0 w 1276"/>
              <a:gd name="T113" fmla="*/ 374 h 933"/>
              <a:gd name="T114" fmla="*/ 1276 w 1276"/>
              <a:gd name="T115" fmla="*/ 933 h 933"/>
              <a:gd name="T116" fmla="*/ 1233 w 1276"/>
              <a:gd name="T117" fmla="*/ 739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5" name="Freeform 14"/>
          <p:cNvSpPr>
            <a:spLocks noEditPoints="1"/>
          </p:cNvSpPr>
          <p:nvPr/>
        </p:nvSpPr>
        <p:spPr bwMode="auto">
          <a:xfrm>
            <a:off x="8129058" y="2409672"/>
            <a:ext cx="2035444" cy="2504183"/>
          </a:xfrm>
          <a:custGeom>
            <a:avLst/>
            <a:gdLst>
              <a:gd name="T0" fmla="*/ 1247 w 1281"/>
              <a:gd name="T1" fmla="*/ 1059 h 1576"/>
              <a:gd name="T2" fmla="*/ 1063 w 1281"/>
              <a:gd name="T3" fmla="*/ 1107 h 1576"/>
              <a:gd name="T4" fmla="*/ 1010 w 1281"/>
              <a:gd name="T5" fmla="*/ 634 h 1576"/>
              <a:gd name="T6" fmla="*/ 879 w 1281"/>
              <a:gd name="T7" fmla="*/ 801 h 1576"/>
              <a:gd name="T8" fmla="*/ 831 w 1281"/>
              <a:gd name="T9" fmla="*/ 306 h 1576"/>
              <a:gd name="T10" fmla="*/ 882 w 1281"/>
              <a:gd name="T11" fmla="*/ 296 h 1576"/>
              <a:gd name="T12" fmla="*/ 882 w 1281"/>
              <a:gd name="T13" fmla="*/ 264 h 1576"/>
              <a:gd name="T14" fmla="*/ 884 w 1281"/>
              <a:gd name="T15" fmla="*/ 245 h 1576"/>
              <a:gd name="T16" fmla="*/ 879 w 1281"/>
              <a:gd name="T17" fmla="*/ 89 h 1576"/>
              <a:gd name="T18" fmla="*/ 877 w 1281"/>
              <a:gd name="T19" fmla="*/ 143 h 1576"/>
              <a:gd name="T20" fmla="*/ 795 w 1281"/>
              <a:gd name="T21" fmla="*/ 111 h 1576"/>
              <a:gd name="T22" fmla="*/ 790 w 1281"/>
              <a:gd name="T23" fmla="*/ 145 h 1576"/>
              <a:gd name="T24" fmla="*/ 710 w 1281"/>
              <a:gd name="T25" fmla="*/ 114 h 1576"/>
              <a:gd name="T26" fmla="*/ 703 w 1281"/>
              <a:gd name="T27" fmla="*/ 89 h 1576"/>
              <a:gd name="T28" fmla="*/ 623 w 1281"/>
              <a:gd name="T29" fmla="*/ 153 h 1576"/>
              <a:gd name="T30" fmla="*/ 615 w 1281"/>
              <a:gd name="T31" fmla="*/ 153 h 1576"/>
              <a:gd name="T32" fmla="*/ 615 w 1281"/>
              <a:gd name="T33" fmla="*/ 89 h 1576"/>
              <a:gd name="T34" fmla="*/ 536 w 1281"/>
              <a:gd name="T35" fmla="*/ 153 h 1576"/>
              <a:gd name="T36" fmla="*/ 528 w 1281"/>
              <a:gd name="T37" fmla="*/ 153 h 1576"/>
              <a:gd name="T38" fmla="*/ 526 w 1281"/>
              <a:gd name="T39" fmla="*/ 0 h 1576"/>
              <a:gd name="T40" fmla="*/ 521 w 1281"/>
              <a:gd name="T41" fmla="*/ 145 h 1576"/>
              <a:gd name="T42" fmla="*/ 499 w 1281"/>
              <a:gd name="T43" fmla="*/ 189 h 1576"/>
              <a:gd name="T44" fmla="*/ 468 w 1281"/>
              <a:gd name="T45" fmla="*/ 191 h 1576"/>
              <a:gd name="T46" fmla="*/ 448 w 1281"/>
              <a:gd name="T47" fmla="*/ 191 h 1576"/>
              <a:gd name="T48" fmla="*/ 429 w 1281"/>
              <a:gd name="T49" fmla="*/ 194 h 1576"/>
              <a:gd name="T50" fmla="*/ 412 w 1281"/>
              <a:gd name="T51" fmla="*/ 196 h 1576"/>
              <a:gd name="T52" fmla="*/ 395 w 1281"/>
              <a:gd name="T53" fmla="*/ 199 h 1576"/>
              <a:gd name="T54" fmla="*/ 366 w 1281"/>
              <a:gd name="T55" fmla="*/ 206 h 1576"/>
              <a:gd name="T56" fmla="*/ 354 w 1281"/>
              <a:gd name="T57" fmla="*/ 208 h 1576"/>
              <a:gd name="T58" fmla="*/ 347 w 1281"/>
              <a:gd name="T59" fmla="*/ 213 h 1576"/>
              <a:gd name="T60" fmla="*/ 342 w 1281"/>
              <a:gd name="T61" fmla="*/ 216 h 1576"/>
              <a:gd name="T62" fmla="*/ 342 w 1281"/>
              <a:gd name="T63" fmla="*/ 216 h 1576"/>
              <a:gd name="T64" fmla="*/ 337 w 1281"/>
              <a:gd name="T65" fmla="*/ 221 h 1576"/>
              <a:gd name="T66" fmla="*/ 339 w 1281"/>
              <a:gd name="T67" fmla="*/ 228 h 1576"/>
              <a:gd name="T68" fmla="*/ 337 w 1281"/>
              <a:gd name="T69" fmla="*/ 223 h 1576"/>
              <a:gd name="T70" fmla="*/ 337 w 1281"/>
              <a:gd name="T71" fmla="*/ 228 h 1576"/>
              <a:gd name="T72" fmla="*/ 339 w 1281"/>
              <a:gd name="T73" fmla="*/ 230 h 1576"/>
              <a:gd name="T74" fmla="*/ 342 w 1281"/>
              <a:gd name="T75" fmla="*/ 233 h 1576"/>
              <a:gd name="T76" fmla="*/ 344 w 1281"/>
              <a:gd name="T77" fmla="*/ 238 h 1576"/>
              <a:gd name="T78" fmla="*/ 352 w 1281"/>
              <a:gd name="T79" fmla="*/ 240 h 1576"/>
              <a:gd name="T80" fmla="*/ 359 w 1281"/>
              <a:gd name="T81" fmla="*/ 242 h 1576"/>
              <a:gd name="T82" fmla="*/ 368 w 1281"/>
              <a:gd name="T83" fmla="*/ 245 h 1576"/>
              <a:gd name="T84" fmla="*/ 378 w 1281"/>
              <a:gd name="T85" fmla="*/ 247 h 1576"/>
              <a:gd name="T86" fmla="*/ 390 w 1281"/>
              <a:gd name="T87" fmla="*/ 250 h 1576"/>
              <a:gd name="T88" fmla="*/ 400 w 1281"/>
              <a:gd name="T89" fmla="*/ 252 h 1576"/>
              <a:gd name="T90" fmla="*/ 402 w 1281"/>
              <a:gd name="T91" fmla="*/ 310 h 1576"/>
              <a:gd name="T92" fmla="*/ 402 w 1281"/>
              <a:gd name="T93" fmla="*/ 371 h 1576"/>
              <a:gd name="T94" fmla="*/ 402 w 1281"/>
              <a:gd name="T95" fmla="*/ 400 h 1576"/>
              <a:gd name="T96" fmla="*/ 400 w 1281"/>
              <a:gd name="T97" fmla="*/ 1260 h 1576"/>
              <a:gd name="T98" fmla="*/ 90 w 1281"/>
              <a:gd name="T99" fmla="*/ 383 h 1576"/>
              <a:gd name="T100" fmla="*/ 10 w 1281"/>
              <a:gd name="T101" fmla="*/ 1224 h 1576"/>
              <a:gd name="T102" fmla="*/ 1281 w 1281"/>
              <a:gd name="T103" fmla="*/ 1576 h 1576"/>
              <a:gd name="T104" fmla="*/ 352 w 1281"/>
              <a:gd name="T105" fmla="*/ 228 h 1576"/>
              <a:gd name="T106" fmla="*/ 342 w 1281"/>
              <a:gd name="T107" fmla="*/ 225 h 1576"/>
              <a:gd name="T108" fmla="*/ 342 w 1281"/>
              <a:gd name="T109" fmla="*/ 228 h 1576"/>
              <a:gd name="T110" fmla="*/ 410 w 1281"/>
              <a:gd name="T111" fmla="*/ 199 h 1576"/>
              <a:gd name="T112" fmla="*/ 412 w 1281"/>
              <a:gd name="T113" fmla="*/ 206 h 1576"/>
              <a:gd name="T114" fmla="*/ 419 w 1281"/>
              <a:gd name="T115" fmla="*/ 211 h 1576"/>
              <a:gd name="T116" fmla="*/ 427 w 1281"/>
              <a:gd name="T117" fmla="*/ 196 h 1576"/>
              <a:gd name="T118" fmla="*/ 429 w 1281"/>
              <a:gd name="T119" fmla="*/ 204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1" h="1576">
                <a:moveTo>
                  <a:pt x="1281" y="1017"/>
                </a:moveTo>
                <a:lnTo>
                  <a:pt x="1277" y="1022"/>
                </a:lnTo>
                <a:lnTo>
                  <a:pt x="1264" y="1032"/>
                </a:lnTo>
                <a:lnTo>
                  <a:pt x="1255" y="1044"/>
                </a:lnTo>
                <a:lnTo>
                  <a:pt x="1247" y="1059"/>
                </a:lnTo>
                <a:lnTo>
                  <a:pt x="1240" y="1073"/>
                </a:lnTo>
                <a:lnTo>
                  <a:pt x="1235" y="1090"/>
                </a:lnTo>
                <a:lnTo>
                  <a:pt x="1235" y="1102"/>
                </a:lnTo>
                <a:lnTo>
                  <a:pt x="1063" y="1102"/>
                </a:lnTo>
                <a:lnTo>
                  <a:pt x="1063" y="1107"/>
                </a:lnTo>
                <a:lnTo>
                  <a:pt x="1071" y="1107"/>
                </a:lnTo>
                <a:lnTo>
                  <a:pt x="1071" y="1134"/>
                </a:lnTo>
                <a:lnTo>
                  <a:pt x="1051" y="1134"/>
                </a:lnTo>
                <a:lnTo>
                  <a:pt x="1051" y="634"/>
                </a:lnTo>
                <a:lnTo>
                  <a:pt x="1010" y="634"/>
                </a:lnTo>
                <a:lnTo>
                  <a:pt x="1010" y="602"/>
                </a:lnTo>
                <a:lnTo>
                  <a:pt x="925" y="602"/>
                </a:lnTo>
                <a:lnTo>
                  <a:pt x="925" y="634"/>
                </a:lnTo>
                <a:lnTo>
                  <a:pt x="879" y="634"/>
                </a:lnTo>
                <a:lnTo>
                  <a:pt x="879" y="801"/>
                </a:lnTo>
                <a:lnTo>
                  <a:pt x="848" y="801"/>
                </a:lnTo>
                <a:lnTo>
                  <a:pt x="848" y="825"/>
                </a:lnTo>
                <a:lnTo>
                  <a:pt x="831" y="825"/>
                </a:lnTo>
                <a:lnTo>
                  <a:pt x="831" y="495"/>
                </a:lnTo>
                <a:lnTo>
                  <a:pt x="831" y="306"/>
                </a:lnTo>
                <a:lnTo>
                  <a:pt x="872" y="306"/>
                </a:lnTo>
                <a:lnTo>
                  <a:pt x="872" y="306"/>
                </a:lnTo>
                <a:lnTo>
                  <a:pt x="872" y="306"/>
                </a:lnTo>
                <a:lnTo>
                  <a:pt x="882" y="306"/>
                </a:lnTo>
                <a:lnTo>
                  <a:pt x="882" y="296"/>
                </a:lnTo>
                <a:lnTo>
                  <a:pt x="884" y="296"/>
                </a:lnTo>
                <a:lnTo>
                  <a:pt x="887" y="289"/>
                </a:lnTo>
                <a:lnTo>
                  <a:pt x="887" y="281"/>
                </a:lnTo>
                <a:lnTo>
                  <a:pt x="882" y="281"/>
                </a:lnTo>
                <a:lnTo>
                  <a:pt x="882" y="264"/>
                </a:lnTo>
                <a:lnTo>
                  <a:pt x="884" y="264"/>
                </a:lnTo>
                <a:lnTo>
                  <a:pt x="884" y="262"/>
                </a:lnTo>
                <a:lnTo>
                  <a:pt x="884" y="247"/>
                </a:lnTo>
                <a:lnTo>
                  <a:pt x="884" y="247"/>
                </a:lnTo>
                <a:lnTo>
                  <a:pt x="884" y="245"/>
                </a:lnTo>
                <a:lnTo>
                  <a:pt x="884" y="143"/>
                </a:lnTo>
                <a:lnTo>
                  <a:pt x="882" y="143"/>
                </a:lnTo>
                <a:lnTo>
                  <a:pt x="882" y="89"/>
                </a:lnTo>
                <a:lnTo>
                  <a:pt x="879" y="89"/>
                </a:lnTo>
                <a:lnTo>
                  <a:pt x="879" y="89"/>
                </a:lnTo>
                <a:lnTo>
                  <a:pt x="879" y="111"/>
                </a:lnTo>
                <a:lnTo>
                  <a:pt x="877" y="111"/>
                </a:lnTo>
                <a:lnTo>
                  <a:pt x="877" y="111"/>
                </a:lnTo>
                <a:lnTo>
                  <a:pt x="877" y="143"/>
                </a:lnTo>
                <a:lnTo>
                  <a:pt x="877" y="143"/>
                </a:lnTo>
                <a:lnTo>
                  <a:pt x="877" y="145"/>
                </a:lnTo>
                <a:lnTo>
                  <a:pt x="877" y="150"/>
                </a:lnTo>
                <a:lnTo>
                  <a:pt x="795" y="150"/>
                </a:lnTo>
                <a:lnTo>
                  <a:pt x="795" y="114"/>
                </a:lnTo>
                <a:lnTo>
                  <a:pt x="795" y="111"/>
                </a:lnTo>
                <a:lnTo>
                  <a:pt x="792" y="111"/>
                </a:lnTo>
                <a:lnTo>
                  <a:pt x="792" y="89"/>
                </a:lnTo>
                <a:lnTo>
                  <a:pt x="792" y="89"/>
                </a:lnTo>
                <a:lnTo>
                  <a:pt x="790" y="89"/>
                </a:lnTo>
                <a:lnTo>
                  <a:pt x="790" y="145"/>
                </a:lnTo>
                <a:lnTo>
                  <a:pt x="787" y="145"/>
                </a:lnTo>
                <a:lnTo>
                  <a:pt x="787" y="150"/>
                </a:lnTo>
                <a:lnTo>
                  <a:pt x="710" y="150"/>
                </a:lnTo>
                <a:lnTo>
                  <a:pt x="710" y="114"/>
                </a:lnTo>
                <a:lnTo>
                  <a:pt x="710" y="114"/>
                </a:lnTo>
                <a:lnTo>
                  <a:pt x="705" y="114"/>
                </a:lnTo>
                <a:lnTo>
                  <a:pt x="705" y="145"/>
                </a:lnTo>
                <a:lnTo>
                  <a:pt x="705" y="145"/>
                </a:lnTo>
                <a:lnTo>
                  <a:pt x="705" y="89"/>
                </a:lnTo>
                <a:lnTo>
                  <a:pt x="703" y="89"/>
                </a:lnTo>
                <a:lnTo>
                  <a:pt x="700" y="89"/>
                </a:lnTo>
                <a:lnTo>
                  <a:pt x="700" y="145"/>
                </a:lnTo>
                <a:lnTo>
                  <a:pt x="698" y="145"/>
                </a:lnTo>
                <a:lnTo>
                  <a:pt x="698" y="150"/>
                </a:lnTo>
                <a:lnTo>
                  <a:pt x="623" y="153"/>
                </a:lnTo>
                <a:lnTo>
                  <a:pt x="623" y="114"/>
                </a:lnTo>
                <a:lnTo>
                  <a:pt x="623" y="114"/>
                </a:lnTo>
                <a:lnTo>
                  <a:pt x="618" y="114"/>
                </a:lnTo>
                <a:lnTo>
                  <a:pt x="618" y="153"/>
                </a:lnTo>
                <a:lnTo>
                  <a:pt x="615" y="153"/>
                </a:lnTo>
                <a:lnTo>
                  <a:pt x="615" y="148"/>
                </a:lnTo>
                <a:lnTo>
                  <a:pt x="615" y="145"/>
                </a:lnTo>
                <a:lnTo>
                  <a:pt x="615" y="145"/>
                </a:lnTo>
                <a:lnTo>
                  <a:pt x="615" y="92"/>
                </a:lnTo>
                <a:lnTo>
                  <a:pt x="615" y="89"/>
                </a:lnTo>
                <a:lnTo>
                  <a:pt x="611" y="89"/>
                </a:lnTo>
                <a:lnTo>
                  <a:pt x="611" y="145"/>
                </a:lnTo>
                <a:lnTo>
                  <a:pt x="608" y="145"/>
                </a:lnTo>
                <a:lnTo>
                  <a:pt x="608" y="153"/>
                </a:lnTo>
                <a:lnTo>
                  <a:pt x="536" y="153"/>
                </a:lnTo>
                <a:lnTo>
                  <a:pt x="536" y="114"/>
                </a:lnTo>
                <a:lnTo>
                  <a:pt x="536" y="114"/>
                </a:lnTo>
                <a:lnTo>
                  <a:pt x="533" y="114"/>
                </a:lnTo>
                <a:lnTo>
                  <a:pt x="533" y="153"/>
                </a:lnTo>
                <a:lnTo>
                  <a:pt x="528" y="153"/>
                </a:lnTo>
                <a:lnTo>
                  <a:pt x="528" y="148"/>
                </a:lnTo>
                <a:lnTo>
                  <a:pt x="526" y="145"/>
                </a:lnTo>
                <a:lnTo>
                  <a:pt x="526" y="145"/>
                </a:lnTo>
                <a:lnTo>
                  <a:pt x="526" y="2"/>
                </a:lnTo>
                <a:lnTo>
                  <a:pt x="526" y="0"/>
                </a:lnTo>
                <a:lnTo>
                  <a:pt x="521" y="0"/>
                </a:lnTo>
                <a:lnTo>
                  <a:pt x="521" y="92"/>
                </a:lnTo>
                <a:lnTo>
                  <a:pt x="521" y="92"/>
                </a:lnTo>
                <a:lnTo>
                  <a:pt x="521" y="145"/>
                </a:lnTo>
                <a:lnTo>
                  <a:pt x="521" y="145"/>
                </a:lnTo>
                <a:lnTo>
                  <a:pt x="521" y="187"/>
                </a:lnTo>
                <a:lnTo>
                  <a:pt x="511" y="189"/>
                </a:lnTo>
                <a:lnTo>
                  <a:pt x="511" y="189"/>
                </a:lnTo>
                <a:lnTo>
                  <a:pt x="509" y="189"/>
                </a:lnTo>
                <a:lnTo>
                  <a:pt x="499" y="189"/>
                </a:lnTo>
                <a:lnTo>
                  <a:pt x="490" y="189"/>
                </a:lnTo>
                <a:lnTo>
                  <a:pt x="490" y="189"/>
                </a:lnTo>
                <a:lnTo>
                  <a:pt x="487" y="189"/>
                </a:lnTo>
                <a:lnTo>
                  <a:pt x="477" y="189"/>
                </a:lnTo>
                <a:lnTo>
                  <a:pt x="468" y="191"/>
                </a:lnTo>
                <a:lnTo>
                  <a:pt x="468" y="191"/>
                </a:lnTo>
                <a:lnTo>
                  <a:pt x="465" y="191"/>
                </a:lnTo>
                <a:lnTo>
                  <a:pt x="465" y="191"/>
                </a:lnTo>
                <a:lnTo>
                  <a:pt x="456" y="191"/>
                </a:lnTo>
                <a:lnTo>
                  <a:pt x="448" y="191"/>
                </a:lnTo>
                <a:lnTo>
                  <a:pt x="448" y="191"/>
                </a:lnTo>
                <a:lnTo>
                  <a:pt x="446" y="191"/>
                </a:lnTo>
                <a:lnTo>
                  <a:pt x="439" y="194"/>
                </a:lnTo>
                <a:lnTo>
                  <a:pt x="429" y="194"/>
                </a:lnTo>
                <a:lnTo>
                  <a:pt x="429" y="194"/>
                </a:lnTo>
                <a:lnTo>
                  <a:pt x="429" y="194"/>
                </a:lnTo>
                <a:lnTo>
                  <a:pt x="419" y="196"/>
                </a:lnTo>
                <a:lnTo>
                  <a:pt x="412" y="196"/>
                </a:lnTo>
                <a:lnTo>
                  <a:pt x="412" y="196"/>
                </a:lnTo>
                <a:lnTo>
                  <a:pt x="412" y="196"/>
                </a:lnTo>
                <a:lnTo>
                  <a:pt x="412" y="196"/>
                </a:lnTo>
                <a:lnTo>
                  <a:pt x="412" y="196"/>
                </a:lnTo>
                <a:lnTo>
                  <a:pt x="405" y="199"/>
                </a:lnTo>
                <a:lnTo>
                  <a:pt x="398" y="199"/>
                </a:lnTo>
                <a:lnTo>
                  <a:pt x="395" y="199"/>
                </a:lnTo>
                <a:lnTo>
                  <a:pt x="390" y="201"/>
                </a:lnTo>
                <a:lnTo>
                  <a:pt x="383" y="201"/>
                </a:lnTo>
                <a:lnTo>
                  <a:pt x="383" y="201"/>
                </a:lnTo>
                <a:lnTo>
                  <a:pt x="376" y="204"/>
                </a:lnTo>
                <a:lnTo>
                  <a:pt x="366" y="206"/>
                </a:lnTo>
                <a:lnTo>
                  <a:pt x="356" y="208"/>
                </a:lnTo>
                <a:lnTo>
                  <a:pt x="354" y="208"/>
                </a:lnTo>
                <a:lnTo>
                  <a:pt x="354" y="208"/>
                </a:lnTo>
                <a:lnTo>
                  <a:pt x="354" y="208"/>
                </a:lnTo>
                <a:lnTo>
                  <a:pt x="354" y="208"/>
                </a:lnTo>
                <a:lnTo>
                  <a:pt x="354" y="208"/>
                </a:lnTo>
                <a:lnTo>
                  <a:pt x="349" y="211"/>
                </a:lnTo>
                <a:lnTo>
                  <a:pt x="349" y="211"/>
                </a:lnTo>
                <a:lnTo>
                  <a:pt x="347" y="213"/>
                </a:lnTo>
                <a:lnTo>
                  <a:pt x="347" y="213"/>
                </a:lnTo>
                <a:lnTo>
                  <a:pt x="347" y="213"/>
                </a:lnTo>
                <a:lnTo>
                  <a:pt x="344" y="213"/>
                </a:lnTo>
                <a:lnTo>
                  <a:pt x="342" y="216"/>
                </a:lnTo>
                <a:lnTo>
                  <a:pt x="342" y="216"/>
                </a:lnTo>
                <a:lnTo>
                  <a:pt x="342" y="216"/>
                </a:lnTo>
                <a:lnTo>
                  <a:pt x="339" y="218"/>
                </a:lnTo>
                <a:lnTo>
                  <a:pt x="339" y="218"/>
                </a:lnTo>
                <a:lnTo>
                  <a:pt x="339" y="218"/>
                </a:lnTo>
                <a:lnTo>
                  <a:pt x="342" y="216"/>
                </a:lnTo>
                <a:lnTo>
                  <a:pt x="342" y="216"/>
                </a:lnTo>
                <a:lnTo>
                  <a:pt x="342" y="216"/>
                </a:lnTo>
                <a:lnTo>
                  <a:pt x="339" y="218"/>
                </a:lnTo>
                <a:lnTo>
                  <a:pt x="339" y="218"/>
                </a:lnTo>
                <a:lnTo>
                  <a:pt x="337" y="221"/>
                </a:lnTo>
                <a:lnTo>
                  <a:pt x="337" y="221"/>
                </a:lnTo>
                <a:lnTo>
                  <a:pt x="337" y="223"/>
                </a:lnTo>
                <a:lnTo>
                  <a:pt x="337" y="223"/>
                </a:lnTo>
                <a:lnTo>
                  <a:pt x="337" y="225"/>
                </a:lnTo>
                <a:lnTo>
                  <a:pt x="337" y="225"/>
                </a:lnTo>
                <a:lnTo>
                  <a:pt x="339" y="228"/>
                </a:lnTo>
                <a:lnTo>
                  <a:pt x="337" y="225"/>
                </a:lnTo>
                <a:lnTo>
                  <a:pt x="337" y="225"/>
                </a:lnTo>
                <a:lnTo>
                  <a:pt x="337" y="223"/>
                </a:lnTo>
                <a:lnTo>
                  <a:pt x="337" y="223"/>
                </a:lnTo>
                <a:lnTo>
                  <a:pt x="337" y="223"/>
                </a:lnTo>
                <a:lnTo>
                  <a:pt x="337" y="223"/>
                </a:lnTo>
                <a:lnTo>
                  <a:pt x="337" y="223"/>
                </a:lnTo>
                <a:lnTo>
                  <a:pt x="337" y="225"/>
                </a:lnTo>
                <a:lnTo>
                  <a:pt x="337" y="225"/>
                </a:lnTo>
                <a:lnTo>
                  <a:pt x="337" y="228"/>
                </a:lnTo>
                <a:lnTo>
                  <a:pt x="337" y="228"/>
                </a:lnTo>
                <a:lnTo>
                  <a:pt x="337" y="228"/>
                </a:lnTo>
                <a:lnTo>
                  <a:pt x="337" y="228"/>
                </a:lnTo>
                <a:lnTo>
                  <a:pt x="337" y="230"/>
                </a:lnTo>
                <a:lnTo>
                  <a:pt x="339" y="230"/>
                </a:lnTo>
                <a:lnTo>
                  <a:pt x="339" y="233"/>
                </a:lnTo>
                <a:lnTo>
                  <a:pt x="339" y="233"/>
                </a:lnTo>
                <a:lnTo>
                  <a:pt x="339" y="233"/>
                </a:lnTo>
                <a:lnTo>
                  <a:pt x="339" y="233"/>
                </a:lnTo>
                <a:lnTo>
                  <a:pt x="342" y="233"/>
                </a:lnTo>
                <a:lnTo>
                  <a:pt x="342" y="235"/>
                </a:lnTo>
                <a:lnTo>
                  <a:pt x="342" y="235"/>
                </a:lnTo>
                <a:lnTo>
                  <a:pt x="344" y="238"/>
                </a:lnTo>
                <a:lnTo>
                  <a:pt x="344" y="238"/>
                </a:lnTo>
                <a:lnTo>
                  <a:pt x="344" y="238"/>
                </a:lnTo>
                <a:lnTo>
                  <a:pt x="347" y="238"/>
                </a:lnTo>
                <a:lnTo>
                  <a:pt x="347" y="238"/>
                </a:lnTo>
                <a:lnTo>
                  <a:pt x="349" y="238"/>
                </a:lnTo>
                <a:lnTo>
                  <a:pt x="352" y="240"/>
                </a:lnTo>
                <a:lnTo>
                  <a:pt x="352" y="240"/>
                </a:lnTo>
                <a:lnTo>
                  <a:pt x="352" y="240"/>
                </a:lnTo>
                <a:lnTo>
                  <a:pt x="352" y="240"/>
                </a:lnTo>
                <a:lnTo>
                  <a:pt x="352" y="240"/>
                </a:lnTo>
                <a:lnTo>
                  <a:pt x="356" y="242"/>
                </a:lnTo>
                <a:lnTo>
                  <a:pt x="359" y="242"/>
                </a:lnTo>
                <a:lnTo>
                  <a:pt x="359" y="242"/>
                </a:lnTo>
                <a:lnTo>
                  <a:pt x="359" y="242"/>
                </a:lnTo>
                <a:lnTo>
                  <a:pt x="359" y="242"/>
                </a:lnTo>
                <a:lnTo>
                  <a:pt x="364" y="245"/>
                </a:lnTo>
                <a:lnTo>
                  <a:pt x="368" y="245"/>
                </a:lnTo>
                <a:lnTo>
                  <a:pt x="368" y="245"/>
                </a:lnTo>
                <a:lnTo>
                  <a:pt x="368" y="245"/>
                </a:lnTo>
                <a:lnTo>
                  <a:pt x="368" y="245"/>
                </a:lnTo>
                <a:lnTo>
                  <a:pt x="373" y="247"/>
                </a:lnTo>
                <a:lnTo>
                  <a:pt x="378" y="247"/>
                </a:lnTo>
                <a:lnTo>
                  <a:pt x="378" y="247"/>
                </a:lnTo>
                <a:lnTo>
                  <a:pt x="381" y="247"/>
                </a:lnTo>
                <a:lnTo>
                  <a:pt x="381" y="247"/>
                </a:lnTo>
                <a:lnTo>
                  <a:pt x="385" y="250"/>
                </a:lnTo>
                <a:lnTo>
                  <a:pt x="390" y="250"/>
                </a:lnTo>
                <a:lnTo>
                  <a:pt x="390" y="250"/>
                </a:lnTo>
                <a:lnTo>
                  <a:pt x="393" y="250"/>
                </a:lnTo>
                <a:lnTo>
                  <a:pt x="393" y="250"/>
                </a:lnTo>
                <a:lnTo>
                  <a:pt x="398" y="252"/>
                </a:lnTo>
                <a:lnTo>
                  <a:pt x="400" y="252"/>
                </a:lnTo>
                <a:lnTo>
                  <a:pt x="460" y="262"/>
                </a:lnTo>
                <a:lnTo>
                  <a:pt x="460" y="301"/>
                </a:lnTo>
                <a:lnTo>
                  <a:pt x="436" y="303"/>
                </a:lnTo>
                <a:lnTo>
                  <a:pt x="417" y="308"/>
                </a:lnTo>
                <a:lnTo>
                  <a:pt x="402" y="310"/>
                </a:lnTo>
                <a:lnTo>
                  <a:pt x="398" y="315"/>
                </a:lnTo>
                <a:lnTo>
                  <a:pt x="398" y="337"/>
                </a:lnTo>
                <a:lnTo>
                  <a:pt x="402" y="342"/>
                </a:lnTo>
                <a:lnTo>
                  <a:pt x="402" y="342"/>
                </a:lnTo>
                <a:lnTo>
                  <a:pt x="402" y="371"/>
                </a:lnTo>
                <a:lnTo>
                  <a:pt x="398" y="374"/>
                </a:lnTo>
                <a:lnTo>
                  <a:pt x="398" y="376"/>
                </a:lnTo>
                <a:lnTo>
                  <a:pt x="402" y="381"/>
                </a:lnTo>
                <a:lnTo>
                  <a:pt x="402" y="381"/>
                </a:lnTo>
                <a:lnTo>
                  <a:pt x="402" y="400"/>
                </a:lnTo>
                <a:lnTo>
                  <a:pt x="398" y="403"/>
                </a:lnTo>
                <a:lnTo>
                  <a:pt x="398" y="412"/>
                </a:lnTo>
                <a:lnTo>
                  <a:pt x="402" y="417"/>
                </a:lnTo>
                <a:lnTo>
                  <a:pt x="402" y="417"/>
                </a:lnTo>
                <a:lnTo>
                  <a:pt x="400" y="1260"/>
                </a:lnTo>
                <a:lnTo>
                  <a:pt x="378" y="1260"/>
                </a:lnTo>
                <a:lnTo>
                  <a:pt x="376" y="415"/>
                </a:lnTo>
                <a:lnTo>
                  <a:pt x="315" y="415"/>
                </a:lnTo>
                <a:lnTo>
                  <a:pt x="315" y="383"/>
                </a:lnTo>
                <a:lnTo>
                  <a:pt x="90" y="383"/>
                </a:lnTo>
                <a:lnTo>
                  <a:pt x="75" y="415"/>
                </a:lnTo>
                <a:lnTo>
                  <a:pt x="42" y="415"/>
                </a:lnTo>
                <a:lnTo>
                  <a:pt x="17" y="473"/>
                </a:lnTo>
                <a:lnTo>
                  <a:pt x="17" y="1224"/>
                </a:lnTo>
                <a:lnTo>
                  <a:pt x="10" y="1224"/>
                </a:lnTo>
                <a:lnTo>
                  <a:pt x="10" y="1221"/>
                </a:lnTo>
                <a:lnTo>
                  <a:pt x="5" y="1219"/>
                </a:lnTo>
                <a:lnTo>
                  <a:pt x="0" y="1219"/>
                </a:lnTo>
                <a:lnTo>
                  <a:pt x="0" y="1576"/>
                </a:lnTo>
                <a:lnTo>
                  <a:pt x="1281" y="1576"/>
                </a:lnTo>
                <a:lnTo>
                  <a:pt x="1281" y="1017"/>
                </a:lnTo>
                <a:close/>
                <a:moveTo>
                  <a:pt x="342" y="225"/>
                </a:moveTo>
                <a:lnTo>
                  <a:pt x="344" y="225"/>
                </a:lnTo>
                <a:lnTo>
                  <a:pt x="344" y="225"/>
                </a:lnTo>
                <a:lnTo>
                  <a:pt x="352" y="228"/>
                </a:lnTo>
                <a:lnTo>
                  <a:pt x="344" y="225"/>
                </a:lnTo>
                <a:lnTo>
                  <a:pt x="344" y="225"/>
                </a:lnTo>
                <a:lnTo>
                  <a:pt x="342" y="225"/>
                </a:lnTo>
                <a:lnTo>
                  <a:pt x="342" y="223"/>
                </a:lnTo>
                <a:lnTo>
                  <a:pt x="342" y="225"/>
                </a:lnTo>
                <a:close/>
                <a:moveTo>
                  <a:pt x="342" y="228"/>
                </a:moveTo>
                <a:lnTo>
                  <a:pt x="342" y="228"/>
                </a:lnTo>
                <a:lnTo>
                  <a:pt x="339" y="228"/>
                </a:lnTo>
                <a:lnTo>
                  <a:pt x="342" y="228"/>
                </a:lnTo>
                <a:lnTo>
                  <a:pt x="342" y="228"/>
                </a:lnTo>
                <a:lnTo>
                  <a:pt x="361" y="233"/>
                </a:lnTo>
                <a:lnTo>
                  <a:pt x="342" y="228"/>
                </a:lnTo>
                <a:close/>
                <a:moveTo>
                  <a:pt x="410" y="199"/>
                </a:moveTo>
                <a:lnTo>
                  <a:pt x="410" y="201"/>
                </a:lnTo>
                <a:lnTo>
                  <a:pt x="410" y="199"/>
                </a:lnTo>
                <a:lnTo>
                  <a:pt x="410" y="199"/>
                </a:lnTo>
                <a:lnTo>
                  <a:pt x="410" y="199"/>
                </a:lnTo>
                <a:close/>
                <a:moveTo>
                  <a:pt x="414" y="208"/>
                </a:moveTo>
                <a:lnTo>
                  <a:pt x="412" y="206"/>
                </a:lnTo>
                <a:lnTo>
                  <a:pt x="412" y="206"/>
                </a:lnTo>
                <a:lnTo>
                  <a:pt x="412" y="206"/>
                </a:lnTo>
                <a:lnTo>
                  <a:pt x="412" y="206"/>
                </a:lnTo>
                <a:lnTo>
                  <a:pt x="412" y="206"/>
                </a:lnTo>
                <a:lnTo>
                  <a:pt x="414" y="208"/>
                </a:lnTo>
                <a:lnTo>
                  <a:pt x="419" y="211"/>
                </a:lnTo>
                <a:lnTo>
                  <a:pt x="414" y="208"/>
                </a:lnTo>
                <a:close/>
                <a:moveTo>
                  <a:pt x="427" y="199"/>
                </a:moveTo>
                <a:lnTo>
                  <a:pt x="427" y="196"/>
                </a:lnTo>
                <a:lnTo>
                  <a:pt x="429" y="196"/>
                </a:lnTo>
                <a:lnTo>
                  <a:pt x="427" y="196"/>
                </a:lnTo>
                <a:lnTo>
                  <a:pt x="427" y="199"/>
                </a:lnTo>
                <a:close/>
                <a:moveTo>
                  <a:pt x="429" y="206"/>
                </a:moveTo>
                <a:lnTo>
                  <a:pt x="429" y="204"/>
                </a:lnTo>
                <a:lnTo>
                  <a:pt x="429" y="204"/>
                </a:lnTo>
                <a:lnTo>
                  <a:pt x="429" y="204"/>
                </a:lnTo>
                <a:lnTo>
                  <a:pt x="429" y="206"/>
                </a:lnTo>
                <a:lnTo>
                  <a:pt x="431" y="206"/>
                </a:lnTo>
                <a:lnTo>
                  <a:pt x="429" y="20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6" name="Freeform 15"/>
          <p:cNvSpPr>
            <a:spLocks/>
          </p:cNvSpPr>
          <p:nvPr/>
        </p:nvSpPr>
        <p:spPr bwMode="auto">
          <a:xfrm>
            <a:off x="6098382" y="3018240"/>
            <a:ext cx="2030676" cy="1895615"/>
          </a:xfrm>
          <a:custGeom>
            <a:avLst/>
            <a:gdLst>
              <a:gd name="T0" fmla="*/ 1278 w 1278"/>
              <a:gd name="T1" fmla="*/ 836 h 1193"/>
              <a:gd name="T2" fmla="*/ 1271 w 1278"/>
              <a:gd name="T3" fmla="*/ 819 h 1193"/>
              <a:gd name="T4" fmla="*/ 1252 w 1278"/>
              <a:gd name="T5" fmla="*/ 821 h 1193"/>
              <a:gd name="T6" fmla="*/ 1242 w 1278"/>
              <a:gd name="T7" fmla="*/ 807 h 1193"/>
              <a:gd name="T8" fmla="*/ 1206 w 1278"/>
              <a:gd name="T9" fmla="*/ 700 h 1193"/>
              <a:gd name="T10" fmla="*/ 1167 w 1278"/>
              <a:gd name="T11" fmla="*/ 693 h 1193"/>
              <a:gd name="T12" fmla="*/ 1126 w 1278"/>
              <a:gd name="T13" fmla="*/ 651 h 1193"/>
              <a:gd name="T14" fmla="*/ 1075 w 1278"/>
              <a:gd name="T15" fmla="*/ 598 h 1193"/>
              <a:gd name="T16" fmla="*/ 1068 w 1278"/>
              <a:gd name="T17" fmla="*/ 586 h 1193"/>
              <a:gd name="T18" fmla="*/ 1053 w 1278"/>
              <a:gd name="T19" fmla="*/ 566 h 1193"/>
              <a:gd name="T20" fmla="*/ 1048 w 1278"/>
              <a:gd name="T21" fmla="*/ 581 h 1193"/>
              <a:gd name="T22" fmla="*/ 1034 w 1278"/>
              <a:gd name="T23" fmla="*/ 593 h 1193"/>
              <a:gd name="T24" fmla="*/ 1034 w 1278"/>
              <a:gd name="T25" fmla="*/ 625 h 1193"/>
              <a:gd name="T26" fmla="*/ 956 w 1278"/>
              <a:gd name="T27" fmla="*/ 685 h 1193"/>
              <a:gd name="T28" fmla="*/ 925 w 1278"/>
              <a:gd name="T29" fmla="*/ 695 h 1193"/>
              <a:gd name="T30" fmla="*/ 884 w 1278"/>
              <a:gd name="T31" fmla="*/ 824 h 1193"/>
              <a:gd name="T32" fmla="*/ 864 w 1278"/>
              <a:gd name="T33" fmla="*/ 807 h 1193"/>
              <a:gd name="T34" fmla="*/ 850 w 1278"/>
              <a:gd name="T35" fmla="*/ 838 h 1193"/>
              <a:gd name="T36" fmla="*/ 833 w 1278"/>
              <a:gd name="T37" fmla="*/ 819 h 1193"/>
              <a:gd name="T38" fmla="*/ 814 w 1278"/>
              <a:gd name="T39" fmla="*/ 841 h 1193"/>
              <a:gd name="T40" fmla="*/ 751 w 1278"/>
              <a:gd name="T41" fmla="*/ 32 h 1193"/>
              <a:gd name="T42" fmla="*/ 445 w 1278"/>
              <a:gd name="T43" fmla="*/ 855 h 1193"/>
              <a:gd name="T44" fmla="*/ 431 w 1278"/>
              <a:gd name="T45" fmla="*/ 739 h 1193"/>
              <a:gd name="T46" fmla="*/ 404 w 1278"/>
              <a:gd name="T47" fmla="*/ 756 h 1193"/>
              <a:gd name="T48" fmla="*/ 378 w 1278"/>
              <a:gd name="T49" fmla="*/ 561 h 1193"/>
              <a:gd name="T50" fmla="*/ 375 w 1278"/>
              <a:gd name="T51" fmla="*/ 547 h 1193"/>
              <a:gd name="T52" fmla="*/ 368 w 1278"/>
              <a:gd name="T53" fmla="*/ 569 h 1193"/>
              <a:gd name="T54" fmla="*/ 351 w 1278"/>
              <a:gd name="T55" fmla="*/ 479 h 1193"/>
              <a:gd name="T56" fmla="*/ 341 w 1278"/>
              <a:gd name="T57" fmla="*/ 348 h 1193"/>
              <a:gd name="T58" fmla="*/ 324 w 1278"/>
              <a:gd name="T59" fmla="*/ 372 h 1193"/>
              <a:gd name="T60" fmla="*/ 312 w 1278"/>
              <a:gd name="T61" fmla="*/ 479 h 1193"/>
              <a:gd name="T62" fmla="*/ 295 w 1278"/>
              <a:gd name="T63" fmla="*/ 561 h 1193"/>
              <a:gd name="T64" fmla="*/ 290 w 1278"/>
              <a:gd name="T65" fmla="*/ 547 h 1193"/>
              <a:gd name="T66" fmla="*/ 288 w 1278"/>
              <a:gd name="T67" fmla="*/ 569 h 1193"/>
              <a:gd name="T68" fmla="*/ 269 w 1278"/>
              <a:gd name="T69" fmla="*/ 693 h 1193"/>
              <a:gd name="T70" fmla="*/ 269 w 1278"/>
              <a:gd name="T71" fmla="*/ 695 h 1193"/>
              <a:gd name="T72" fmla="*/ 261 w 1278"/>
              <a:gd name="T73" fmla="*/ 758 h 1193"/>
              <a:gd name="T74" fmla="*/ 244 w 1278"/>
              <a:gd name="T75" fmla="*/ 712 h 1193"/>
              <a:gd name="T76" fmla="*/ 232 w 1278"/>
              <a:gd name="T77" fmla="*/ 574 h 1193"/>
              <a:gd name="T78" fmla="*/ 208 w 1278"/>
              <a:gd name="T79" fmla="*/ 710 h 1193"/>
              <a:gd name="T80" fmla="*/ 194 w 1278"/>
              <a:gd name="T81" fmla="*/ 748 h 1193"/>
              <a:gd name="T82" fmla="*/ 174 w 1278"/>
              <a:gd name="T83" fmla="*/ 688 h 1193"/>
              <a:gd name="T84" fmla="*/ 172 w 1278"/>
              <a:gd name="T85" fmla="*/ 685 h 1193"/>
              <a:gd name="T86" fmla="*/ 169 w 1278"/>
              <a:gd name="T87" fmla="*/ 615 h 1193"/>
              <a:gd name="T88" fmla="*/ 167 w 1278"/>
              <a:gd name="T89" fmla="*/ 610 h 1193"/>
              <a:gd name="T90" fmla="*/ 157 w 1278"/>
              <a:gd name="T91" fmla="*/ 557 h 1193"/>
              <a:gd name="T92" fmla="*/ 148 w 1278"/>
              <a:gd name="T93" fmla="*/ 547 h 1193"/>
              <a:gd name="T94" fmla="*/ 123 w 1278"/>
              <a:gd name="T95" fmla="*/ 479 h 1193"/>
              <a:gd name="T96" fmla="*/ 123 w 1278"/>
              <a:gd name="T97" fmla="*/ 464 h 1193"/>
              <a:gd name="T98" fmla="*/ 121 w 1278"/>
              <a:gd name="T99" fmla="*/ 304 h 1193"/>
              <a:gd name="T100" fmla="*/ 97 w 1278"/>
              <a:gd name="T101" fmla="*/ 464 h 1193"/>
              <a:gd name="T102" fmla="*/ 94 w 1278"/>
              <a:gd name="T103" fmla="*/ 476 h 1193"/>
              <a:gd name="T104" fmla="*/ 70 w 1278"/>
              <a:gd name="T105" fmla="*/ 554 h 1193"/>
              <a:gd name="T106" fmla="*/ 60 w 1278"/>
              <a:gd name="T107" fmla="*/ 549 h 1193"/>
              <a:gd name="T108" fmla="*/ 48 w 1278"/>
              <a:gd name="T109" fmla="*/ 610 h 1193"/>
              <a:gd name="T110" fmla="*/ 41 w 1278"/>
              <a:gd name="T111" fmla="*/ 746 h 1193"/>
              <a:gd name="T112" fmla="*/ 17 w 1278"/>
              <a:gd name="T113" fmla="*/ 739 h 1193"/>
              <a:gd name="T114" fmla="*/ 7 w 1278"/>
              <a:gd name="T115" fmla="*/ 848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7" name="Freeform 16"/>
          <p:cNvSpPr>
            <a:spLocks/>
          </p:cNvSpPr>
          <p:nvPr/>
        </p:nvSpPr>
        <p:spPr bwMode="auto">
          <a:xfrm>
            <a:off x="4070883" y="2652781"/>
            <a:ext cx="2027498" cy="2261074"/>
          </a:xfrm>
          <a:custGeom>
            <a:avLst/>
            <a:gdLst>
              <a:gd name="T0" fmla="*/ 1242 w 1276"/>
              <a:gd name="T1" fmla="*/ 529 h 1423"/>
              <a:gd name="T2" fmla="*/ 1225 w 1276"/>
              <a:gd name="T3" fmla="*/ 527 h 1423"/>
              <a:gd name="T4" fmla="*/ 1196 w 1276"/>
              <a:gd name="T5" fmla="*/ 505 h 1423"/>
              <a:gd name="T6" fmla="*/ 1172 w 1276"/>
              <a:gd name="T7" fmla="*/ 483 h 1423"/>
              <a:gd name="T8" fmla="*/ 1148 w 1276"/>
              <a:gd name="T9" fmla="*/ 461 h 1423"/>
              <a:gd name="T10" fmla="*/ 1126 w 1276"/>
              <a:gd name="T11" fmla="*/ 439 h 1423"/>
              <a:gd name="T12" fmla="*/ 1043 w 1276"/>
              <a:gd name="T13" fmla="*/ 434 h 1423"/>
              <a:gd name="T14" fmla="*/ 1005 w 1276"/>
              <a:gd name="T15" fmla="*/ 447 h 1423"/>
              <a:gd name="T16" fmla="*/ 985 w 1276"/>
              <a:gd name="T17" fmla="*/ 461 h 1423"/>
              <a:gd name="T18" fmla="*/ 981 w 1276"/>
              <a:gd name="T19" fmla="*/ 481 h 1423"/>
              <a:gd name="T20" fmla="*/ 959 w 1276"/>
              <a:gd name="T21" fmla="*/ 495 h 1423"/>
              <a:gd name="T22" fmla="*/ 939 w 1276"/>
              <a:gd name="T23" fmla="*/ 505 h 1423"/>
              <a:gd name="T24" fmla="*/ 937 w 1276"/>
              <a:gd name="T25" fmla="*/ 524 h 1423"/>
              <a:gd name="T26" fmla="*/ 913 w 1276"/>
              <a:gd name="T27" fmla="*/ 529 h 1423"/>
              <a:gd name="T28" fmla="*/ 840 w 1276"/>
              <a:gd name="T29" fmla="*/ 534 h 1423"/>
              <a:gd name="T30" fmla="*/ 840 w 1276"/>
              <a:gd name="T31" fmla="*/ 595 h 1423"/>
              <a:gd name="T32" fmla="*/ 765 w 1276"/>
              <a:gd name="T33" fmla="*/ 876 h 1423"/>
              <a:gd name="T34" fmla="*/ 763 w 1276"/>
              <a:gd name="T35" fmla="*/ 544 h 1423"/>
              <a:gd name="T36" fmla="*/ 690 w 1276"/>
              <a:gd name="T37" fmla="*/ 539 h 1423"/>
              <a:gd name="T38" fmla="*/ 668 w 1276"/>
              <a:gd name="T39" fmla="*/ 534 h 1423"/>
              <a:gd name="T40" fmla="*/ 661 w 1276"/>
              <a:gd name="T41" fmla="*/ 515 h 1423"/>
              <a:gd name="T42" fmla="*/ 646 w 1276"/>
              <a:gd name="T43" fmla="*/ 502 h 1423"/>
              <a:gd name="T44" fmla="*/ 625 w 1276"/>
              <a:gd name="T45" fmla="*/ 490 h 1423"/>
              <a:gd name="T46" fmla="*/ 617 w 1276"/>
              <a:gd name="T47" fmla="*/ 471 h 1423"/>
              <a:gd name="T48" fmla="*/ 600 w 1276"/>
              <a:gd name="T49" fmla="*/ 456 h 1423"/>
              <a:gd name="T50" fmla="*/ 559 w 1276"/>
              <a:gd name="T51" fmla="*/ 444 h 1423"/>
              <a:gd name="T52" fmla="*/ 482 w 1276"/>
              <a:gd name="T53" fmla="*/ 449 h 1423"/>
              <a:gd name="T54" fmla="*/ 460 w 1276"/>
              <a:gd name="T55" fmla="*/ 471 h 1423"/>
              <a:gd name="T56" fmla="*/ 436 w 1276"/>
              <a:gd name="T57" fmla="*/ 493 h 1423"/>
              <a:gd name="T58" fmla="*/ 411 w 1276"/>
              <a:gd name="T59" fmla="*/ 512 h 1423"/>
              <a:gd name="T60" fmla="*/ 385 w 1276"/>
              <a:gd name="T61" fmla="*/ 534 h 1423"/>
              <a:gd name="T62" fmla="*/ 382 w 1276"/>
              <a:gd name="T63" fmla="*/ 536 h 1423"/>
              <a:gd name="T64" fmla="*/ 322 w 1276"/>
              <a:gd name="T65" fmla="*/ 328 h 1423"/>
              <a:gd name="T66" fmla="*/ 264 w 1276"/>
              <a:gd name="T67" fmla="*/ 274 h 1423"/>
              <a:gd name="T68" fmla="*/ 201 w 1276"/>
              <a:gd name="T69" fmla="*/ 233 h 1423"/>
              <a:gd name="T70" fmla="*/ 179 w 1276"/>
              <a:gd name="T71" fmla="*/ 328 h 1423"/>
              <a:gd name="T72" fmla="*/ 181 w 1276"/>
              <a:gd name="T73" fmla="*/ 255 h 1423"/>
              <a:gd name="T74" fmla="*/ 179 w 1276"/>
              <a:gd name="T75" fmla="*/ 252 h 1423"/>
              <a:gd name="T76" fmla="*/ 181 w 1276"/>
              <a:gd name="T77" fmla="*/ 213 h 1423"/>
              <a:gd name="T78" fmla="*/ 179 w 1276"/>
              <a:gd name="T79" fmla="*/ 213 h 1423"/>
              <a:gd name="T80" fmla="*/ 181 w 1276"/>
              <a:gd name="T81" fmla="*/ 174 h 1423"/>
              <a:gd name="T82" fmla="*/ 179 w 1276"/>
              <a:gd name="T83" fmla="*/ 172 h 1423"/>
              <a:gd name="T84" fmla="*/ 116 w 1276"/>
              <a:gd name="T85" fmla="*/ 109 h 1423"/>
              <a:gd name="T86" fmla="*/ 29 w 1276"/>
              <a:gd name="T87" fmla="*/ 104 h 1423"/>
              <a:gd name="T88" fmla="*/ 29 w 1276"/>
              <a:gd name="T89" fmla="*/ 31 h 1423"/>
              <a:gd name="T90" fmla="*/ 29 w 1276"/>
              <a:gd name="T91" fmla="*/ 9 h 1423"/>
              <a:gd name="T92" fmla="*/ 29 w 1276"/>
              <a:gd name="T93" fmla="*/ 0 h 1423"/>
              <a:gd name="T94" fmla="*/ 0 w 1276"/>
              <a:gd name="T95" fmla="*/ 1423 h 1423"/>
              <a:gd name="T96" fmla="*/ 1276 w 1276"/>
              <a:gd name="T97" fmla="*/ 534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8" name="Freeform 17"/>
          <p:cNvSpPr>
            <a:spLocks/>
          </p:cNvSpPr>
          <p:nvPr/>
        </p:nvSpPr>
        <p:spPr bwMode="auto">
          <a:xfrm>
            <a:off x="2035441" y="2169741"/>
            <a:ext cx="2035444" cy="2744114"/>
          </a:xfrm>
          <a:custGeom>
            <a:avLst/>
            <a:gdLst>
              <a:gd name="T0" fmla="*/ 1281 w 1281"/>
              <a:gd name="T1" fmla="*/ 1727 h 1727"/>
              <a:gd name="T2" fmla="*/ 1194 w 1281"/>
              <a:gd name="T3" fmla="*/ 304 h 1727"/>
              <a:gd name="T4" fmla="*/ 1194 w 1281"/>
              <a:gd name="T5" fmla="*/ 284 h 1727"/>
              <a:gd name="T6" fmla="*/ 1194 w 1281"/>
              <a:gd name="T7" fmla="*/ 265 h 1727"/>
              <a:gd name="T8" fmla="*/ 1080 w 1281"/>
              <a:gd name="T9" fmla="*/ 126 h 1727"/>
              <a:gd name="T10" fmla="*/ 1073 w 1281"/>
              <a:gd name="T11" fmla="*/ 80 h 1727"/>
              <a:gd name="T12" fmla="*/ 1063 w 1281"/>
              <a:gd name="T13" fmla="*/ 92 h 1727"/>
              <a:gd name="T14" fmla="*/ 1063 w 1281"/>
              <a:gd name="T15" fmla="*/ 12 h 1727"/>
              <a:gd name="T16" fmla="*/ 1061 w 1281"/>
              <a:gd name="T17" fmla="*/ 0 h 1727"/>
              <a:gd name="T18" fmla="*/ 1053 w 1281"/>
              <a:gd name="T19" fmla="*/ 92 h 1727"/>
              <a:gd name="T20" fmla="*/ 1053 w 1281"/>
              <a:gd name="T21" fmla="*/ 12 h 1727"/>
              <a:gd name="T22" fmla="*/ 1048 w 1281"/>
              <a:gd name="T23" fmla="*/ 0 h 1727"/>
              <a:gd name="T24" fmla="*/ 1041 w 1281"/>
              <a:gd name="T25" fmla="*/ 92 h 1727"/>
              <a:gd name="T26" fmla="*/ 1041 w 1281"/>
              <a:gd name="T27" fmla="*/ 12 h 1727"/>
              <a:gd name="T28" fmla="*/ 1039 w 1281"/>
              <a:gd name="T29" fmla="*/ 0 h 1727"/>
              <a:gd name="T30" fmla="*/ 1031 w 1281"/>
              <a:gd name="T31" fmla="*/ 92 h 1727"/>
              <a:gd name="T32" fmla="*/ 1031 w 1281"/>
              <a:gd name="T33" fmla="*/ 12 h 1727"/>
              <a:gd name="T34" fmla="*/ 1027 w 1281"/>
              <a:gd name="T35" fmla="*/ 0 h 1727"/>
              <a:gd name="T36" fmla="*/ 1019 w 1281"/>
              <a:gd name="T37" fmla="*/ 92 h 1727"/>
              <a:gd name="T38" fmla="*/ 1019 w 1281"/>
              <a:gd name="T39" fmla="*/ 12 h 1727"/>
              <a:gd name="T40" fmla="*/ 1017 w 1281"/>
              <a:gd name="T41" fmla="*/ 0 h 1727"/>
              <a:gd name="T42" fmla="*/ 1010 w 1281"/>
              <a:gd name="T43" fmla="*/ 92 h 1727"/>
              <a:gd name="T44" fmla="*/ 1000 w 1281"/>
              <a:gd name="T45" fmla="*/ 80 h 1727"/>
              <a:gd name="T46" fmla="*/ 1000 w 1281"/>
              <a:gd name="T47" fmla="*/ 257 h 1727"/>
              <a:gd name="T48" fmla="*/ 1000 w 1281"/>
              <a:gd name="T49" fmla="*/ 282 h 1727"/>
              <a:gd name="T50" fmla="*/ 971 w 1281"/>
              <a:gd name="T51" fmla="*/ 304 h 1727"/>
              <a:gd name="T52" fmla="*/ 971 w 1281"/>
              <a:gd name="T53" fmla="*/ 313 h 1727"/>
              <a:gd name="T54" fmla="*/ 971 w 1281"/>
              <a:gd name="T55" fmla="*/ 335 h 1727"/>
              <a:gd name="T56" fmla="*/ 971 w 1281"/>
              <a:gd name="T57" fmla="*/ 403 h 1727"/>
              <a:gd name="T58" fmla="*/ 968 w 1281"/>
              <a:gd name="T59" fmla="*/ 413 h 1727"/>
              <a:gd name="T60" fmla="*/ 932 w 1281"/>
              <a:gd name="T61" fmla="*/ 738 h 1727"/>
              <a:gd name="T62" fmla="*/ 814 w 1281"/>
              <a:gd name="T63" fmla="*/ 515 h 1727"/>
              <a:gd name="T64" fmla="*/ 746 w 1281"/>
              <a:gd name="T65" fmla="*/ 386 h 1727"/>
              <a:gd name="T66" fmla="*/ 719 w 1281"/>
              <a:gd name="T67" fmla="*/ 515 h 1727"/>
              <a:gd name="T68" fmla="*/ 608 w 1281"/>
              <a:gd name="T69" fmla="*/ 386 h 1727"/>
              <a:gd name="T70" fmla="*/ 557 w 1281"/>
              <a:gd name="T71" fmla="*/ 515 h 1727"/>
              <a:gd name="T72" fmla="*/ 513 w 1281"/>
              <a:gd name="T73" fmla="*/ 1195 h 1727"/>
              <a:gd name="T74" fmla="*/ 458 w 1281"/>
              <a:gd name="T75" fmla="*/ 1200 h 1727"/>
              <a:gd name="T76" fmla="*/ 431 w 1281"/>
              <a:gd name="T77" fmla="*/ 1202 h 1727"/>
              <a:gd name="T78" fmla="*/ 412 w 1281"/>
              <a:gd name="T79" fmla="*/ 1180 h 1727"/>
              <a:gd name="T80" fmla="*/ 370 w 1281"/>
              <a:gd name="T81" fmla="*/ 1207 h 1727"/>
              <a:gd name="T82" fmla="*/ 370 w 1281"/>
              <a:gd name="T83" fmla="*/ 1210 h 1727"/>
              <a:gd name="T84" fmla="*/ 370 w 1281"/>
              <a:gd name="T85" fmla="*/ 1200 h 1727"/>
              <a:gd name="T86" fmla="*/ 322 w 1281"/>
              <a:gd name="T87" fmla="*/ 1188 h 1727"/>
              <a:gd name="T88" fmla="*/ 312 w 1281"/>
              <a:gd name="T89" fmla="*/ 1202 h 1727"/>
              <a:gd name="T90" fmla="*/ 269 w 1281"/>
              <a:gd name="T91" fmla="*/ 1197 h 1727"/>
              <a:gd name="T92" fmla="*/ 140 w 1281"/>
              <a:gd name="T93" fmla="*/ 1193 h 1727"/>
              <a:gd name="T94" fmla="*/ 0 w 1281"/>
              <a:gd name="T95" fmla="*/ 121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18"/>
          <p:cNvSpPr>
            <a:spLocks noEditPoints="1"/>
          </p:cNvSpPr>
          <p:nvPr/>
        </p:nvSpPr>
        <p:spPr bwMode="auto">
          <a:xfrm>
            <a:off x="3175" y="2258722"/>
            <a:ext cx="2032266" cy="265513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10" name="Rectangle 9"/>
          <p:cNvSpPr/>
          <p:nvPr/>
        </p:nvSpPr>
        <p:spPr>
          <a:xfrm>
            <a:off x="0" y="4913855"/>
            <a:ext cx="12192000" cy="194414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cxnSp>
        <p:nvCxnSpPr>
          <p:cNvPr id="25" name="Straight Connector 24"/>
          <p:cNvCxnSpPr/>
          <p:nvPr/>
        </p:nvCxnSpPr>
        <p:spPr>
          <a:xfrm>
            <a:off x="7979275" y="4931231"/>
            <a:ext cx="0" cy="1562907"/>
          </a:xfrm>
          <a:prstGeom prst="line">
            <a:avLst/>
          </a:prstGeom>
          <a:ln>
            <a:solidFill>
              <a:schemeClr val="bg1"/>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7114" y="5034600"/>
            <a:ext cx="3453440" cy="338554"/>
          </a:xfrm>
          <a:prstGeom prst="rect">
            <a:avLst/>
          </a:prstGeom>
          <a:noFill/>
        </p:spPr>
        <p:txBody>
          <a:bodyPr wrap="square" rtlCol="0">
            <a:spAutoFit/>
          </a:bodyPr>
          <a:lstStyle/>
          <a:p>
            <a:r>
              <a:rPr lang="nb-NO" sz="1600" b="1" dirty="0">
                <a:solidFill>
                  <a:schemeClr val="bg1"/>
                </a:solidFill>
              </a:rPr>
              <a:t>Milos Novovic</a:t>
            </a:r>
            <a:endParaRPr lang="id-ID" sz="1600" b="1" dirty="0">
              <a:solidFill>
                <a:schemeClr val="bg1"/>
              </a:solidFill>
            </a:endParaRPr>
          </a:p>
        </p:txBody>
      </p:sp>
      <p:grpSp>
        <p:nvGrpSpPr>
          <p:cNvPr id="64" name="Group 63"/>
          <p:cNvGrpSpPr/>
          <p:nvPr/>
        </p:nvGrpSpPr>
        <p:grpSpPr>
          <a:xfrm>
            <a:off x="8335983" y="5689358"/>
            <a:ext cx="3515775" cy="327652"/>
            <a:chOff x="8335983" y="5689358"/>
            <a:chExt cx="3515775" cy="327652"/>
          </a:xfrm>
        </p:grpSpPr>
        <p:sp>
          <p:nvSpPr>
            <p:cNvPr id="34" name="TextBox 33"/>
            <p:cNvSpPr txBox="1"/>
            <p:nvPr/>
          </p:nvSpPr>
          <p:spPr>
            <a:xfrm>
              <a:off x="8637080" y="5689358"/>
              <a:ext cx="3214678" cy="307777"/>
            </a:xfrm>
            <a:prstGeom prst="rect">
              <a:avLst/>
            </a:prstGeom>
            <a:noFill/>
          </p:spPr>
          <p:txBody>
            <a:bodyPr wrap="square" rtlCol="0">
              <a:spAutoFit/>
            </a:bodyPr>
            <a:lstStyle/>
            <a:p>
              <a:r>
                <a:rPr lang="nb-NO" sz="1400" dirty="0">
                  <a:solidFill>
                    <a:schemeClr val="bg1"/>
                  </a:solidFill>
                </a:rPr>
                <a:t>milos.novovic@bi.no</a:t>
              </a:r>
              <a:endParaRPr lang="id-ID" sz="1400" dirty="0">
                <a:solidFill>
                  <a:schemeClr val="bg1"/>
                </a:solidFill>
              </a:endParaRPr>
            </a:p>
          </p:txBody>
        </p:sp>
        <p:grpSp>
          <p:nvGrpSpPr>
            <p:cNvPr id="38" name="Group 37"/>
            <p:cNvGrpSpPr/>
            <p:nvPr/>
          </p:nvGrpSpPr>
          <p:grpSpPr>
            <a:xfrm>
              <a:off x="8335983" y="5733107"/>
              <a:ext cx="283903" cy="283903"/>
              <a:chOff x="4752975" y="3660776"/>
              <a:chExt cx="365125" cy="365125"/>
            </a:xfrm>
            <a:solidFill>
              <a:schemeClr val="bg1"/>
            </a:solidFill>
          </p:grpSpPr>
          <p:sp>
            <p:nvSpPr>
              <p:cNvPr id="36" name="Freeform 51"/>
              <p:cNvSpPr>
                <a:spLocks/>
              </p:cNvSpPr>
              <p:nvPr/>
            </p:nvSpPr>
            <p:spPr bwMode="auto">
              <a:xfrm>
                <a:off x="4843463" y="3775076"/>
                <a:ext cx="274637" cy="250825"/>
              </a:xfrm>
              <a:custGeom>
                <a:avLst/>
                <a:gdLst>
                  <a:gd name="T0" fmla="*/ 40 w 48"/>
                  <a:gd name="T1" fmla="*/ 0 h 44"/>
                  <a:gd name="T2" fmla="*/ 36 w 48"/>
                  <a:gd name="T3" fmla="*/ 0 h 44"/>
                  <a:gd name="T4" fmla="*/ 36 w 48"/>
                  <a:gd name="T5" fmla="*/ 4 h 44"/>
                  <a:gd name="T6" fmla="*/ 24 w 48"/>
                  <a:gd name="T7" fmla="*/ 16 h 44"/>
                  <a:gd name="T8" fmla="*/ 6 w 48"/>
                  <a:gd name="T9" fmla="*/ 16 h 44"/>
                  <a:gd name="T10" fmla="*/ 0 w 48"/>
                  <a:gd name="T11" fmla="*/ 22 h 44"/>
                  <a:gd name="T12" fmla="*/ 0 w 48"/>
                  <a:gd name="T13" fmla="*/ 24 h 44"/>
                  <a:gd name="T14" fmla="*/ 8 w 48"/>
                  <a:gd name="T15" fmla="*/ 32 h 44"/>
                  <a:gd name="T16" fmla="*/ 28 w 48"/>
                  <a:gd name="T17" fmla="*/ 32 h 44"/>
                  <a:gd name="T18" fmla="*/ 40 w 48"/>
                  <a:gd name="T19" fmla="*/ 44 h 44"/>
                  <a:gd name="T20" fmla="*/ 40 w 48"/>
                  <a:gd name="T21" fmla="*/ 32 h 44"/>
                  <a:gd name="T22" fmla="*/ 48 w 48"/>
                  <a:gd name="T23" fmla="*/ 24 h 44"/>
                  <a:gd name="T24" fmla="*/ 48 w 48"/>
                  <a:gd name="T25" fmla="*/ 8 h 44"/>
                  <a:gd name="T26" fmla="*/ 40 w 48"/>
                  <a:gd name="T2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4">
                    <a:moveTo>
                      <a:pt x="40" y="0"/>
                    </a:moveTo>
                    <a:cubicBezTo>
                      <a:pt x="36" y="0"/>
                      <a:pt x="36" y="0"/>
                      <a:pt x="36" y="0"/>
                    </a:cubicBezTo>
                    <a:cubicBezTo>
                      <a:pt x="36" y="4"/>
                      <a:pt x="36" y="4"/>
                      <a:pt x="36" y="4"/>
                    </a:cubicBezTo>
                    <a:cubicBezTo>
                      <a:pt x="36" y="10"/>
                      <a:pt x="30" y="16"/>
                      <a:pt x="24" y="16"/>
                    </a:cubicBezTo>
                    <a:cubicBezTo>
                      <a:pt x="6" y="16"/>
                      <a:pt x="6" y="16"/>
                      <a:pt x="6" y="16"/>
                    </a:cubicBezTo>
                    <a:cubicBezTo>
                      <a:pt x="0" y="22"/>
                      <a:pt x="0" y="22"/>
                      <a:pt x="0" y="22"/>
                    </a:cubicBezTo>
                    <a:cubicBezTo>
                      <a:pt x="0" y="24"/>
                      <a:pt x="0" y="24"/>
                      <a:pt x="0" y="24"/>
                    </a:cubicBezTo>
                    <a:cubicBezTo>
                      <a:pt x="0" y="28"/>
                      <a:pt x="4" y="32"/>
                      <a:pt x="8" y="32"/>
                    </a:cubicBezTo>
                    <a:cubicBezTo>
                      <a:pt x="28" y="32"/>
                      <a:pt x="28" y="32"/>
                      <a:pt x="28" y="32"/>
                    </a:cubicBezTo>
                    <a:cubicBezTo>
                      <a:pt x="40" y="44"/>
                      <a:pt x="40" y="44"/>
                      <a:pt x="40" y="44"/>
                    </a:cubicBezTo>
                    <a:cubicBezTo>
                      <a:pt x="40" y="32"/>
                      <a:pt x="40" y="32"/>
                      <a:pt x="40" y="32"/>
                    </a:cubicBezTo>
                    <a:cubicBezTo>
                      <a:pt x="44" y="32"/>
                      <a:pt x="48" y="28"/>
                      <a:pt x="48" y="24"/>
                    </a:cubicBezTo>
                    <a:cubicBezTo>
                      <a:pt x="48" y="8"/>
                      <a:pt x="48" y="8"/>
                      <a:pt x="48" y="8"/>
                    </a:cubicBezTo>
                    <a:cubicBezTo>
                      <a:pt x="48" y="4"/>
                      <a:pt x="44" y="0"/>
                      <a:pt x="4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7" name="Freeform 52"/>
              <p:cNvSpPr>
                <a:spLocks/>
              </p:cNvSpPr>
              <p:nvPr/>
            </p:nvSpPr>
            <p:spPr bwMode="auto">
              <a:xfrm>
                <a:off x="4752975" y="3660776"/>
                <a:ext cx="273050" cy="250825"/>
              </a:xfrm>
              <a:custGeom>
                <a:avLst/>
                <a:gdLst>
                  <a:gd name="T0" fmla="*/ 20 w 48"/>
                  <a:gd name="T1" fmla="*/ 32 h 44"/>
                  <a:gd name="T2" fmla="*/ 40 w 48"/>
                  <a:gd name="T3" fmla="*/ 32 h 44"/>
                  <a:gd name="T4" fmla="*/ 48 w 48"/>
                  <a:gd name="T5" fmla="*/ 24 h 44"/>
                  <a:gd name="T6" fmla="*/ 48 w 48"/>
                  <a:gd name="T7" fmla="*/ 8 h 44"/>
                  <a:gd name="T8" fmla="*/ 40 w 48"/>
                  <a:gd name="T9" fmla="*/ 0 h 44"/>
                  <a:gd name="T10" fmla="*/ 8 w 48"/>
                  <a:gd name="T11" fmla="*/ 0 h 44"/>
                  <a:gd name="T12" fmla="*/ 0 w 48"/>
                  <a:gd name="T13" fmla="*/ 8 h 44"/>
                  <a:gd name="T14" fmla="*/ 0 w 48"/>
                  <a:gd name="T15" fmla="*/ 24 h 44"/>
                  <a:gd name="T16" fmla="*/ 8 w 48"/>
                  <a:gd name="T17" fmla="*/ 32 h 44"/>
                  <a:gd name="T18" fmla="*/ 8 w 48"/>
                  <a:gd name="T19" fmla="*/ 44 h 44"/>
                  <a:gd name="T20" fmla="*/ 20 w 48"/>
                  <a:gd name="T21"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4">
                    <a:moveTo>
                      <a:pt x="20" y="32"/>
                    </a:moveTo>
                    <a:cubicBezTo>
                      <a:pt x="40" y="32"/>
                      <a:pt x="40" y="32"/>
                      <a:pt x="40" y="32"/>
                    </a:cubicBezTo>
                    <a:cubicBezTo>
                      <a:pt x="44" y="32"/>
                      <a:pt x="48" y="28"/>
                      <a:pt x="48" y="24"/>
                    </a:cubicBezTo>
                    <a:cubicBezTo>
                      <a:pt x="48" y="8"/>
                      <a:pt x="48" y="8"/>
                      <a:pt x="48" y="8"/>
                    </a:cubicBezTo>
                    <a:cubicBezTo>
                      <a:pt x="48" y="4"/>
                      <a:pt x="44" y="0"/>
                      <a:pt x="40" y="0"/>
                    </a:cubicBezTo>
                    <a:cubicBezTo>
                      <a:pt x="8" y="0"/>
                      <a:pt x="8" y="0"/>
                      <a:pt x="8" y="0"/>
                    </a:cubicBezTo>
                    <a:cubicBezTo>
                      <a:pt x="4" y="0"/>
                      <a:pt x="0" y="4"/>
                      <a:pt x="0" y="8"/>
                    </a:cubicBezTo>
                    <a:cubicBezTo>
                      <a:pt x="0" y="24"/>
                      <a:pt x="0" y="24"/>
                      <a:pt x="0" y="24"/>
                    </a:cubicBezTo>
                    <a:cubicBezTo>
                      <a:pt x="0" y="28"/>
                      <a:pt x="4" y="32"/>
                      <a:pt x="8" y="32"/>
                    </a:cubicBezTo>
                    <a:cubicBezTo>
                      <a:pt x="8" y="44"/>
                      <a:pt x="8" y="44"/>
                      <a:pt x="8" y="44"/>
                    </a:cubicBezTo>
                    <a:lnTo>
                      <a:pt x="20"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3" name="Group 62"/>
          <p:cNvGrpSpPr/>
          <p:nvPr/>
        </p:nvGrpSpPr>
        <p:grpSpPr>
          <a:xfrm>
            <a:off x="8333567" y="6079046"/>
            <a:ext cx="3518191" cy="307777"/>
            <a:chOff x="8333567" y="6079046"/>
            <a:chExt cx="3518191" cy="307777"/>
          </a:xfrm>
        </p:grpSpPr>
        <p:sp>
          <p:nvSpPr>
            <p:cNvPr id="35" name="TextBox 34"/>
            <p:cNvSpPr txBox="1"/>
            <p:nvPr/>
          </p:nvSpPr>
          <p:spPr>
            <a:xfrm>
              <a:off x="8637080" y="6079046"/>
              <a:ext cx="3214678" cy="307777"/>
            </a:xfrm>
            <a:prstGeom prst="rect">
              <a:avLst/>
            </a:prstGeom>
            <a:noFill/>
          </p:spPr>
          <p:txBody>
            <a:bodyPr wrap="square" rtlCol="0">
              <a:spAutoFit/>
            </a:bodyPr>
            <a:lstStyle/>
            <a:p>
              <a:r>
                <a:rPr lang="id-ID" sz="1400" dirty="0">
                  <a:solidFill>
                    <a:schemeClr val="bg1"/>
                  </a:solidFill>
                </a:rPr>
                <a:t>+</a:t>
              </a:r>
              <a:r>
                <a:rPr lang="nb-NO" sz="1400" dirty="0">
                  <a:solidFill>
                    <a:schemeClr val="bg1"/>
                  </a:solidFill>
                </a:rPr>
                <a:t>47 974 22 223</a:t>
              </a:r>
              <a:endParaRPr lang="id-ID" sz="1400" dirty="0">
                <a:solidFill>
                  <a:schemeClr val="bg1"/>
                </a:solidFill>
              </a:endParaRPr>
            </a:p>
          </p:txBody>
        </p:sp>
        <p:grpSp>
          <p:nvGrpSpPr>
            <p:cNvPr id="41" name="Group 40"/>
            <p:cNvGrpSpPr/>
            <p:nvPr/>
          </p:nvGrpSpPr>
          <p:grpSpPr>
            <a:xfrm>
              <a:off x="8333567" y="6088567"/>
              <a:ext cx="198350" cy="288737"/>
              <a:chOff x="2678113" y="3660776"/>
              <a:chExt cx="250825" cy="365125"/>
            </a:xfrm>
            <a:solidFill>
              <a:schemeClr val="bg1"/>
            </a:solidFill>
          </p:grpSpPr>
          <p:sp>
            <p:nvSpPr>
              <p:cNvPr id="42" name="Rectangle 36"/>
              <p:cNvSpPr>
                <a:spLocks noChangeArrowheads="1"/>
              </p:cNvSpPr>
              <p:nvPr/>
            </p:nvSpPr>
            <p:spPr bwMode="auto">
              <a:xfrm>
                <a:off x="2722563" y="3751263"/>
                <a:ext cx="160337" cy="138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Rectangle 37"/>
              <p:cNvSpPr>
                <a:spLocks noChangeArrowheads="1"/>
              </p:cNvSpPr>
              <p:nvPr/>
            </p:nvSpPr>
            <p:spPr bwMode="auto">
              <a:xfrm>
                <a:off x="2768600" y="3706813"/>
                <a:ext cx="6826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38"/>
              <p:cNvSpPr>
                <a:spLocks noEditPoints="1"/>
              </p:cNvSpPr>
              <p:nvPr/>
            </p:nvSpPr>
            <p:spPr bwMode="auto">
              <a:xfrm>
                <a:off x="2678113" y="3660776"/>
                <a:ext cx="250825" cy="365125"/>
              </a:xfrm>
              <a:custGeom>
                <a:avLst/>
                <a:gdLst>
                  <a:gd name="T0" fmla="*/ 36 w 44"/>
                  <a:gd name="T1" fmla="*/ 0 h 64"/>
                  <a:gd name="T2" fmla="*/ 8 w 44"/>
                  <a:gd name="T3" fmla="*/ 0 h 64"/>
                  <a:gd name="T4" fmla="*/ 0 w 44"/>
                  <a:gd name="T5" fmla="*/ 8 h 64"/>
                  <a:gd name="T6" fmla="*/ 0 w 44"/>
                  <a:gd name="T7" fmla="*/ 56 h 64"/>
                  <a:gd name="T8" fmla="*/ 8 w 44"/>
                  <a:gd name="T9" fmla="*/ 64 h 64"/>
                  <a:gd name="T10" fmla="*/ 36 w 44"/>
                  <a:gd name="T11" fmla="*/ 64 h 64"/>
                  <a:gd name="T12" fmla="*/ 44 w 44"/>
                  <a:gd name="T13" fmla="*/ 56 h 64"/>
                  <a:gd name="T14" fmla="*/ 44 w 44"/>
                  <a:gd name="T15" fmla="*/ 8 h 64"/>
                  <a:gd name="T16" fmla="*/ 36 w 44"/>
                  <a:gd name="T17" fmla="*/ 0 h 64"/>
                  <a:gd name="T18" fmla="*/ 40 w 44"/>
                  <a:gd name="T19" fmla="*/ 56 h 64"/>
                  <a:gd name="T20" fmla="*/ 36 w 44"/>
                  <a:gd name="T21" fmla="*/ 60 h 64"/>
                  <a:gd name="T22" fmla="*/ 8 w 44"/>
                  <a:gd name="T23" fmla="*/ 60 h 64"/>
                  <a:gd name="T24" fmla="*/ 4 w 44"/>
                  <a:gd name="T25" fmla="*/ 56 h 64"/>
                  <a:gd name="T26" fmla="*/ 4 w 44"/>
                  <a:gd name="T27" fmla="*/ 8 h 64"/>
                  <a:gd name="T28" fmla="*/ 8 w 44"/>
                  <a:gd name="T29" fmla="*/ 4 h 64"/>
                  <a:gd name="T30" fmla="*/ 36 w 44"/>
                  <a:gd name="T31" fmla="*/ 4 h 64"/>
                  <a:gd name="T32" fmla="*/ 40 w 44"/>
                  <a:gd name="T33" fmla="*/ 8 h 64"/>
                  <a:gd name="T34" fmla="*/ 40 w 44"/>
                  <a:gd name="T3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64">
                    <a:moveTo>
                      <a:pt x="36" y="0"/>
                    </a:moveTo>
                    <a:cubicBezTo>
                      <a:pt x="8" y="0"/>
                      <a:pt x="8" y="0"/>
                      <a:pt x="8" y="0"/>
                    </a:cubicBezTo>
                    <a:cubicBezTo>
                      <a:pt x="4" y="0"/>
                      <a:pt x="0" y="4"/>
                      <a:pt x="0" y="8"/>
                    </a:cubicBezTo>
                    <a:cubicBezTo>
                      <a:pt x="0" y="56"/>
                      <a:pt x="0" y="56"/>
                      <a:pt x="0" y="56"/>
                    </a:cubicBezTo>
                    <a:cubicBezTo>
                      <a:pt x="0" y="60"/>
                      <a:pt x="4" y="64"/>
                      <a:pt x="8" y="64"/>
                    </a:cubicBezTo>
                    <a:cubicBezTo>
                      <a:pt x="36" y="64"/>
                      <a:pt x="36" y="64"/>
                      <a:pt x="36" y="64"/>
                    </a:cubicBezTo>
                    <a:cubicBezTo>
                      <a:pt x="40" y="64"/>
                      <a:pt x="44" y="60"/>
                      <a:pt x="44" y="56"/>
                    </a:cubicBezTo>
                    <a:cubicBezTo>
                      <a:pt x="44" y="8"/>
                      <a:pt x="44" y="8"/>
                      <a:pt x="44" y="8"/>
                    </a:cubicBezTo>
                    <a:cubicBezTo>
                      <a:pt x="44" y="4"/>
                      <a:pt x="40" y="0"/>
                      <a:pt x="36" y="0"/>
                    </a:cubicBezTo>
                    <a:close/>
                    <a:moveTo>
                      <a:pt x="40" y="56"/>
                    </a:moveTo>
                    <a:cubicBezTo>
                      <a:pt x="40" y="58"/>
                      <a:pt x="38" y="60"/>
                      <a:pt x="36" y="60"/>
                    </a:cubicBezTo>
                    <a:cubicBezTo>
                      <a:pt x="8" y="60"/>
                      <a:pt x="8" y="60"/>
                      <a:pt x="8" y="60"/>
                    </a:cubicBezTo>
                    <a:cubicBezTo>
                      <a:pt x="6" y="60"/>
                      <a:pt x="4" y="58"/>
                      <a:pt x="4" y="56"/>
                    </a:cubicBezTo>
                    <a:cubicBezTo>
                      <a:pt x="4" y="8"/>
                      <a:pt x="4" y="8"/>
                      <a:pt x="4" y="8"/>
                    </a:cubicBezTo>
                    <a:cubicBezTo>
                      <a:pt x="4" y="6"/>
                      <a:pt x="6" y="4"/>
                      <a:pt x="8" y="4"/>
                    </a:cubicBezTo>
                    <a:cubicBezTo>
                      <a:pt x="36" y="4"/>
                      <a:pt x="36" y="4"/>
                      <a:pt x="36" y="4"/>
                    </a:cubicBezTo>
                    <a:cubicBezTo>
                      <a:pt x="38" y="4"/>
                      <a:pt x="40" y="6"/>
                      <a:pt x="40" y="8"/>
                    </a:cubicBezTo>
                    <a:lnTo>
                      <a:pt x="4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Rectangle 39"/>
              <p:cNvSpPr>
                <a:spLocks noChangeArrowheads="1"/>
              </p:cNvSpPr>
              <p:nvPr/>
            </p:nvSpPr>
            <p:spPr bwMode="auto">
              <a:xfrm>
                <a:off x="2722563"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Rectangle 40"/>
              <p:cNvSpPr>
                <a:spLocks noChangeArrowheads="1"/>
              </p:cNvSpPr>
              <p:nvPr/>
            </p:nvSpPr>
            <p:spPr bwMode="auto">
              <a:xfrm>
                <a:off x="2768600"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Rectangle 41"/>
              <p:cNvSpPr>
                <a:spLocks noChangeArrowheads="1"/>
              </p:cNvSpPr>
              <p:nvPr/>
            </p:nvSpPr>
            <p:spPr bwMode="auto">
              <a:xfrm>
                <a:off x="2814638"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Rectangle 42"/>
              <p:cNvSpPr>
                <a:spLocks noChangeArrowheads="1"/>
              </p:cNvSpPr>
              <p:nvPr/>
            </p:nvSpPr>
            <p:spPr bwMode="auto">
              <a:xfrm>
                <a:off x="2860675"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Rectangle 43"/>
              <p:cNvSpPr>
                <a:spLocks noChangeArrowheads="1"/>
              </p:cNvSpPr>
              <p:nvPr/>
            </p:nvSpPr>
            <p:spPr bwMode="auto">
              <a:xfrm>
                <a:off x="2722563"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Rectangle 44"/>
              <p:cNvSpPr>
                <a:spLocks noChangeArrowheads="1"/>
              </p:cNvSpPr>
              <p:nvPr/>
            </p:nvSpPr>
            <p:spPr bwMode="auto">
              <a:xfrm>
                <a:off x="2768600"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1" name="Rectangle 45"/>
              <p:cNvSpPr>
                <a:spLocks noChangeArrowheads="1"/>
              </p:cNvSpPr>
              <p:nvPr/>
            </p:nvSpPr>
            <p:spPr bwMode="auto">
              <a:xfrm>
                <a:off x="2814638"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Rectangle 46"/>
              <p:cNvSpPr>
                <a:spLocks noChangeArrowheads="1"/>
              </p:cNvSpPr>
              <p:nvPr/>
            </p:nvSpPr>
            <p:spPr bwMode="auto">
              <a:xfrm>
                <a:off x="2860675"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sp>
        <p:nvSpPr>
          <p:cNvPr id="54" name="TextBox 53"/>
          <p:cNvSpPr txBox="1"/>
          <p:nvPr/>
        </p:nvSpPr>
        <p:spPr>
          <a:xfrm>
            <a:off x="773185" y="5073805"/>
            <a:ext cx="3297698" cy="923330"/>
          </a:xfrm>
          <a:prstGeom prst="rect">
            <a:avLst/>
          </a:prstGeom>
          <a:noFill/>
        </p:spPr>
        <p:txBody>
          <a:bodyPr wrap="none" rtlCol="0">
            <a:spAutoFit/>
          </a:bodyPr>
          <a:lstStyle/>
          <a:p>
            <a:pPr algn="r"/>
            <a:r>
              <a:rPr lang="nb-NO" sz="5400" dirty="0" err="1">
                <a:solidFill>
                  <a:schemeClr val="bg1"/>
                </a:solidFill>
                <a:latin typeface="+mj-lt"/>
              </a:rPr>
              <a:t>Thank</a:t>
            </a:r>
            <a:r>
              <a:rPr lang="nb-NO" sz="5400" dirty="0">
                <a:solidFill>
                  <a:schemeClr val="bg1"/>
                </a:solidFill>
                <a:latin typeface="+mj-lt"/>
              </a:rPr>
              <a:t> </a:t>
            </a:r>
            <a:r>
              <a:rPr lang="nb-NO" sz="5400" dirty="0" err="1">
                <a:solidFill>
                  <a:schemeClr val="bg1"/>
                </a:solidFill>
                <a:latin typeface="+mj-lt"/>
              </a:rPr>
              <a:t>you</a:t>
            </a:r>
            <a:r>
              <a:rPr lang="nb-NO" sz="5400" dirty="0">
                <a:solidFill>
                  <a:schemeClr val="bg1"/>
                </a:solidFill>
                <a:latin typeface="+mj-lt"/>
              </a:rPr>
              <a:t>!</a:t>
            </a:r>
            <a:endParaRPr lang="en-US" sz="5400" dirty="0">
              <a:solidFill>
                <a:schemeClr val="bg1"/>
              </a:solidFill>
              <a:latin typeface="+mj-lt"/>
            </a:endParaRPr>
          </a:p>
        </p:txBody>
      </p:sp>
    </p:spTree>
    <p:extLst>
      <p:ext uri="{BB962C8B-B14F-4D97-AF65-F5344CB8AC3E}">
        <p14:creationId xmlns:p14="http://schemas.microsoft.com/office/powerpoint/2010/main" val="346684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60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par>
                          <p:cTn id="33" fill="hold">
                            <p:stCondLst>
                              <p:cond delay="1100"/>
                            </p:stCondLst>
                            <p:childTnLst>
                              <p:par>
                                <p:cTn id="34" presetID="10" presetClass="entr" presetSubtype="0" fill="hold" grpId="0" nodeType="after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childTnLst>
                          </p:cTn>
                        </p:par>
                        <p:par>
                          <p:cTn id="37" fill="hold">
                            <p:stCondLst>
                              <p:cond delay="1600"/>
                            </p:stCondLst>
                            <p:childTnLst>
                              <p:par>
                                <p:cTn id="38" presetID="10" presetClass="entr" presetSubtype="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par>
                          <p:cTn id="41" fill="hold">
                            <p:stCondLst>
                              <p:cond delay="2100"/>
                            </p:stCondLst>
                            <p:childTnLst>
                              <p:par>
                                <p:cTn id="42" presetID="10" presetClass="entr" presetSubtype="0"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childTnLst>
                          </p:cTn>
                        </p:par>
                        <p:par>
                          <p:cTn id="45" fill="hold">
                            <p:stCondLst>
                              <p:cond delay="2600"/>
                            </p:stCondLst>
                            <p:childTnLst>
                              <p:par>
                                <p:cTn id="46" presetID="10" presetClass="entr" presetSubtype="0" fill="hold" nodeType="after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childTnLst>
                          </p:cTn>
                        </p:par>
                        <p:par>
                          <p:cTn id="49" fill="hold">
                            <p:stCondLst>
                              <p:cond delay="3100"/>
                            </p:stCondLst>
                            <p:childTnLst>
                              <p:par>
                                <p:cTn id="50" presetID="10" presetClass="entr" presetSubtype="0" fill="hold" nodeType="after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fade">
                                      <p:cBhvr>
                                        <p:cTn id="5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1" grpId="0"/>
      <p:bldP spid="54" grpId="0"/>
    </p:bldLst>
  </p:timing>
</p:sld>
</file>

<file path=ppt/theme/theme1.xml><?xml version="1.0" encoding="utf-8"?>
<a:theme xmlns:a="http://schemas.openxmlformats.org/drawingml/2006/main" name="Office Theme">
  <a:themeElements>
    <a:clrScheme name="Ever-Blue">
      <a:dk1>
        <a:sysClr val="windowText" lastClr="000000"/>
      </a:dk1>
      <a:lt1>
        <a:sysClr val="window" lastClr="FFFFFF"/>
      </a:lt1>
      <a:dk2>
        <a:srgbClr val="44546A"/>
      </a:dk2>
      <a:lt2>
        <a:srgbClr val="E7E6E6"/>
      </a:lt2>
      <a:accent1>
        <a:srgbClr val="2980B9"/>
      </a:accent1>
      <a:accent2>
        <a:srgbClr val="2D8AC9"/>
      </a:accent2>
      <a:accent3>
        <a:srgbClr val="3693D2"/>
      </a:accent3>
      <a:accent4>
        <a:srgbClr val="50A1D8"/>
      </a:accent4>
      <a:accent5>
        <a:srgbClr val="65ACDD"/>
      </a:accent5>
      <a:accent6>
        <a:srgbClr val="7EBAE2"/>
      </a:accent6>
      <a:hlink>
        <a:srgbClr val="0563C1"/>
      </a:hlink>
      <a:folHlink>
        <a:srgbClr val="954F72"/>
      </a:folHlink>
    </a:clrScheme>
    <a:fontScheme name="Custom 1">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B777679557F664BB83D39BD9588098F" ma:contentTypeVersion="2" ma:contentTypeDescription="Opprett et nytt dokument." ma:contentTypeScope="" ma:versionID="448c4c94abf22923a265321da2317376">
  <xsd:schema xmlns:xsd="http://www.w3.org/2001/XMLSchema" xmlns:xs="http://www.w3.org/2001/XMLSchema" xmlns:p="http://schemas.microsoft.com/office/2006/metadata/properties" xmlns:ns3="9538ab6f-ab6b-4618-a05a-4b76f74c8e56" targetNamespace="http://schemas.microsoft.com/office/2006/metadata/properties" ma:root="true" ma:fieldsID="974295aadb69914717c4bd6e5fae1cd7" ns3:_="">
    <xsd:import namespace="9538ab6f-ab6b-4618-a05a-4b76f74c8e56"/>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38ab6f-ab6b-4618-a05a-4b76f74c8e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77588D4-4D79-4453-8CF6-7FEB428B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38ab6f-ab6b-4618-a05a-4b76f74c8e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F6DC54-6182-4D3A-836F-8FF9C6CBF06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E433327-21F1-4DF5-8BF2-F979144AEE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738</TotalTime>
  <Words>2198</Words>
  <Application>Microsoft Office PowerPoint</Application>
  <PresentationFormat>Widescreen</PresentationFormat>
  <Paragraphs>160</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Source Sans Pro Light</vt:lpstr>
      <vt:lpstr>Calibri</vt:lpstr>
      <vt:lpstr>Arial</vt:lpstr>
      <vt:lpstr>Office Theme</vt:lpstr>
      <vt:lpstr>PowerPoint Presentation</vt:lpstr>
      <vt:lpstr>PowerPoint Presentation</vt:lpstr>
      <vt:lpstr>PowerPoint Presentation</vt:lpstr>
      <vt:lpstr>PowerPoint Presentation</vt:lpstr>
      <vt:lpstr>PowerPoint Presentation</vt:lpstr>
      <vt:lpstr>CISG: Monetary reimbursement (damages)</vt:lpstr>
      <vt:lpstr>Amount of damages</vt:lpstr>
      <vt:lpstr>Discussion</vt:lpstr>
      <vt:lpstr>Amount of damages: Duty to mitigate</vt:lpstr>
      <vt:lpstr>Discussion</vt:lpstr>
      <vt:lpstr>CISG: Monetary reimbursement (damages)</vt:lpstr>
      <vt:lpstr>CISG: Impediment beyond control</vt:lpstr>
      <vt:lpstr>Examples</vt:lpstr>
      <vt:lpstr>Examples</vt:lpstr>
      <vt:lpstr>PowerPoint Presentation</vt:lpstr>
      <vt:lpstr>Termination of contract (avoidance)</vt:lpstr>
      <vt:lpstr>When can you terminate the contract?</vt:lpstr>
      <vt:lpstr>Fundamental breach</vt:lpstr>
      <vt:lpstr>Examples</vt:lpstr>
      <vt:lpstr>Examples</vt:lpstr>
      <vt:lpstr>Examples</vt:lpstr>
      <vt:lpstr>When can you terminate the contract?</vt:lpstr>
      <vt:lpstr>Examples</vt:lpstr>
      <vt:lpstr>When can you terminate the contract?</vt:lpstr>
      <vt:lpstr>CISG: Anticipatory breach</vt:lpstr>
      <vt:lpstr>Examples</vt:lpstr>
      <vt:lpstr>Examples</vt:lpstr>
      <vt:lpstr>Remedies</vt:lpstr>
      <vt:lpstr>Specific performance</vt:lpstr>
      <vt:lpstr>Examples</vt:lpstr>
      <vt:lpstr>Remedies</vt:lpstr>
      <vt:lpstr>CISG: Repair/replacement</vt:lpstr>
      <vt:lpstr>Remedies</vt:lpstr>
      <vt:lpstr>CISG: Reduction of price</vt:lpstr>
      <vt:lpstr>Examples</vt:lpstr>
      <vt:lpstr>Case study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Milos Novovic</dc:creator>
  <cp:lastModifiedBy>Milos Novovic</cp:lastModifiedBy>
  <cp:revision>6</cp:revision>
  <dcterms:created xsi:type="dcterms:W3CDTF">2020-02-04T16:04:20Z</dcterms:created>
  <dcterms:modified xsi:type="dcterms:W3CDTF">2020-03-03T18:42:16Z</dcterms:modified>
</cp:coreProperties>
</file>