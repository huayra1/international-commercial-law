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4">
  <p:sldMasterIdLst>
    <p:sldMasterId id="2147483661" r:id="rId4"/>
  </p:sldMasterIdLst>
  <p:notesMasterIdLst>
    <p:notesMasterId r:id="rId38"/>
  </p:notesMasterIdLst>
  <p:sldIdLst>
    <p:sldId id="526" r:id="rId5"/>
    <p:sldId id="262" r:id="rId6"/>
    <p:sldId id="557" r:id="rId7"/>
    <p:sldId id="560" r:id="rId8"/>
    <p:sldId id="778" r:id="rId9"/>
    <p:sldId id="742" r:id="rId10"/>
    <p:sldId id="777" r:id="rId11"/>
    <p:sldId id="760" r:id="rId12"/>
    <p:sldId id="762" r:id="rId13"/>
    <p:sldId id="763" r:id="rId14"/>
    <p:sldId id="764" r:id="rId15"/>
    <p:sldId id="761" r:id="rId16"/>
    <p:sldId id="779" r:id="rId17"/>
    <p:sldId id="780" r:id="rId18"/>
    <p:sldId id="765" r:id="rId19"/>
    <p:sldId id="741" r:id="rId20"/>
    <p:sldId id="766" r:id="rId21"/>
    <p:sldId id="781" r:id="rId22"/>
    <p:sldId id="767" r:id="rId23"/>
    <p:sldId id="768" r:id="rId24"/>
    <p:sldId id="782" r:id="rId25"/>
    <p:sldId id="769" r:id="rId26"/>
    <p:sldId id="770" r:id="rId27"/>
    <p:sldId id="772" r:id="rId28"/>
    <p:sldId id="773" r:id="rId29"/>
    <p:sldId id="774" r:id="rId30"/>
    <p:sldId id="775" r:id="rId31"/>
    <p:sldId id="776" r:id="rId32"/>
    <p:sldId id="783" r:id="rId33"/>
    <p:sldId id="784" r:id="rId34"/>
    <p:sldId id="785" r:id="rId35"/>
    <p:sldId id="786" r:id="rId36"/>
    <p:sldId id="468" r:id="rId37"/>
  </p:sldIdLst>
  <p:sldSz cx="12192000" cy="6858000"/>
  <p:notesSz cx="6858000" cy="9144000"/>
  <p:embeddedFontLst>
    <p:embeddedFont>
      <p:font typeface="Calibri" panose="020F0502020204030204" pitchFamily="34" charset="0"/>
      <p:regular r:id="rId39"/>
      <p:bold r:id="rId40"/>
      <p:italic r:id="rId41"/>
      <p:boldItalic r:id="rId42"/>
    </p:embeddedFont>
    <p:embeddedFont>
      <p:font typeface="Source Sans Pro Light" panose="020B0403030403020204" pitchFamily="34" charset="0"/>
      <p:regular r:id="rId43"/>
      <p:italic r:id="rId44"/>
    </p:embeddedFont>
  </p:embeddedFontLst>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4490C2"/>
    <a:srgbClr val="CAE9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AB23A-BB4C-44CD-901C-1AC4C592913C}" v="2291" dt="2020-03-10T15:39:28.519"/>
    <p1510:client id="{5E4B99C1-252E-4D00-8A70-ED35A72863C2}" v="2608" dt="2020-03-10T20:56:25.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6" autoAdjust="0"/>
    <p:restoredTop sz="94660"/>
  </p:normalViewPr>
  <p:slideViewPr>
    <p:cSldViewPr snapToGrid="0">
      <p:cViewPr varScale="1">
        <p:scale>
          <a:sx n="164" d="100"/>
          <a:sy n="164" d="100"/>
        </p:scale>
        <p:origin x="156"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os Novovic" userId="a1d7132c96a2f9fa" providerId="LiveId" clId="{3E4AB23A-BB4C-44CD-901C-1AC4C592913C}"/>
    <pc:docChg chg="custSel addSld delSld modSld sldOrd">
      <pc:chgData name="Milos Novovic" userId="a1d7132c96a2f9fa" providerId="LiveId" clId="{3E4AB23A-BB4C-44CD-901C-1AC4C592913C}" dt="2020-03-10T15:39:50.225" v="2595" actId="47"/>
      <pc:docMkLst>
        <pc:docMk/>
      </pc:docMkLst>
      <pc:sldChg chg="modSp mod">
        <pc:chgData name="Milos Novovic" userId="a1d7132c96a2f9fa" providerId="LiveId" clId="{3E4AB23A-BB4C-44CD-901C-1AC4C592913C}" dt="2020-03-10T14:58:37.128" v="36" actId="1076"/>
        <pc:sldMkLst>
          <pc:docMk/>
          <pc:sldMk cId="4201537352" sldId="560"/>
        </pc:sldMkLst>
        <pc:spChg chg="mod">
          <ac:chgData name="Milos Novovic" userId="a1d7132c96a2f9fa" providerId="LiveId" clId="{3E4AB23A-BB4C-44CD-901C-1AC4C592913C}" dt="2020-03-10T14:58:37.128" v="36" actId="1076"/>
          <ac:spMkLst>
            <pc:docMk/>
            <pc:sldMk cId="4201537352" sldId="560"/>
            <ac:spMk id="24" creationId="{00000000-0000-0000-0000-000000000000}"/>
          </ac:spMkLst>
        </pc:spChg>
      </pc:sldChg>
      <pc:sldChg chg="del">
        <pc:chgData name="Milos Novovic" userId="a1d7132c96a2f9fa" providerId="LiveId" clId="{3E4AB23A-BB4C-44CD-901C-1AC4C592913C}" dt="2020-03-10T15:39:50.225" v="2595" actId="47"/>
        <pc:sldMkLst>
          <pc:docMk/>
          <pc:sldMk cId="4197717090" sldId="688"/>
        </pc:sldMkLst>
      </pc:sldChg>
      <pc:sldChg chg="del">
        <pc:chgData name="Milos Novovic" userId="a1d7132c96a2f9fa" providerId="LiveId" clId="{3E4AB23A-BB4C-44CD-901C-1AC4C592913C}" dt="2020-03-10T15:39:50.225" v="2595" actId="47"/>
        <pc:sldMkLst>
          <pc:docMk/>
          <pc:sldMk cId="1687747492" sldId="702"/>
        </pc:sldMkLst>
      </pc:sldChg>
      <pc:sldChg chg="del">
        <pc:chgData name="Milos Novovic" userId="a1d7132c96a2f9fa" providerId="LiveId" clId="{3E4AB23A-BB4C-44CD-901C-1AC4C592913C}" dt="2020-03-10T15:39:50.225" v="2595" actId="47"/>
        <pc:sldMkLst>
          <pc:docMk/>
          <pc:sldMk cId="1640081991" sldId="715"/>
        </pc:sldMkLst>
      </pc:sldChg>
      <pc:sldChg chg="del">
        <pc:chgData name="Milos Novovic" userId="a1d7132c96a2f9fa" providerId="LiveId" clId="{3E4AB23A-BB4C-44CD-901C-1AC4C592913C}" dt="2020-03-10T15:39:50.225" v="2595" actId="47"/>
        <pc:sldMkLst>
          <pc:docMk/>
          <pc:sldMk cId="2105907489" sldId="716"/>
        </pc:sldMkLst>
      </pc:sldChg>
      <pc:sldChg chg="del">
        <pc:chgData name="Milos Novovic" userId="a1d7132c96a2f9fa" providerId="LiveId" clId="{3E4AB23A-BB4C-44CD-901C-1AC4C592913C}" dt="2020-03-10T15:39:50.225" v="2595" actId="47"/>
        <pc:sldMkLst>
          <pc:docMk/>
          <pc:sldMk cId="1204146147" sldId="717"/>
        </pc:sldMkLst>
      </pc:sldChg>
      <pc:sldChg chg="del">
        <pc:chgData name="Milos Novovic" userId="a1d7132c96a2f9fa" providerId="LiveId" clId="{3E4AB23A-BB4C-44CD-901C-1AC4C592913C}" dt="2020-03-10T15:39:50.225" v="2595" actId="47"/>
        <pc:sldMkLst>
          <pc:docMk/>
          <pc:sldMk cId="1422608361" sldId="718"/>
        </pc:sldMkLst>
      </pc:sldChg>
      <pc:sldChg chg="del">
        <pc:chgData name="Milos Novovic" userId="a1d7132c96a2f9fa" providerId="LiveId" clId="{3E4AB23A-BB4C-44CD-901C-1AC4C592913C}" dt="2020-03-10T15:39:50.225" v="2595" actId="47"/>
        <pc:sldMkLst>
          <pc:docMk/>
          <pc:sldMk cId="3306791653" sldId="727"/>
        </pc:sldMkLst>
      </pc:sldChg>
      <pc:sldChg chg="del">
        <pc:chgData name="Milos Novovic" userId="a1d7132c96a2f9fa" providerId="LiveId" clId="{3E4AB23A-BB4C-44CD-901C-1AC4C592913C}" dt="2020-03-10T15:39:50.225" v="2595" actId="47"/>
        <pc:sldMkLst>
          <pc:docMk/>
          <pc:sldMk cId="2867453419" sldId="728"/>
        </pc:sldMkLst>
      </pc:sldChg>
      <pc:sldChg chg="del">
        <pc:chgData name="Milos Novovic" userId="a1d7132c96a2f9fa" providerId="LiveId" clId="{3E4AB23A-BB4C-44CD-901C-1AC4C592913C}" dt="2020-03-10T15:39:50.225" v="2595" actId="47"/>
        <pc:sldMkLst>
          <pc:docMk/>
          <pc:sldMk cId="1847564392" sldId="729"/>
        </pc:sldMkLst>
      </pc:sldChg>
      <pc:sldChg chg="del">
        <pc:chgData name="Milos Novovic" userId="a1d7132c96a2f9fa" providerId="LiveId" clId="{3E4AB23A-BB4C-44CD-901C-1AC4C592913C}" dt="2020-03-10T15:39:50.225" v="2595" actId="47"/>
        <pc:sldMkLst>
          <pc:docMk/>
          <pc:sldMk cId="3064181106" sldId="732"/>
        </pc:sldMkLst>
      </pc:sldChg>
      <pc:sldChg chg="del">
        <pc:chgData name="Milos Novovic" userId="a1d7132c96a2f9fa" providerId="LiveId" clId="{3E4AB23A-BB4C-44CD-901C-1AC4C592913C}" dt="2020-03-10T15:39:50.225" v="2595" actId="47"/>
        <pc:sldMkLst>
          <pc:docMk/>
          <pc:sldMk cId="3152102403" sldId="737"/>
        </pc:sldMkLst>
      </pc:sldChg>
      <pc:sldChg chg="del">
        <pc:chgData name="Milos Novovic" userId="a1d7132c96a2f9fa" providerId="LiveId" clId="{3E4AB23A-BB4C-44CD-901C-1AC4C592913C}" dt="2020-03-10T15:39:50.225" v="2595" actId="47"/>
        <pc:sldMkLst>
          <pc:docMk/>
          <pc:sldMk cId="398520904" sldId="740"/>
        </pc:sldMkLst>
      </pc:sldChg>
      <pc:sldChg chg="modSp mod modAnim">
        <pc:chgData name="Milos Novovic" userId="a1d7132c96a2f9fa" providerId="LiveId" clId="{3E4AB23A-BB4C-44CD-901C-1AC4C592913C}" dt="2020-03-10T15:16:40.176" v="1244" actId="1076"/>
        <pc:sldMkLst>
          <pc:docMk/>
          <pc:sldMk cId="3207933145" sldId="741"/>
        </pc:sldMkLst>
        <pc:spChg chg="mod">
          <ac:chgData name="Milos Novovic" userId="a1d7132c96a2f9fa" providerId="LiveId" clId="{3E4AB23A-BB4C-44CD-901C-1AC4C592913C}" dt="2020-03-10T15:16:35.305" v="1243" actId="1076"/>
          <ac:spMkLst>
            <pc:docMk/>
            <pc:sldMk cId="3207933145" sldId="741"/>
            <ac:spMk id="2" creationId="{00000000-0000-0000-0000-000000000000}"/>
          </ac:spMkLst>
        </pc:spChg>
        <pc:spChg chg="mod">
          <ac:chgData name="Milos Novovic" userId="a1d7132c96a2f9fa" providerId="LiveId" clId="{3E4AB23A-BB4C-44CD-901C-1AC4C592913C}" dt="2020-03-10T15:16:21.367" v="1240" actId="14100"/>
          <ac:spMkLst>
            <pc:docMk/>
            <pc:sldMk cId="3207933145" sldId="741"/>
            <ac:spMk id="6" creationId="{86DB26A0-D433-4749-9192-9D723BBD7E2A}"/>
          </ac:spMkLst>
        </pc:spChg>
        <pc:spChg chg="mod">
          <ac:chgData name="Milos Novovic" userId="a1d7132c96a2f9fa" providerId="LiveId" clId="{3E4AB23A-BB4C-44CD-901C-1AC4C592913C}" dt="2020-03-10T15:16:40.176" v="1244" actId="1076"/>
          <ac:spMkLst>
            <pc:docMk/>
            <pc:sldMk cId="3207933145" sldId="741"/>
            <ac:spMk id="18" creationId="{5210D2C2-0658-44B4-89E4-416861006014}"/>
          </ac:spMkLst>
        </pc:spChg>
      </pc:sldChg>
      <pc:sldChg chg="modSp mod modAnim">
        <pc:chgData name="Milos Novovic" userId="a1d7132c96a2f9fa" providerId="LiveId" clId="{3E4AB23A-BB4C-44CD-901C-1AC4C592913C}" dt="2020-03-10T15:00:01.030" v="253" actId="14100"/>
        <pc:sldMkLst>
          <pc:docMk/>
          <pc:sldMk cId="1552566239" sldId="742"/>
        </pc:sldMkLst>
        <pc:spChg chg="mod">
          <ac:chgData name="Milos Novovic" userId="a1d7132c96a2f9fa" providerId="LiveId" clId="{3E4AB23A-BB4C-44CD-901C-1AC4C592913C}" dt="2020-03-10T14:58:52.399" v="58" actId="20577"/>
          <ac:spMkLst>
            <pc:docMk/>
            <pc:sldMk cId="1552566239" sldId="742"/>
            <ac:spMk id="2" creationId="{00000000-0000-0000-0000-000000000000}"/>
          </ac:spMkLst>
        </pc:spChg>
        <pc:spChg chg="mod">
          <ac:chgData name="Milos Novovic" userId="a1d7132c96a2f9fa" providerId="LiveId" clId="{3E4AB23A-BB4C-44CD-901C-1AC4C592913C}" dt="2020-03-10T15:00:01.030" v="253" actId="14100"/>
          <ac:spMkLst>
            <pc:docMk/>
            <pc:sldMk cId="1552566239" sldId="742"/>
            <ac:spMk id="6" creationId="{86DB26A0-D433-4749-9192-9D723BBD7E2A}"/>
          </ac:spMkLst>
        </pc:spChg>
        <pc:spChg chg="mod">
          <ac:chgData name="Milos Novovic" userId="a1d7132c96a2f9fa" providerId="LiveId" clId="{3E4AB23A-BB4C-44CD-901C-1AC4C592913C}" dt="2020-03-10T14:59:58.398" v="252" actId="1076"/>
          <ac:spMkLst>
            <pc:docMk/>
            <pc:sldMk cId="1552566239" sldId="742"/>
            <ac:spMk id="18" creationId="{5210D2C2-0658-44B4-89E4-416861006014}"/>
          </ac:spMkLst>
        </pc:spChg>
      </pc:sldChg>
      <pc:sldChg chg="del">
        <pc:chgData name="Milos Novovic" userId="a1d7132c96a2f9fa" providerId="LiveId" clId="{3E4AB23A-BB4C-44CD-901C-1AC4C592913C}" dt="2020-03-10T15:39:50.225" v="2595" actId="47"/>
        <pc:sldMkLst>
          <pc:docMk/>
          <pc:sldMk cId="844424840" sldId="743"/>
        </pc:sldMkLst>
      </pc:sldChg>
      <pc:sldChg chg="del">
        <pc:chgData name="Milos Novovic" userId="a1d7132c96a2f9fa" providerId="LiveId" clId="{3E4AB23A-BB4C-44CD-901C-1AC4C592913C}" dt="2020-03-10T15:39:50.225" v="2595" actId="47"/>
        <pc:sldMkLst>
          <pc:docMk/>
          <pc:sldMk cId="533654887" sldId="744"/>
        </pc:sldMkLst>
      </pc:sldChg>
      <pc:sldChg chg="del">
        <pc:chgData name="Milos Novovic" userId="a1d7132c96a2f9fa" providerId="LiveId" clId="{3E4AB23A-BB4C-44CD-901C-1AC4C592913C}" dt="2020-03-10T15:39:50.225" v="2595" actId="47"/>
        <pc:sldMkLst>
          <pc:docMk/>
          <pc:sldMk cId="194695300" sldId="745"/>
        </pc:sldMkLst>
      </pc:sldChg>
      <pc:sldChg chg="del">
        <pc:chgData name="Milos Novovic" userId="a1d7132c96a2f9fa" providerId="LiveId" clId="{3E4AB23A-BB4C-44CD-901C-1AC4C592913C}" dt="2020-03-10T15:39:50.225" v="2595" actId="47"/>
        <pc:sldMkLst>
          <pc:docMk/>
          <pc:sldMk cId="260949992" sldId="746"/>
        </pc:sldMkLst>
      </pc:sldChg>
      <pc:sldChg chg="del">
        <pc:chgData name="Milos Novovic" userId="a1d7132c96a2f9fa" providerId="LiveId" clId="{3E4AB23A-BB4C-44CD-901C-1AC4C592913C}" dt="2020-03-10T15:39:50.225" v="2595" actId="47"/>
        <pc:sldMkLst>
          <pc:docMk/>
          <pc:sldMk cId="3989899770" sldId="747"/>
        </pc:sldMkLst>
      </pc:sldChg>
      <pc:sldChg chg="del">
        <pc:chgData name="Milos Novovic" userId="a1d7132c96a2f9fa" providerId="LiveId" clId="{3E4AB23A-BB4C-44CD-901C-1AC4C592913C}" dt="2020-03-10T15:39:50.225" v="2595" actId="47"/>
        <pc:sldMkLst>
          <pc:docMk/>
          <pc:sldMk cId="148666236" sldId="748"/>
        </pc:sldMkLst>
      </pc:sldChg>
      <pc:sldChg chg="del">
        <pc:chgData name="Milos Novovic" userId="a1d7132c96a2f9fa" providerId="LiveId" clId="{3E4AB23A-BB4C-44CD-901C-1AC4C592913C}" dt="2020-03-10T15:39:50.225" v="2595" actId="47"/>
        <pc:sldMkLst>
          <pc:docMk/>
          <pc:sldMk cId="3784854550" sldId="749"/>
        </pc:sldMkLst>
      </pc:sldChg>
      <pc:sldChg chg="del">
        <pc:chgData name="Milos Novovic" userId="a1d7132c96a2f9fa" providerId="LiveId" clId="{3E4AB23A-BB4C-44CD-901C-1AC4C592913C}" dt="2020-03-10T15:39:50.225" v="2595" actId="47"/>
        <pc:sldMkLst>
          <pc:docMk/>
          <pc:sldMk cId="3092009989" sldId="750"/>
        </pc:sldMkLst>
      </pc:sldChg>
      <pc:sldChg chg="del">
        <pc:chgData name="Milos Novovic" userId="a1d7132c96a2f9fa" providerId="LiveId" clId="{3E4AB23A-BB4C-44CD-901C-1AC4C592913C}" dt="2020-03-10T15:39:50.225" v="2595" actId="47"/>
        <pc:sldMkLst>
          <pc:docMk/>
          <pc:sldMk cId="2022031352" sldId="751"/>
        </pc:sldMkLst>
      </pc:sldChg>
      <pc:sldChg chg="del">
        <pc:chgData name="Milos Novovic" userId="a1d7132c96a2f9fa" providerId="LiveId" clId="{3E4AB23A-BB4C-44CD-901C-1AC4C592913C}" dt="2020-03-10T15:39:50.225" v="2595" actId="47"/>
        <pc:sldMkLst>
          <pc:docMk/>
          <pc:sldMk cId="983413291" sldId="752"/>
        </pc:sldMkLst>
      </pc:sldChg>
      <pc:sldChg chg="del">
        <pc:chgData name="Milos Novovic" userId="a1d7132c96a2f9fa" providerId="LiveId" clId="{3E4AB23A-BB4C-44CD-901C-1AC4C592913C}" dt="2020-03-10T15:39:50.225" v="2595" actId="47"/>
        <pc:sldMkLst>
          <pc:docMk/>
          <pc:sldMk cId="2691691622" sldId="753"/>
        </pc:sldMkLst>
      </pc:sldChg>
      <pc:sldChg chg="del">
        <pc:chgData name="Milos Novovic" userId="a1d7132c96a2f9fa" providerId="LiveId" clId="{3E4AB23A-BB4C-44CD-901C-1AC4C592913C}" dt="2020-03-10T15:39:50.225" v="2595" actId="47"/>
        <pc:sldMkLst>
          <pc:docMk/>
          <pc:sldMk cId="675158671" sldId="754"/>
        </pc:sldMkLst>
      </pc:sldChg>
      <pc:sldChg chg="del">
        <pc:chgData name="Milos Novovic" userId="a1d7132c96a2f9fa" providerId="LiveId" clId="{3E4AB23A-BB4C-44CD-901C-1AC4C592913C}" dt="2020-03-10T15:39:50.225" v="2595" actId="47"/>
        <pc:sldMkLst>
          <pc:docMk/>
          <pc:sldMk cId="3180712609" sldId="755"/>
        </pc:sldMkLst>
      </pc:sldChg>
      <pc:sldChg chg="del">
        <pc:chgData name="Milos Novovic" userId="a1d7132c96a2f9fa" providerId="LiveId" clId="{3E4AB23A-BB4C-44CD-901C-1AC4C592913C}" dt="2020-03-10T15:39:50.225" v="2595" actId="47"/>
        <pc:sldMkLst>
          <pc:docMk/>
          <pc:sldMk cId="3179642218" sldId="756"/>
        </pc:sldMkLst>
      </pc:sldChg>
      <pc:sldChg chg="del">
        <pc:chgData name="Milos Novovic" userId="a1d7132c96a2f9fa" providerId="LiveId" clId="{3E4AB23A-BB4C-44CD-901C-1AC4C592913C}" dt="2020-03-10T15:39:50.225" v="2595" actId="47"/>
        <pc:sldMkLst>
          <pc:docMk/>
          <pc:sldMk cId="158114411" sldId="757"/>
        </pc:sldMkLst>
      </pc:sldChg>
      <pc:sldChg chg="del">
        <pc:chgData name="Milos Novovic" userId="a1d7132c96a2f9fa" providerId="LiveId" clId="{3E4AB23A-BB4C-44CD-901C-1AC4C592913C}" dt="2020-03-10T15:39:50.225" v="2595" actId="47"/>
        <pc:sldMkLst>
          <pc:docMk/>
          <pc:sldMk cId="3566399507" sldId="758"/>
        </pc:sldMkLst>
      </pc:sldChg>
      <pc:sldChg chg="del">
        <pc:chgData name="Milos Novovic" userId="a1d7132c96a2f9fa" providerId="LiveId" clId="{3E4AB23A-BB4C-44CD-901C-1AC4C592913C}" dt="2020-03-10T15:39:50.225" v="2595" actId="47"/>
        <pc:sldMkLst>
          <pc:docMk/>
          <pc:sldMk cId="3136344212" sldId="759"/>
        </pc:sldMkLst>
      </pc:sldChg>
      <pc:sldChg chg="modSp add modAnim">
        <pc:chgData name="Milos Novovic" userId="a1d7132c96a2f9fa" providerId="LiveId" clId="{3E4AB23A-BB4C-44CD-901C-1AC4C592913C}" dt="2020-03-10T15:00:55.961" v="261" actId="113"/>
        <pc:sldMkLst>
          <pc:docMk/>
          <pc:sldMk cId="2654879758" sldId="760"/>
        </pc:sldMkLst>
        <pc:spChg chg="mod">
          <ac:chgData name="Milos Novovic" userId="a1d7132c96a2f9fa" providerId="LiveId" clId="{3E4AB23A-BB4C-44CD-901C-1AC4C592913C}" dt="2020-03-10T15:00:55.961" v="261" actId="113"/>
          <ac:spMkLst>
            <pc:docMk/>
            <pc:sldMk cId="2654879758" sldId="760"/>
            <ac:spMk id="18" creationId="{5210D2C2-0658-44B4-89E4-416861006014}"/>
          </ac:spMkLst>
        </pc:spChg>
      </pc:sldChg>
      <pc:sldChg chg="addSp modSp add ord modAnim">
        <pc:chgData name="Milos Novovic" userId="a1d7132c96a2f9fa" providerId="LiveId" clId="{3E4AB23A-BB4C-44CD-901C-1AC4C592913C}" dt="2020-03-10T15:13:06.417" v="730"/>
        <pc:sldMkLst>
          <pc:docMk/>
          <pc:sldMk cId="2694281095" sldId="761"/>
        </pc:sldMkLst>
        <pc:spChg chg="mod">
          <ac:chgData name="Milos Novovic" userId="a1d7132c96a2f9fa" providerId="LiveId" clId="{3E4AB23A-BB4C-44CD-901C-1AC4C592913C}" dt="2020-03-10T15:01:29.489" v="329" actId="20577"/>
          <ac:spMkLst>
            <pc:docMk/>
            <pc:sldMk cId="2694281095" sldId="761"/>
            <ac:spMk id="2" creationId="{00000000-0000-0000-0000-000000000000}"/>
          </ac:spMkLst>
        </pc:spChg>
        <pc:spChg chg="mod">
          <ac:chgData name="Milos Novovic" userId="a1d7132c96a2f9fa" providerId="LiveId" clId="{3E4AB23A-BB4C-44CD-901C-1AC4C592913C}" dt="2020-03-10T15:02:05.488" v="382" actId="1076"/>
          <ac:spMkLst>
            <pc:docMk/>
            <pc:sldMk cId="2694281095" sldId="761"/>
            <ac:spMk id="18" creationId="{5210D2C2-0658-44B4-89E4-416861006014}"/>
          </ac:spMkLst>
        </pc:spChg>
        <pc:spChg chg="add mod">
          <ac:chgData name="Milos Novovic" userId="a1d7132c96a2f9fa" providerId="LiveId" clId="{3E4AB23A-BB4C-44CD-901C-1AC4C592913C}" dt="2020-03-10T15:02:41.536" v="441" actId="20577"/>
          <ac:spMkLst>
            <pc:docMk/>
            <pc:sldMk cId="2694281095" sldId="761"/>
            <ac:spMk id="19" creationId="{D1B07CBD-CAE9-446C-8799-1A6E0DE830FC}"/>
          </ac:spMkLst>
        </pc:spChg>
      </pc:sldChg>
      <pc:sldChg chg="addSp delSp modSp add mod modAnim">
        <pc:chgData name="Milos Novovic" userId="a1d7132c96a2f9fa" providerId="LiveId" clId="{3E4AB23A-BB4C-44CD-901C-1AC4C592913C}" dt="2020-03-10T15:04:27.536" v="493"/>
        <pc:sldMkLst>
          <pc:docMk/>
          <pc:sldMk cId="2137448099" sldId="762"/>
        </pc:sldMkLst>
        <pc:spChg chg="del">
          <ac:chgData name="Milos Novovic" userId="a1d7132c96a2f9fa" providerId="LiveId" clId="{3E4AB23A-BB4C-44CD-901C-1AC4C592913C}" dt="2020-03-10T15:02:56.136" v="445" actId="478"/>
          <ac:spMkLst>
            <pc:docMk/>
            <pc:sldMk cId="2137448099" sldId="762"/>
            <ac:spMk id="2" creationId="{00000000-0000-0000-0000-000000000000}"/>
          </ac:spMkLst>
        </pc:spChg>
        <pc:spChg chg="add del mod">
          <ac:chgData name="Milos Novovic" userId="a1d7132c96a2f9fa" providerId="LiveId" clId="{3E4AB23A-BB4C-44CD-901C-1AC4C592913C}" dt="2020-03-10T15:02:58.345" v="446" actId="478"/>
          <ac:spMkLst>
            <pc:docMk/>
            <pc:sldMk cId="2137448099" sldId="762"/>
            <ac:spMk id="3" creationId="{134B13EB-FF0E-4404-950A-0CEAE969A08C}"/>
          </ac:spMkLst>
        </pc:spChg>
        <pc:spChg chg="del">
          <ac:chgData name="Milos Novovic" userId="a1d7132c96a2f9fa" providerId="LiveId" clId="{3E4AB23A-BB4C-44CD-901C-1AC4C592913C}" dt="2020-03-10T15:02:56.136" v="445" actId="478"/>
          <ac:spMkLst>
            <pc:docMk/>
            <pc:sldMk cId="2137448099" sldId="762"/>
            <ac:spMk id="4" creationId="{F821AD68-8397-4202-BC9A-F410A880D30C}"/>
          </ac:spMkLst>
        </pc:spChg>
        <pc:spChg chg="del">
          <ac:chgData name="Milos Novovic" userId="a1d7132c96a2f9fa" providerId="LiveId" clId="{3E4AB23A-BB4C-44CD-901C-1AC4C592913C}" dt="2020-03-10T15:02:56.136" v="445" actId="478"/>
          <ac:spMkLst>
            <pc:docMk/>
            <pc:sldMk cId="2137448099" sldId="762"/>
            <ac:spMk id="5" creationId="{5D4CEE22-56E2-4BCA-8225-BA93BA9BBE44}"/>
          </ac:spMkLst>
        </pc:spChg>
        <pc:spChg chg="del">
          <ac:chgData name="Milos Novovic" userId="a1d7132c96a2f9fa" providerId="LiveId" clId="{3E4AB23A-BB4C-44CD-901C-1AC4C592913C}" dt="2020-03-10T15:02:56.136" v="445" actId="478"/>
          <ac:spMkLst>
            <pc:docMk/>
            <pc:sldMk cId="2137448099" sldId="762"/>
            <ac:spMk id="6" creationId="{86DB26A0-D433-4749-9192-9D723BBD7E2A}"/>
          </ac:spMkLst>
        </pc:spChg>
        <pc:spChg chg="del">
          <ac:chgData name="Milos Novovic" userId="a1d7132c96a2f9fa" providerId="LiveId" clId="{3E4AB23A-BB4C-44CD-901C-1AC4C592913C}" dt="2020-03-10T15:02:56.136" v="445" actId="478"/>
          <ac:spMkLst>
            <pc:docMk/>
            <pc:sldMk cId="2137448099" sldId="762"/>
            <ac:spMk id="7" creationId="{72C80CB7-0D9D-4C47-B69D-922EB778837D}"/>
          </ac:spMkLst>
        </pc:spChg>
        <pc:spChg chg="del">
          <ac:chgData name="Milos Novovic" userId="a1d7132c96a2f9fa" providerId="LiveId" clId="{3E4AB23A-BB4C-44CD-901C-1AC4C592913C}" dt="2020-03-10T15:02:56.136" v="445" actId="478"/>
          <ac:spMkLst>
            <pc:docMk/>
            <pc:sldMk cId="2137448099" sldId="762"/>
            <ac:spMk id="8" creationId="{8809B82E-CDDF-4E39-A700-087A98641B8E}"/>
          </ac:spMkLst>
        </pc:spChg>
        <pc:spChg chg="del">
          <ac:chgData name="Milos Novovic" userId="a1d7132c96a2f9fa" providerId="LiveId" clId="{3E4AB23A-BB4C-44CD-901C-1AC4C592913C}" dt="2020-03-10T15:02:56.136" v="445" actId="478"/>
          <ac:spMkLst>
            <pc:docMk/>
            <pc:sldMk cId="2137448099" sldId="762"/>
            <ac:spMk id="9" creationId="{5761EFD3-8F67-458B-B7A7-CA1C3810462D}"/>
          </ac:spMkLst>
        </pc:spChg>
        <pc:spChg chg="del">
          <ac:chgData name="Milos Novovic" userId="a1d7132c96a2f9fa" providerId="LiveId" clId="{3E4AB23A-BB4C-44CD-901C-1AC4C592913C}" dt="2020-03-10T15:02:56.136" v="445" actId="478"/>
          <ac:spMkLst>
            <pc:docMk/>
            <pc:sldMk cId="2137448099" sldId="762"/>
            <ac:spMk id="18" creationId="{5210D2C2-0658-44B4-89E4-416861006014}"/>
          </ac:spMkLst>
        </pc:spChg>
        <pc:spChg chg="add del mod">
          <ac:chgData name="Milos Novovic" userId="a1d7132c96a2f9fa" providerId="LiveId" clId="{3E4AB23A-BB4C-44CD-901C-1AC4C592913C}" dt="2020-03-10T15:02:58.345" v="446" actId="478"/>
          <ac:spMkLst>
            <pc:docMk/>
            <pc:sldMk cId="2137448099" sldId="762"/>
            <ac:spMk id="19" creationId="{623A60DE-92D4-40CC-AD63-CE516D30CA83}"/>
          </ac:spMkLst>
        </pc:spChg>
        <pc:spChg chg="add">
          <ac:chgData name="Milos Novovic" userId="a1d7132c96a2f9fa" providerId="LiveId" clId="{3E4AB23A-BB4C-44CD-901C-1AC4C592913C}" dt="2020-03-10T15:03:07.859" v="447"/>
          <ac:spMkLst>
            <pc:docMk/>
            <pc:sldMk cId="2137448099" sldId="762"/>
            <ac:spMk id="21" creationId="{462F006A-8D51-4F9E-A4CF-6586BED5EC03}"/>
          </ac:spMkLst>
        </pc:spChg>
        <pc:spChg chg="add">
          <ac:chgData name="Milos Novovic" userId="a1d7132c96a2f9fa" providerId="LiveId" clId="{3E4AB23A-BB4C-44CD-901C-1AC4C592913C}" dt="2020-03-10T15:03:07.859" v="447"/>
          <ac:spMkLst>
            <pc:docMk/>
            <pc:sldMk cId="2137448099" sldId="762"/>
            <ac:spMk id="22" creationId="{A2670D0E-345E-49E3-85FC-C5B132DD43D3}"/>
          </ac:spMkLst>
        </pc:spChg>
        <pc:grpChg chg="del">
          <ac:chgData name="Milos Novovic" userId="a1d7132c96a2f9fa" providerId="LiveId" clId="{3E4AB23A-BB4C-44CD-901C-1AC4C592913C}" dt="2020-03-10T15:02:56.136" v="445" actId="478"/>
          <ac:grpSpMkLst>
            <pc:docMk/>
            <pc:sldMk cId="2137448099" sldId="762"/>
            <ac:grpSpMk id="10" creationId="{8FC2FB37-19D3-46F8-828D-C7B680B8F117}"/>
          </ac:grpSpMkLst>
        </pc:grpChg>
        <pc:grpChg chg="add del mod">
          <ac:chgData name="Milos Novovic" userId="a1d7132c96a2f9fa" providerId="LiveId" clId="{3E4AB23A-BB4C-44CD-901C-1AC4C592913C}" dt="2020-03-10T15:03:16.105" v="448" actId="478"/>
          <ac:grpSpMkLst>
            <pc:docMk/>
            <pc:sldMk cId="2137448099" sldId="762"/>
            <ac:grpSpMk id="20" creationId="{B0562437-7EB0-4B43-A411-23CF178F805E}"/>
          </ac:grpSpMkLst>
        </pc:grpChg>
        <pc:graphicFrameChg chg="add mod">
          <ac:chgData name="Milos Novovic" userId="a1d7132c96a2f9fa" providerId="LiveId" clId="{3E4AB23A-BB4C-44CD-901C-1AC4C592913C}" dt="2020-03-10T15:04:14.108" v="490" actId="20577"/>
          <ac:graphicFrameMkLst>
            <pc:docMk/>
            <pc:sldMk cId="2137448099" sldId="762"/>
            <ac:graphicFrameMk id="23" creationId="{3481B833-1445-4CDA-8414-06960581B30C}"/>
          </ac:graphicFrameMkLst>
        </pc:graphicFrameChg>
        <pc:cxnChg chg="del">
          <ac:chgData name="Milos Novovic" userId="a1d7132c96a2f9fa" providerId="LiveId" clId="{3E4AB23A-BB4C-44CD-901C-1AC4C592913C}" dt="2020-03-10T15:02:56.136" v="445" actId="478"/>
          <ac:cxnSpMkLst>
            <pc:docMk/>
            <pc:sldMk cId="2137448099" sldId="762"/>
            <ac:cxnSpMk id="17" creationId="{4D6F55E7-A484-4C3F-9E4D-63D0ACAC0629}"/>
          </ac:cxnSpMkLst>
        </pc:cxnChg>
      </pc:sldChg>
      <pc:sldChg chg="modSp add mod ord">
        <pc:chgData name="Milos Novovic" userId="a1d7132c96a2f9fa" providerId="LiveId" clId="{3E4AB23A-BB4C-44CD-901C-1AC4C592913C}" dt="2020-03-10T15:11:39.265" v="714" actId="20577"/>
        <pc:sldMkLst>
          <pc:docMk/>
          <pc:sldMk cId="3770773507" sldId="763"/>
        </pc:sldMkLst>
        <pc:spChg chg="mod">
          <ac:chgData name="Milos Novovic" userId="a1d7132c96a2f9fa" providerId="LiveId" clId="{3E4AB23A-BB4C-44CD-901C-1AC4C592913C}" dt="2020-03-10T15:11:39.265" v="714" actId="20577"/>
          <ac:spMkLst>
            <pc:docMk/>
            <pc:sldMk cId="3770773507" sldId="763"/>
            <ac:spMk id="2" creationId="{00000000-0000-0000-0000-000000000000}"/>
          </ac:spMkLst>
        </pc:spChg>
        <pc:spChg chg="mod">
          <ac:chgData name="Milos Novovic" userId="a1d7132c96a2f9fa" providerId="LiveId" clId="{3E4AB23A-BB4C-44CD-901C-1AC4C592913C}" dt="2020-03-10T15:06:08.384" v="518" actId="20577"/>
          <ac:spMkLst>
            <pc:docMk/>
            <pc:sldMk cId="3770773507" sldId="763"/>
            <ac:spMk id="18" creationId="{5210D2C2-0658-44B4-89E4-416861006014}"/>
          </ac:spMkLst>
        </pc:spChg>
      </pc:sldChg>
      <pc:sldChg chg="modSp add mod modAnim">
        <pc:chgData name="Milos Novovic" userId="a1d7132c96a2f9fa" providerId="LiveId" clId="{3E4AB23A-BB4C-44CD-901C-1AC4C592913C}" dt="2020-03-10T15:11:48.043" v="724" actId="20577"/>
        <pc:sldMkLst>
          <pc:docMk/>
          <pc:sldMk cId="4118019537" sldId="764"/>
        </pc:sldMkLst>
        <pc:spChg chg="mod">
          <ac:chgData name="Milos Novovic" userId="a1d7132c96a2f9fa" providerId="LiveId" clId="{3E4AB23A-BB4C-44CD-901C-1AC4C592913C}" dt="2020-03-10T15:11:45.326" v="723" actId="20577"/>
          <ac:spMkLst>
            <pc:docMk/>
            <pc:sldMk cId="4118019537" sldId="764"/>
            <ac:spMk id="2" creationId="{00000000-0000-0000-0000-000000000000}"/>
          </ac:spMkLst>
        </pc:spChg>
        <pc:spChg chg="mod">
          <ac:chgData name="Milos Novovic" userId="a1d7132c96a2f9fa" providerId="LiveId" clId="{3E4AB23A-BB4C-44CD-901C-1AC4C592913C}" dt="2020-03-10T15:11:48.043" v="724" actId="20577"/>
          <ac:spMkLst>
            <pc:docMk/>
            <pc:sldMk cId="4118019537" sldId="764"/>
            <ac:spMk id="18" creationId="{5210D2C2-0658-44B4-89E4-416861006014}"/>
          </ac:spMkLst>
        </pc:spChg>
      </pc:sldChg>
      <pc:sldChg chg="addSp delSp modSp add mod ord delAnim modAnim">
        <pc:chgData name="Milos Novovic" userId="a1d7132c96a2f9fa" providerId="LiveId" clId="{3E4AB23A-BB4C-44CD-901C-1AC4C592913C}" dt="2020-03-10T15:14:22.198" v="943" actId="20577"/>
        <pc:sldMkLst>
          <pc:docMk/>
          <pc:sldMk cId="1020409541" sldId="765"/>
        </pc:sldMkLst>
        <pc:spChg chg="add del mod">
          <ac:chgData name="Milos Novovic" userId="a1d7132c96a2f9fa" providerId="LiveId" clId="{3E4AB23A-BB4C-44CD-901C-1AC4C592913C}" dt="2020-03-10T15:07:33.588" v="538" actId="478"/>
          <ac:spMkLst>
            <pc:docMk/>
            <pc:sldMk cId="1020409541" sldId="765"/>
            <ac:spMk id="3" creationId="{FF932E41-0654-4711-93F8-81681BA07D45}"/>
          </ac:spMkLst>
        </pc:spChg>
        <pc:graphicFrameChg chg="add mod">
          <ac:chgData name="Milos Novovic" userId="a1d7132c96a2f9fa" providerId="LiveId" clId="{3E4AB23A-BB4C-44CD-901C-1AC4C592913C}" dt="2020-03-10T15:14:22.198" v="943" actId="20577"/>
          <ac:graphicFrameMkLst>
            <pc:docMk/>
            <pc:sldMk cId="1020409541" sldId="765"/>
            <ac:graphicFrameMk id="5" creationId="{5AAE2A7C-F0E6-4380-84DD-0B18D7C4D1C6}"/>
          </ac:graphicFrameMkLst>
        </pc:graphicFrameChg>
        <pc:graphicFrameChg chg="del mod">
          <ac:chgData name="Milos Novovic" userId="a1d7132c96a2f9fa" providerId="LiveId" clId="{3E4AB23A-BB4C-44CD-901C-1AC4C592913C}" dt="2020-03-10T15:07:32.099" v="537" actId="478"/>
          <ac:graphicFrameMkLst>
            <pc:docMk/>
            <pc:sldMk cId="1020409541" sldId="765"/>
            <ac:graphicFrameMk id="23" creationId="{3481B833-1445-4CDA-8414-06960581B30C}"/>
          </ac:graphicFrameMkLst>
        </pc:graphicFrameChg>
      </pc:sldChg>
      <pc:sldChg chg="modSp add mod modAnim">
        <pc:chgData name="Milos Novovic" userId="a1d7132c96a2f9fa" providerId="LiveId" clId="{3E4AB23A-BB4C-44CD-901C-1AC4C592913C}" dt="2020-03-10T15:18:06.295" v="1260" actId="14100"/>
        <pc:sldMkLst>
          <pc:docMk/>
          <pc:sldMk cId="3253422035" sldId="766"/>
        </pc:sldMkLst>
        <pc:spChg chg="mod">
          <ac:chgData name="Milos Novovic" userId="a1d7132c96a2f9fa" providerId="LiveId" clId="{3E4AB23A-BB4C-44CD-901C-1AC4C592913C}" dt="2020-03-10T15:17:56.983" v="1259" actId="1076"/>
          <ac:spMkLst>
            <pc:docMk/>
            <pc:sldMk cId="3253422035" sldId="766"/>
            <ac:spMk id="2" creationId="{00000000-0000-0000-0000-000000000000}"/>
          </ac:spMkLst>
        </pc:spChg>
        <pc:spChg chg="mod">
          <ac:chgData name="Milos Novovic" userId="a1d7132c96a2f9fa" providerId="LiveId" clId="{3E4AB23A-BB4C-44CD-901C-1AC4C592913C}" dt="2020-03-10T15:18:06.295" v="1260" actId="14100"/>
          <ac:spMkLst>
            <pc:docMk/>
            <pc:sldMk cId="3253422035" sldId="766"/>
            <ac:spMk id="5" creationId="{5D4CEE22-56E2-4BCA-8225-BA93BA9BBE44}"/>
          </ac:spMkLst>
        </pc:spChg>
        <pc:spChg chg="mod">
          <ac:chgData name="Milos Novovic" userId="a1d7132c96a2f9fa" providerId="LiveId" clId="{3E4AB23A-BB4C-44CD-901C-1AC4C592913C}" dt="2020-03-10T15:17:48.826" v="1258" actId="115"/>
          <ac:spMkLst>
            <pc:docMk/>
            <pc:sldMk cId="3253422035" sldId="766"/>
            <ac:spMk id="18" creationId="{5210D2C2-0658-44B4-89E4-416861006014}"/>
          </ac:spMkLst>
        </pc:spChg>
      </pc:sldChg>
      <pc:sldChg chg="modSp add mod ord modAnim">
        <pc:chgData name="Milos Novovic" userId="a1d7132c96a2f9fa" providerId="LiveId" clId="{3E4AB23A-BB4C-44CD-901C-1AC4C592913C}" dt="2020-03-10T15:20:48.272" v="1563" actId="113"/>
        <pc:sldMkLst>
          <pc:docMk/>
          <pc:sldMk cId="2754883524" sldId="767"/>
        </pc:sldMkLst>
        <pc:spChg chg="mod">
          <ac:chgData name="Milos Novovic" userId="a1d7132c96a2f9fa" providerId="LiveId" clId="{3E4AB23A-BB4C-44CD-901C-1AC4C592913C}" dt="2020-03-10T15:19:06.717" v="1282" actId="20577"/>
          <ac:spMkLst>
            <pc:docMk/>
            <pc:sldMk cId="2754883524" sldId="767"/>
            <ac:spMk id="2" creationId="{00000000-0000-0000-0000-000000000000}"/>
          </ac:spMkLst>
        </pc:spChg>
        <pc:spChg chg="mod">
          <ac:chgData name="Milos Novovic" userId="a1d7132c96a2f9fa" providerId="LiveId" clId="{3E4AB23A-BB4C-44CD-901C-1AC4C592913C}" dt="2020-03-10T15:20:48.272" v="1563" actId="113"/>
          <ac:spMkLst>
            <pc:docMk/>
            <pc:sldMk cId="2754883524" sldId="767"/>
            <ac:spMk id="18" creationId="{5210D2C2-0658-44B4-89E4-416861006014}"/>
          </ac:spMkLst>
        </pc:spChg>
      </pc:sldChg>
      <pc:sldChg chg="addSp delSp modSp add mod modAnim">
        <pc:chgData name="Milos Novovic" userId="a1d7132c96a2f9fa" providerId="LiveId" clId="{3E4AB23A-BB4C-44CD-901C-1AC4C592913C}" dt="2020-03-10T15:21:18.831" v="1589" actId="1076"/>
        <pc:sldMkLst>
          <pc:docMk/>
          <pc:sldMk cId="901496549" sldId="768"/>
        </pc:sldMkLst>
        <pc:spChg chg="mod">
          <ac:chgData name="Milos Novovic" userId="a1d7132c96a2f9fa" providerId="LiveId" clId="{3E4AB23A-BB4C-44CD-901C-1AC4C592913C}" dt="2020-03-10T15:21:18.831" v="1589" actId="1076"/>
          <ac:spMkLst>
            <pc:docMk/>
            <pc:sldMk cId="901496549" sldId="768"/>
            <ac:spMk id="2" creationId="{00000000-0000-0000-0000-000000000000}"/>
          </ac:spMkLst>
        </pc:spChg>
        <pc:spChg chg="add del mod">
          <ac:chgData name="Milos Novovic" userId="a1d7132c96a2f9fa" providerId="LiveId" clId="{3E4AB23A-BB4C-44CD-901C-1AC4C592913C}" dt="2020-03-10T15:21:02.372" v="1586" actId="478"/>
          <ac:spMkLst>
            <pc:docMk/>
            <pc:sldMk cId="901496549" sldId="768"/>
            <ac:spMk id="3" creationId="{1F5A08B8-38D9-43F4-AFF8-E900B9A8053B}"/>
          </ac:spMkLst>
        </pc:spChg>
        <pc:spChg chg="del">
          <ac:chgData name="Milos Novovic" userId="a1d7132c96a2f9fa" providerId="LiveId" clId="{3E4AB23A-BB4C-44CD-901C-1AC4C592913C}" dt="2020-03-10T15:20:58.963" v="1585" actId="478"/>
          <ac:spMkLst>
            <pc:docMk/>
            <pc:sldMk cId="901496549" sldId="768"/>
            <ac:spMk id="18" creationId="{5210D2C2-0658-44B4-89E4-416861006014}"/>
          </ac:spMkLst>
        </pc:spChg>
        <pc:picChg chg="add mod">
          <ac:chgData name="Milos Novovic" userId="a1d7132c96a2f9fa" providerId="LiveId" clId="{3E4AB23A-BB4C-44CD-901C-1AC4C592913C}" dt="2020-03-10T15:21:14.721" v="1588" actId="1076"/>
          <ac:picMkLst>
            <pc:docMk/>
            <pc:sldMk cId="901496549" sldId="768"/>
            <ac:picMk id="19" creationId="{DAFCA6D3-E861-478A-ADFA-8A6A991AF721}"/>
          </ac:picMkLst>
        </pc:picChg>
        <pc:picChg chg="add mod">
          <ac:chgData name="Milos Novovic" userId="a1d7132c96a2f9fa" providerId="LiveId" clId="{3E4AB23A-BB4C-44CD-901C-1AC4C592913C}" dt="2020-03-10T15:21:14.721" v="1588" actId="1076"/>
          <ac:picMkLst>
            <pc:docMk/>
            <pc:sldMk cId="901496549" sldId="768"/>
            <ac:picMk id="20" creationId="{8D434083-56C8-47CD-B5E8-6E5D02C12967}"/>
          </ac:picMkLst>
        </pc:picChg>
      </pc:sldChg>
      <pc:sldChg chg="modSp add ord modAnim">
        <pc:chgData name="Milos Novovic" userId="a1d7132c96a2f9fa" providerId="LiveId" clId="{3E4AB23A-BB4C-44CD-901C-1AC4C592913C}" dt="2020-03-10T15:23:17.447" v="1935" actId="20577"/>
        <pc:sldMkLst>
          <pc:docMk/>
          <pc:sldMk cId="3081832586" sldId="769"/>
        </pc:sldMkLst>
        <pc:spChg chg="mod">
          <ac:chgData name="Milos Novovic" userId="a1d7132c96a2f9fa" providerId="LiveId" clId="{3E4AB23A-BB4C-44CD-901C-1AC4C592913C}" dt="2020-03-10T15:23:17.447" v="1935" actId="20577"/>
          <ac:spMkLst>
            <pc:docMk/>
            <pc:sldMk cId="3081832586" sldId="769"/>
            <ac:spMk id="18" creationId="{5210D2C2-0658-44B4-89E4-416861006014}"/>
          </ac:spMkLst>
        </pc:spChg>
      </pc:sldChg>
      <pc:sldChg chg="modSp add mod modAnim">
        <pc:chgData name="Milos Novovic" userId="a1d7132c96a2f9fa" providerId="LiveId" clId="{3E4AB23A-BB4C-44CD-901C-1AC4C592913C}" dt="2020-03-10T15:29:22.376" v="2202" actId="1076"/>
        <pc:sldMkLst>
          <pc:docMk/>
          <pc:sldMk cId="3342677706" sldId="770"/>
        </pc:sldMkLst>
        <pc:spChg chg="mod">
          <ac:chgData name="Milos Novovic" userId="a1d7132c96a2f9fa" providerId="LiveId" clId="{3E4AB23A-BB4C-44CD-901C-1AC4C592913C}" dt="2020-03-10T15:29:13.657" v="2199" actId="1076"/>
          <ac:spMkLst>
            <pc:docMk/>
            <pc:sldMk cId="3342677706" sldId="770"/>
            <ac:spMk id="2" creationId="{00000000-0000-0000-0000-000000000000}"/>
          </ac:spMkLst>
        </pc:spChg>
        <pc:spChg chg="mod">
          <ac:chgData name="Milos Novovic" userId="a1d7132c96a2f9fa" providerId="LiveId" clId="{3E4AB23A-BB4C-44CD-901C-1AC4C592913C}" dt="2020-03-10T15:29:22.376" v="2202" actId="1076"/>
          <ac:spMkLst>
            <pc:docMk/>
            <pc:sldMk cId="3342677706" sldId="770"/>
            <ac:spMk id="18" creationId="{5210D2C2-0658-44B4-89E4-416861006014}"/>
          </ac:spMkLst>
        </pc:spChg>
      </pc:sldChg>
      <pc:sldChg chg="addSp delSp add del">
        <pc:chgData name="Milos Novovic" userId="a1d7132c96a2f9fa" providerId="LiveId" clId="{3E4AB23A-BB4C-44CD-901C-1AC4C592913C}" dt="2020-03-10T15:39:50.225" v="2595" actId="47"/>
        <pc:sldMkLst>
          <pc:docMk/>
          <pc:sldMk cId="3179445628" sldId="771"/>
        </pc:sldMkLst>
        <pc:spChg chg="add del">
          <ac:chgData name="Milos Novovic" userId="a1d7132c96a2f9fa" providerId="LiveId" clId="{3E4AB23A-BB4C-44CD-901C-1AC4C592913C}" dt="2020-03-10T15:27:48.763" v="2081"/>
          <ac:spMkLst>
            <pc:docMk/>
            <pc:sldMk cId="3179445628" sldId="771"/>
            <ac:spMk id="4" creationId="{89C73CAF-13FC-476D-A6EF-33A9246F542D}"/>
          </ac:spMkLst>
        </pc:spChg>
      </pc:sldChg>
      <pc:sldChg chg="modSp add modAnim">
        <pc:chgData name="Milos Novovic" userId="a1d7132c96a2f9fa" providerId="LiveId" clId="{3E4AB23A-BB4C-44CD-901C-1AC4C592913C}" dt="2020-03-10T15:34:50.306" v="2468" actId="20577"/>
        <pc:sldMkLst>
          <pc:docMk/>
          <pc:sldMk cId="520964425" sldId="772"/>
        </pc:sldMkLst>
        <pc:spChg chg="mod">
          <ac:chgData name="Milos Novovic" userId="a1d7132c96a2f9fa" providerId="LiveId" clId="{3E4AB23A-BB4C-44CD-901C-1AC4C592913C}" dt="2020-03-10T15:30:40.991" v="2222" actId="20577"/>
          <ac:spMkLst>
            <pc:docMk/>
            <pc:sldMk cId="520964425" sldId="772"/>
            <ac:spMk id="2" creationId="{00000000-0000-0000-0000-000000000000}"/>
          </ac:spMkLst>
        </pc:spChg>
        <pc:spChg chg="mod">
          <ac:chgData name="Milos Novovic" userId="a1d7132c96a2f9fa" providerId="LiveId" clId="{3E4AB23A-BB4C-44CD-901C-1AC4C592913C}" dt="2020-03-10T15:34:50.306" v="2468" actId="20577"/>
          <ac:spMkLst>
            <pc:docMk/>
            <pc:sldMk cId="520964425" sldId="772"/>
            <ac:spMk id="18" creationId="{5210D2C2-0658-44B4-89E4-416861006014}"/>
          </ac:spMkLst>
        </pc:spChg>
      </pc:sldChg>
      <pc:sldChg chg="modSp add mod modAnim">
        <pc:chgData name="Milos Novovic" userId="a1d7132c96a2f9fa" providerId="LiveId" clId="{3E4AB23A-BB4C-44CD-901C-1AC4C592913C}" dt="2020-03-10T15:37:01.317" v="2521" actId="20577"/>
        <pc:sldMkLst>
          <pc:docMk/>
          <pc:sldMk cId="3163813140" sldId="773"/>
        </pc:sldMkLst>
        <pc:spChg chg="mod">
          <ac:chgData name="Milos Novovic" userId="a1d7132c96a2f9fa" providerId="LiveId" clId="{3E4AB23A-BB4C-44CD-901C-1AC4C592913C}" dt="2020-03-10T15:37:01.317" v="2521" actId="20577"/>
          <ac:spMkLst>
            <pc:docMk/>
            <pc:sldMk cId="3163813140" sldId="773"/>
            <ac:spMk id="2" creationId="{00000000-0000-0000-0000-000000000000}"/>
          </ac:spMkLst>
        </pc:spChg>
        <pc:spChg chg="mod">
          <ac:chgData name="Milos Novovic" userId="a1d7132c96a2f9fa" providerId="LiveId" clId="{3E4AB23A-BB4C-44CD-901C-1AC4C592913C}" dt="2020-03-10T15:35:27.176" v="2473" actId="14100"/>
          <ac:spMkLst>
            <pc:docMk/>
            <pc:sldMk cId="3163813140" sldId="773"/>
            <ac:spMk id="4" creationId="{F821AD68-8397-4202-BC9A-F410A880D30C}"/>
          </ac:spMkLst>
        </pc:spChg>
        <pc:spChg chg="mod">
          <ac:chgData name="Milos Novovic" userId="a1d7132c96a2f9fa" providerId="LiveId" clId="{3E4AB23A-BB4C-44CD-901C-1AC4C592913C}" dt="2020-03-10T15:35:27.176" v="2473" actId="14100"/>
          <ac:spMkLst>
            <pc:docMk/>
            <pc:sldMk cId="3163813140" sldId="773"/>
            <ac:spMk id="5" creationId="{5D4CEE22-56E2-4BCA-8225-BA93BA9BBE44}"/>
          </ac:spMkLst>
        </pc:spChg>
        <pc:spChg chg="mod">
          <ac:chgData name="Milos Novovic" userId="a1d7132c96a2f9fa" providerId="LiveId" clId="{3E4AB23A-BB4C-44CD-901C-1AC4C592913C}" dt="2020-03-10T15:35:27.176" v="2473" actId="14100"/>
          <ac:spMkLst>
            <pc:docMk/>
            <pc:sldMk cId="3163813140" sldId="773"/>
            <ac:spMk id="6" creationId="{86DB26A0-D433-4749-9192-9D723BBD7E2A}"/>
          </ac:spMkLst>
        </pc:spChg>
        <pc:spChg chg="mod">
          <ac:chgData name="Milos Novovic" userId="a1d7132c96a2f9fa" providerId="LiveId" clId="{3E4AB23A-BB4C-44CD-901C-1AC4C592913C}" dt="2020-03-10T15:35:27.176" v="2473" actId="14100"/>
          <ac:spMkLst>
            <pc:docMk/>
            <pc:sldMk cId="3163813140" sldId="773"/>
            <ac:spMk id="7" creationId="{72C80CB7-0D9D-4C47-B69D-922EB778837D}"/>
          </ac:spMkLst>
        </pc:spChg>
        <pc:spChg chg="mod">
          <ac:chgData name="Milos Novovic" userId="a1d7132c96a2f9fa" providerId="LiveId" clId="{3E4AB23A-BB4C-44CD-901C-1AC4C592913C}" dt="2020-03-10T15:35:27.176" v="2473" actId="14100"/>
          <ac:spMkLst>
            <pc:docMk/>
            <pc:sldMk cId="3163813140" sldId="773"/>
            <ac:spMk id="8" creationId="{8809B82E-CDDF-4E39-A700-087A98641B8E}"/>
          </ac:spMkLst>
        </pc:spChg>
        <pc:spChg chg="mod">
          <ac:chgData name="Milos Novovic" userId="a1d7132c96a2f9fa" providerId="LiveId" clId="{3E4AB23A-BB4C-44CD-901C-1AC4C592913C}" dt="2020-03-10T15:35:27.176" v="2473" actId="14100"/>
          <ac:spMkLst>
            <pc:docMk/>
            <pc:sldMk cId="3163813140" sldId="773"/>
            <ac:spMk id="9" creationId="{5761EFD3-8F67-458B-B7A7-CA1C3810462D}"/>
          </ac:spMkLst>
        </pc:spChg>
        <pc:spChg chg="mod">
          <ac:chgData name="Milos Novovic" userId="a1d7132c96a2f9fa" providerId="LiveId" clId="{3E4AB23A-BB4C-44CD-901C-1AC4C592913C}" dt="2020-03-10T15:35:57.121" v="2477" actId="113"/>
          <ac:spMkLst>
            <pc:docMk/>
            <pc:sldMk cId="3163813140" sldId="773"/>
            <ac:spMk id="18" creationId="{5210D2C2-0658-44B4-89E4-416861006014}"/>
          </ac:spMkLst>
        </pc:spChg>
        <pc:cxnChg chg="mod">
          <ac:chgData name="Milos Novovic" userId="a1d7132c96a2f9fa" providerId="LiveId" clId="{3E4AB23A-BB4C-44CD-901C-1AC4C592913C}" dt="2020-03-10T15:35:30.648" v="2474" actId="14100"/>
          <ac:cxnSpMkLst>
            <pc:docMk/>
            <pc:sldMk cId="3163813140" sldId="773"/>
            <ac:cxnSpMk id="17" creationId="{4D6F55E7-A484-4C3F-9E4D-63D0ACAC0629}"/>
          </ac:cxnSpMkLst>
        </pc:cxnChg>
      </pc:sldChg>
      <pc:sldChg chg="modSp add mod modAnim">
        <pc:chgData name="Milos Novovic" userId="a1d7132c96a2f9fa" providerId="LiveId" clId="{3E4AB23A-BB4C-44CD-901C-1AC4C592913C}" dt="2020-03-10T15:37:16.899" v="2562" actId="20577"/>
        <pc:sldMkLst>
          <pc:docMk/>
          <pc:sldMk cId="2697943285" sldId="774"/>
        </pc:sldMkLst>
        <pc:spChg chg="mod">
          <ac:chgData name="Milos Novovic" userId="a1d7132c96a2f9fa" providerId="LiveId" clId="{3E4AB23A-BB4C-44CD-901C-1AC4C592913C}" dt="2020-03-10T15:37:12.999" v="2559" actId="20577"/>
          <ac:spMkLst>
            <pc:docMk/>
            <pc:sldMk cId="2697943285" sldId="774"/>
            <ac:spMk id="2" creationId="{00000000-0000-0000-0000-000000000000}"/>
          </ac:spMkLst>
        </pc:spChg>
        <pc:spChg chg="mod">
          <ac:chgData name="Milos Novovic" userId="a1d7132c96a2f9fa" providerId="LiveId" clId="{3E4AB23A-BB4C-44CD-901C-1AC4C592913C}" dt="2020-03-10T15:37:16.899" v="2562" actId="20577"/>
          <ac:spMkLst>
            <pc:docMk/>
            <pc:sldMk cId="2697943285" sldId="774"/>
            <ac:spMk id="18" creationId="{5210D2C2-0658-44B4-89E4-416861006014}"/>
          </ac:spMkLst>
        </pc:spChg>
      </pc:sldChg>
      <pc:sldChg chg="modSp add mod modAnim">
        <pc:chgData name="Milos Novovic" userId="a1d7132c96a2f9fa" providerId="LiveId" clId="{3E4AB23A-BB4C-44CD-901C-1AC4C592913C}" dt="2020-03-10T15:39:04.666" v="2591" actId="12"/>
        <pc:sldMkLst>
          <pc:docMk/>
          <pc:sldMk cId="1484050888" sldId="775"/>
        </pc:sldMkLst>
        <pc:spChg chg="mod">
          <ac:chgData name="Milos Novovic" userId="a1d7132c96a2f9fa" providerId="LiveId" clId="{3E4AB23A-BB4C-44CD-901C-1AC4C592913C}" dt="2020-03-10T15:38:51.990" v="2585" actId="20577"/>
          <ac:spMkLst>
            <pc:docMk/>
            <pc:sldMk cId="1484050888" sldId="775"/>
            <ac:spMk id="2" creationId="{00000000-0000-0000-0000-000000000000}"/>
          </ac:spMkLst>
        </pc:spChg>
        <pc:spChg chg="mod">
          <ac:chgData name="Milos Novovic" userId="a1d7132c96a2f9fa" providerId="LiveId" clId="{3E4AB23A-BB4C-44CD-901C-1AC4C592913C}" dt="2020-03-10T15:39:04.666" v="2591" actId="12"/>
          <ac:spMkLst>
            <pc:docMk/>
            <pc:sldMk cId="1484050888" sldId="775"/>
            <ac:spMk id="18" creationId="{5210D2C2-0658-44B4-89E4-416861006014}"/>
          </ac:spMkLst>
        </pc:spChg>
      </pc:sldChg>
      <pc:sldChg chg="modSp add modAnim">
        <pc:chgData name="Milos Novovic" userId="a1d7132c96a2f9fa" providerId="LiveId" clId="{3E4AB23A-BB4C-44CD-901C-1AC4C592913C}" dt="2020-03-10T15:39:28.518" v="2594" actId="12"/>
        <pc:sldMkLst>
          <pc:docMk/>
          <pc:sldMk cId="565643158" sldId="776"/>
        </pc:sldMkLst>
        <pc:spChg chg="mod">
          <ac:chgData name="Milos Novovic" userId="a1d7132c96a2f9fa" providerId="LiveId" clId="{3E4AB23A-BB4C-44CD-901C-1AC4C592913C}" dt="2020-03-10T15:39:28.518" v="2594" actId="12"/>
          <ac:spMkLst>
            <pc:docMk/>
            <pc:sldMk cId="565643158" sldId="776"/>
            <ac:spMk id="18" creationId="{5210D2C2-0658-44B4-89E4-416861006014}"/>
          </ac:spMkLst>
        </pc:spChg>
      </pc:sldChg>
    </pc:docChg>
  </pc:docChgLst>
  <pc:docChgLst>
    <pc:chgData name="Milos Novovic" userId="a1d7132c96a2f9fa" providerId="LiveId" clId="{02765A3D-0304-4FCA-A260-F3FDE4FC6C87}"/>
    <pc:docChg chg="custSel addSld delSld modSld sldOrd">
      <pc:chgData name="Milos Novovic" userId="a1d7132c96a2f9fa" providerId="LiveId" clId="{02765A3D-0304-4FCA-A260-F3FDE4FC6C87}" dt="2020-03-03T18:42:06.216" v="3757" actId="20577"/>
      <pc:docMkLst>
        <pc:docMk/>
      </pc:docMkLst>
      <pc:sldChg chg="modSp modAnim">
        <pc:chgData name="Milos Novovic" userId="a1d7132c96a2f9fa" providerId="LiveId" clId="{02765A3D-0304-4FCA-A260-F3FDE4FC6C87}" dt="2020-03-03T18:41:33.660" v="3677" actId="113"/>
        <pc:sldMkLst>
          <pc:docMk/>
          <pc:sldMk cId="2497270382" sldId="262"/>
        </pc:sldMkLst>
        <pc:spChg chg="mod">
          <ac:chgData name="Milos Novovic" userId="a1d7132c96a2f9fa" providerId="LiveId" clId="{02765A3D-0304-4FCA-A260-F3FDE4FC6C87}" dt="2020-03-03T18:41:33.660" v="3677" actId="113"/>
          <ac:spMkLst>
            <pc:docMk/>
            <pc:sldMk cId="2497270382" sldId="262"/>
            <ac:spMk id="25" creationId="{00000000-0000-0000-0000-000000000000}"/>
          </ac:spMkLst>
        </pc:spChg>
      </pc:sldChg>
      <pc:sldChg chg="modSp">
        <pc:chgData name="Milos Novovic" userId="a1d7132c96a2f9fa" providerId="LiveId" clId="{02765A3D-0304-4FCA-A260-F3FDE4FC6C87}" dt="2020-03-03T18:42:06.216" v="3757" actId="20577"/>
        <pc:sldMkLst>
          <pc:docMk/>
          <pc:sldMk cId="917890868" sldId="557"/>
        </pc:sldMkLst>
        <pc:spChg chg="mod">
          <ac:chgData name="Milos Novovic" userId="a1d7132c96a2f9fa" providerId="LiveId" clId="{02765A3D-0304-4FCA-A260-F3FDE4FC6C87}" dt="2020-03-03T18:42:06.216" v="3757" actId="20577"/>
          <ac:spMkLst>
            <pc:docMk/>
            <pc:sldMk cId="917890868" sldId="557"/>
            <ac:spMk id="25" creationId="{00000000-0000-0000-0000-000000000000}"/>
          </ac:spMkLst>
        </pc:spChg>
      </pc:sldChg>
      <pc:sldChg chg="modSp ord modAnim">
        <pc:chgData name="Milos Novovic" userId="a1d7132c96a2f9fa" providerId="LiveId" clId="{02765A3D-0304-4FCA-A260-F3FDE4FC6C87}" dt="2020-03-03T17:39:26.754" v="513" actId="1076"/>
        <pc:sldMkLst>
          <pc:docMk/>
          <pc:sldMk cId="1204146147" sldId="717"/>
        </pc:sldMkLst>
        <pc:spChg chg="mod">
          <ac:chgData name="Milos Novovic" userId="a1d7132c96a2f9fa" providerId="LiveId" clId="{02765A3D-0304-4FCA-A260-F3FDE4FC6C87}" dt="2020-03-03T17:34:48.707" v="157" actId="20577"/>
          <ac:spMkLst>
            <pc:docMk/>
            <pc:sldMk cId="1204146147" sldId="717"/>
            <ac:spMk id="2" creationId="{00000000-0000-0000-0000-000000000000}"/>
          </ac:spMkLst>
        </pc:spChg>
        <pc:spChg chg="mod">
          <ac:chgData name="Milos Novovic" userId="a1d7132c96a2f9fa" providerId="LiveId" clId="{02765A3D-0304-4FCA-A260-F3FDE4FC6C87}" dt="2020-03-03T17:39:26.754" v="513" actId="1076"/>
          <ac:spMkLst>
            <pc:docMk/>
            <pc:sldMk cId="1204146147" sldId="717"/>
            <ac:spMk id="18" creationId="{5210D2C2-0658-44B4-89E4-416861006014}"/>
          </ac:spMkLst>
        </pc:spChg>
      </pc:sldChg>
      <pc:sldChg chg="modSp modAnim">
        <pc:chgData name="Milos Novovic" userId="a1d7132c96a2f9fa" providerId="LiveId" clId="{02765A3D-0304-4FCA-A260-F3FDE4FC6C87}" dt="2020-03-03T17:43:14.364" v="613" actId="1076"/>
        <pc:sldMkLst>
          <pc:docMk/>
          <pc:sldMk cId="1422608361" sldId="718"/>
        </pc:sldMkLst>
        <pc:spChg chg="mod">
          <ac:chgData name="Milos Novovic" userId="a1d7132c96a2f9fa" providerId="LiveId" clId="{02765A3D-0304-4FCA-A260-F3FDE4FC6C87}" dt="2020-03-03T17:42:20.154" v="601" actId="20577"/>
          <ac:spMkLst>
            <pc:docMk/>
            <pc:sldMk cId="1422608361" sldId="718"/>
            <ac:spMk id="2" creationId="{00000000-0000-0000-0000-000000000000}"/>
          </ac:spMkLst>
        </pc:spChg>
        <pc:spChg chg="mod">
          <ac:chgData name="Milos Novovic" userId="a1d7132c96a2f9fa" providerId="LiveId" clId="{02765A3D-0304-4FCA-A260-F3FDE4FC6C87}" dt="2020-03-03T17:43:14.364" v="613" actId="1076"/>
          <ac:spMkLst>
            <pc:docMk/>
            <pc:sldMk cId="1422608361" sldId="718"/>
            <ac:spMk id="18" creationId="{5210D2C2-0658-44B4-89E4-416861006014}"/>
          </ac:spMkLst>
        </pc:spChg>
      </pc:sldChg>
      <pc:sldChg chg="del">
        <pc:chgData name="Milos Novovic" userId="a1d7132c96a2f9fa" providerId="LiveId" clId="{02765A3D-0304-4FCA-A260-F3FDE4FC6C87}" dt="2020-03-03T17:47:30.103" v="665" actId="47"/>
        <pc:sldMkLst>
          <pc:docMk/>
          <pc:sldMk cId="24900954" sldId="719"/>
        </pc:sldMkLst>
      </pc:sldChg>
      <pc:sldChg chg="del">
        <pc:chgData name="Milos Novovic" userId="a1d7132c96a2f9fa" providerId="LiveId" clId="{02765A3D-0304-4FCA-A260-F3FDE4FC6C87}" dt="2020-03-03T17:47:30.103" v="665" actId="47"/>
        <pc:sldMkLst>
          <pc:docMk/>
          <pc:sldMk cId="441780276" sldId="720"/>
        </pc:sldMkLst>
      </pc:sldChg>
      <pc:sldChg chg="del">
        <pc:chgData name="Milos Novovic" userId="a1d7132c96a2f9fa" providerId="LiveId" clId="{02765A3D-0304-4FCA-A260-F3FDE4FC6C87}" dt="2020-03-03T17:47:30.103" v="665" actId="47"/>
        <pc:sldMkLst>
          <pc:docMk/>
          <pc:sldMk cId="4179182728" sldId="721"/>
        </pc:sldMkLst>
      </pc:sldChg>
      <pc:sldChg chg="del">
        <pc:chgData name="Milos Novovic" userId="a1d7132c96a2f9fa" providerId="LiveId" clId="{02765A3D-0304-4FCA-A260-F3FDE4FC6C87}" dt="2020-03-03T17:47:30.103" v="665" actId="47"/>
        <pc:sldMkLst>
          <pc:docMk/>
          <pc:sldMk cId="3979275518" sldId="722"/>
        </pc:sldMkLst>
      </pc:sldChg>
      <pc:sldChg chg="del">
        <pc:chgData name="Milos Novovic" userId="a1d7132c96a2f9fa" providerId="LiveId" clId="{02765A3D-0304-4FCA-A260-F3FDE4FC6C87}" dt="2020-03-03T17:47:30.103" v="665" actId="47"/>
        <pc:sldMkLst>
          <pc:docMk/>
          <pc:sldMk cId="3057489761" sldId="723"/>
        </pc:sldMkLst>
      </pc:sldChg>
      <pc:sldChg chg="del">
        <pc:chgData name="Milos Novovic" userId="a1d7132c96a2f9fa" providerId="LiveId" clId="{02765A3D-0304-4FCA-A260-F3FDE4FC6C87}" dt="2020-03-03T17:47:30.103" v="665" actId="47"/>
        <pc:sldMkLst>
          <pc:docMk/>
          <pc:sldMk cId="1118279733" sldId="724"/>
        </pc:sldMkLst>
      </pc:sldChg>
      <pc:sldChg chg="del">
        <pc:chgData name="Milos Novovic" userId="a1d7132c96a2f9fa" providerId="LiveId" clId="{02765A3D-0304-4FCA-A260-F3FDE4FC6C87}" dt="2020-03-03T17:47:30.103" v="665" actId="47"/>
        <pc:sldMkLst>
          <pc:docMk/>
          <pc:sldMk cId="2166896720" sldId="725"/>
        </pc:sldMkLst>
      </pc:sldChg>
      <pc:sldChg chg="del">
        <pc:chgData name="Milos Novovic" userId="a1d7132c96a2f9fa" providerId="LiveId" clId="{02765A3D-0304-4FCA-A260-F3FDE4FC6C87}" dt="2020-03-03T17:47:30.103" v="665" actId="47"/>
        <pc:sldMkLst>
          <pc:docMk/>
          <pc:sldMk cId="2481800697" sldId="726"/>
        </pc:sldMkLst>
      </pc:sldChg>
      <pc:sldChg chg="del">
        <pc:chgData name="Milos Novovic" userId="a1d7132c96a2f9fa" providerId="LiveId" clId="{02765A3D-0304-4FCA-A260-F3FDE4FC6C87}" dt="2020-03-03T17:41:58.752" v="578" actId="47"/>
        <pc:sldMkLst>
          <pc:docMk/>
          <pc:sldMk cId="2774668620" sldId="730"/>
        </pc:sldMkLst>
      </pc:sldChg>
      <pc:sldChg chg="del">
        <pc:chgData name="Milos Novovic" userId="a1d7132c96a2f9fa" providerId="LiveId" clId="{02765A3D-0304-4FCA-A260-F3FDE4FC6C87}" dt="2020-03-03T17:41:58.752" v="578" actId="47"/>
        <pc:sldMkLst>
          <pc:docMk/>
          <pc:sldMk cId="794452786" sldId="731"/>
        </pc:sldMkLst>
      </pc:sldChg>
      <pc:sldChg chg="modSp modAnim">
        <pc:chgData name="Milos Novovic" userId="a1d7132c96a2f9fa" providerId="LiveId" clId="{02765A3D-0304-4FCA-A260-F3FDE4FC6C87}" dt="2020-03-03T18:39:33.755" v="3291" actId="20577"/>
        <pc:sldMkLst>
          <pc:docMk/>
          <pc:sldMk cId="3064181106" sldId="732"/>
        </pc:sldMkLst>
        <pc:spChg chg="mod">
          <ac:chgData name="Milos Novovic" userId="a1d7132c96a2f9fa" providerId="LiveId" clId="{02765A3D-0304-4FCA-A260-F3FDE4FC6C87}" dt="2020-03-03T18:39:33.755" v="3291" actId="20577"/>
          <ac:spMkLst>
            <pc:docMk/>
            <pc:sldMk cId="3064181106" sldId="732"/>
            <ac:spMk id="18" creationId="{5210D2C2-0658-44B4-89E4-416861006014}"/>
          </ac:spMkLst>
        </pc:spChg>
      </pc:sldChg>
      <pc:sldChg chg="del">
        <pc:chgData name="Milos Novovic" userId="a1d7132c96a2f9fa" providerId="LiveId" clId="{02765A3D-0304-4FCA-A260-F3FDE4FC6C87}" dt="2020-03-03T17:47:30.103" v="665" actId="47"/>
        <pc:sldMkLst>
          <pc:docMk/>
          <pc:sldMk cId="3028409389" sldId="733"/>
        </pc:sldMkLst>
      </pc:sldChg>
      <pc:sldChg chg="del">
        <pc:chgData name="Milos Novovic" userId="a1d7132c96a2f9fa" providerId="LiveId" clId="{02765A3D-0304-4FCA-A260-F3FDE4FC6C87}" dt="2020-03-03T17:47:30.103" v="665" actId="47"/>
        <pc:sldMkLst>
          <pc:docMk/>
          <pc:sldMk cId="4183000629" sldId="734"/>
        </pc:sldMkLst>
      </pc:sldChg>
      <pc:sldChg chg="del">
        <pc:chgData name="Milos Novovic" userId="a1d7132c96a2f9fa" providerId="LiveId" clId="{02765A3D-0304-4FCA-A260-F3FDE4FC6C87}" dt="2020-03-03T17:47:30.103" v="665" actId="47"/>
        <pc:sldMkLst>
          <pc:docMk/>
          <pc:sldMk cId="4055365174" sldId="735"/>
        </pc:sldMkLst>
      </pc:sldChg>
      <pc:sldChg chg="del">
        <pc:chgData name="Milos Novovic" userId="a1d7132c96a2f9fa" providerId="LiveId" clId="{02765A3D-0304-4FCA-A260-F3FDE4FC6C87}" dt="2020-03-03T17:47:30.103" v="665" actId="47"/>
        <pc:sldMkLst>
          <pc:docMk/>
          <pc:sldMk cId="1527564685" sldId="736"/>
        </pc:sldMkLst>
      </pc:sldChg>
      <pc:sldChg chg="modSp">
        <pc:chgData name="Milos Novovic" userId="a1d7132c96a2f9fa" providerId="LiveId" clId="{02765A3D-0304-4FCA-A260-F3FDE4FC6C87}" dt="2020-03-03T18:17:42.612" v="1744" actId="20577"/>
        <pc:sldMkLst>
          <pc:docMk/>
          <pc:sldMk cId="3152102403" sldId="737"/>
        </pc:sldMkLst>
        <pc:spChg chg="mod">
          <ac:chgData name="Milos Novovic" userId="a1d7132c96a2f9fa" providerId="LiveId" clId="{02765A3D-0304-4FCA-A260-F3FDE4FC6C87}" dt="2020-03-03T18:06:48.483" v="1557" actId="1076"/>
          <ac:spMkLst>
            <pc:docMk/>
            <pc:sldMk cId="3152102403" sldId="737"/>
            <ac:spMk id="2" creationId="{00000000-0000-0000-0000-000000000000}"/>
          </ac:spMkLst>
        </pc:spChg>
        <pc:spChg chg="mod">
          <ac:chgData name="Milos Novovic" userId="a1d7132c96a2f9fa" providerId="LiveId" clId="{02765A3D-0304-4FCA-A260-F3FDE4FC6C87}" dt="2020-03-03T18:05:47.281" v="1500" actId="14100"/>
          <ac:spMkLst>
            <pc:docMk/>
            <pc:sldMk cId="3152102403" sldId="737"/>
            <ac:spMk id="4" creationId="{F821AD68-8397-4202-BC9A-F410A880D30C}"/>
          </ac:spMkLst>
        </pc:spChg>
        <pc:spChg chg="mod">
          <ac:chgData name="Milos Novovic" userId="a1d7132c96a2f9fa" providerId="LiveId" clId="{02765A3D-0304-4FCA-A260-F3FDE4FC6C87}" dt="2020-03-03T18:05:49.631" v="1501" actId="14100"/>
          <ac:spMkLst>
            <pc:docMk/>
            <pc:sldMk cId="3152102403" sldId="737"/>
            <ac:spMk id="5" creationId="{5D4CEE22-56E2-4BCA-8225-BA93BA9BBE44}"/>
          </ac:spMkLst>
        </pc:spChg>
        <pc:spChg chg="mod">
          <ac:chgData name="Milos Novovic" userId="a1d7132c96a2f9fa" providerId="LiveId" clId="{02765A3D-0304-4FCA-A260-F3FDE4FC6C87}" dt="2020-03-03T18:05:51.919" v="1502" actId="14100"/>
          <ac:spMkLst>
            <pc:docMk/>
            <pc:sldMk cId="3152102403" sldId="737"/>
            <ac:spMk id="7" creationId="{72C80CB7-0D9D-4C47-B69D-922EB778837D}"/>
          </ac:spMkLst>
        </pc:spChg>
        <pc:spChg chg="mod">
          <ac:chgData name="Milos Novovic" userId="a1d7132c96a2f9fa" providerId="LiveId" clId="{02765A3D-0304-4FCA-A260-F3FDE4FC6C87}" dt="2020-03-03T18:05:53.970" v="1503" actId="14100"/>
          <ac:spMkLst>
            <pc:docMk/>
            <pc:sldMk cId="3152102403" sldId="737"/>
            <ac:spMk id="8" creationId="{8809B82E-CDDF-4E39-A700-087A98641B8E}"/>
          </ac:spMkLst>
        </pc:spChg>
        <pc:spChg chg="mod">
          <ac:chgData name="Milos Novovic" userId="a1d7132c96a2f9fa" providerId="LiveId" clId="{02765A3D-0304-4FCA-A260-F3FDE4FC6C87}" dt="2020-03-03T18:05:44.296" v="1499" actId="14100"/>
          <ac:spMkLst>
            <pc:docMk/>
            <pc:sldMk cId="3152102403" sldId="737"/>
            <ac:spMk id="9" creationId="{5761EFD3-8F67-458B-B7A7-CA1C3810462D}"/>
          </ac:spMkLst>
        </pc:spChg>
        <pc:spChg chg="mod">
          <ac:chgData name="Milos Novovic" userId="a1d7132c96a2f9fa" providerId="LiveId" clId="{02765A3D-0304-4FCA-A260-F3FDE4FC6C87}" dt="2020-03-03T18:17:42.612" v="1744" actId="20577"/>
          <ac:spMkLst>
            <pc:docMk/>
            <pc:sldMk cId="3152102403" sldId="737"/>
            <ac:spMk id="18" creationId="{5210D2C2-0658-44B4-89E4-416861006014}"/>
          </ac:spMkLst>
        </pc:spChg>
        <pc:cxnChg chg="mod">
          <ac:chgData name="Milos Novovic" userId="a1d7132c96a2f9fa" providerId="LiveId" clId="{02765A3D-0304-4FCA-A260-F3FDE4FC6C87}" dt="2020-03-03T18:06:10.710" v="1508" actId="1076"/>
          <ac:cxnSpMkLst>
            <pc:docMk/>
            <pc:sldMk cId="3152102403" sldId="737"/>
            <ac:cxnSpMk id="17" creationId="{4D6F55E7-A484-4C3F-9E4D-63D0ACAC0629}"/>
          </ac:cxnSpMkLst>
        </pc:cxnChg>
      </pc:sldChg>
      <pc:sldChg chg="del ord">
        <pc:chgData name="Milos Novovic" userId="a1d7132c96a2f9fa" providerId="LiveId" clId="{02765A3D-0304-4FCA-A260-F3FDE4FC6C87}" dt="2020-03-03T17:57:09.945" v="668" actId="47"/>
        <pc:sldMkLst>
          <pc:docMk/>
          <pc:sldMk cId="168044459" sldId="738"/>
        </pc:sldMkLst>
      </pc:sldChg>
      <pc:sldChg chg="modSp modAnim">
        <pc:chgData name="Milos Novovic" userId="a1d7132c96a2f9fa" providerId="LiveId" clId="{02765A3D-0304-4FCA-A260-F3FDE4FC6C87}" dt="2020-03-03T18:22:40.226" v="2199" actId="113"/>
        <pc:sldMkLst>
          <pc:docMk/>
          <pc:sldMk cId="2022031352" sldId="751"/>
        </pc:sldMkLst>
        <pc:spChg chg="mod">
          <ac:chgData name="Milos Novovic" userId="a1d7132c96a2f9fa" providerId="LiveId" clId="{02765A3D-0304-4FCA-A260-F3FDE4FC6C87}" dt="2020-03-03T18:22:40.226" v="2199" actId="113"/>
          <ac:spMkLst>
            <pc:docMk/>
            <pc:sldMk cId="2022031352" sldId="751"/>
            <ac:spMk id="18" creationId="{5210D2C2-0658-44B4-89E4-416861006014}"/>
          </ac:spMkLst>
        </pc:spChg>
      </pc:sldChg>
      <pc:sldChg chg="modSp modAnim">
        <pc:chgData name="Milos Novovic" userId="a1d7132c96a2f9fa" providerId="LiveId" clId="{02765A3D-0304-4FCA-A260-F3FDE4FC6C87}" dt="2020-03-03T18:30:16.067" v="2681" actId="113"/>
        <pc:sldMkLst>
          <pc:docMk/>
          <pc:sldMk cId="2691691622" sldId="753"/>
        </pc:sldMkLst>
        <pc:spChg chg="mod">
          <ac:chgData name="Milos Novovic" userId="a1d7132c96a2f9fa" providerId="LiveId" clId="{02765A3D-0304-4FCA-A260-F3FDE4FC6C87}" dt="2020-03-03T18:30:16.067" v="2681" actId="113"/>
          <ac:spMkLst>
            <pc:docMk/>
            <pc:sldMk cId="2691691622" sldId="753"/>
            <ac:spMk id="18" creationId="{5210D2C2-0658-44B4-89E4-416861006014}"/>
          </ac:spMkLst>
        </pc:spChg>
      </pc:sldChg>
      <pc:sldChg chg="modSp add ord modAnim">
        <pc:chgData name="Milos Novovic" userId="a1d7132c96a2f9fa" providerId="LiveId" clId="{02765A3D-0304-4FCA-A260-F3FDE4FC6C87}" dt="2020-03-03T17:34:35.910" v="135" actId="20577"/>
        <pc:sldMkLst>
          <pc:docMk/>
          <pc:sldMk cId="675158671" sldId="754"/>
        </pc:sldMkLst>
        <pc:spChg chg="mod">
          <ac:chgData name="Milos Novovic" userId="a1d7132c96a2f9fa" providerId="LiveId" clId="{02765A3D-0304-4FCA-A260-F3FDE4FC6C87}" dt="2020-03-03T17:32:05.786" v="10" actId="20577"/>
          <ac:spMkLst>
            <pc:docMk/>
            <pc:sldMk cId="675158671" sldId="754"/>
            <ac:spMk id="2" creationId="{00000000-0000-0000-0000-000000000000}"/>
          </ac:spMkLst>
        </pc:spChg>
        <pc:spChg chg="mod">
          <ac:chgData name="Milos Novovic" userId="a1d7132c96a2f9fa" providerId="LiveId" clId="{02765A3D-0304-4FCA-A260-F3FDE4FC6C87}" dt="2020-03-03T17:34:35.910" v="135" actId="20577"/>
          <ac:spMkLst>
            <pc:docMk/>
            <pc:sldMk cId="675158671" sldId="754"/>
            <ac:spMk id="18" creationId="{5210D2C2-0658-44B4-89E4-416861006014}"/>
          </ac:spMkLst>
        </pc:spChg>
      </pc:sldChg>
      <pc:sldChg chg="modSp add ord modAnim">
        <pc:chgData name="Milos Novovic" userId="a1d7132c96a2f9fa" providerId="LiveId" clId="{02765A3D-0304-4FCA-A260-F3FDE4FC6C87}" dt="2020-03-03T18:37:44.531" v="3145" actId="20577"/>
        <pc:sldMkLst>
          <pc:docMk/>
          <pc:sldMk cId="3180712609" sldId="755"/>
        </pc:sldMkLst>
        <pc:spChg chg="mod">
          <ac:chgData name="Milos Novovic" userId="a1d7132c96a2f9fa" providerId="LiveId" clId="{02765A3D-0304-4FCA-A260-F3FDE4FC6C87}" dt="2020-03-03T18:37:44.531" v="3145" actId="20577"/>
          <ac:spMkLst>
            <pc:docMk/>
            <pc:sldMk cId="3180712609" sldId="755"/>
            <ac:spMk id="18" creationId="{5210D2C2-0658-44B4-89E4-416861006014}"/>
          </ac:spMkLst>
        </pc:spChg>
      </pc:sldChg>
      <pc:sldChg chg="modSp add ord modAnim">
        <pc:chgData name="Milos Novovic" userId="a1d7132c96a2f9fa" providerId="LiveId" clId="{02765A3D-0304-4FCA-A260-F3FDE4FC6C87}" dt="2020-03-03T17:41:38.729" v="577" actId="20577"/>
        <pc:sldMkLst>
          <pc:docMk/>
          <pc:sldMk cId="3179642218" sldId="756"/>
        </pc:sldMkLst>
        <pc:spChg chg="mod">
          <ac:chgData name="Milos Novovic" userId="a1d7132c96a2f9fa" providerId="LiveId" clId="{02765A3D-0304-4FCA-A260-F3FDE4FC6C87}" dt="2020-03-03T17:41:38.729" v="577" actId="20577"/>
          <ac:spMkLst>
            <pc:docMk/>
            <pc:sldMk cId="3179642218" sldId="756"/>
            <ac:spMk id="18" creationId="{5210D2C2-0658-44B4-89E4-416861006014}"/>
          </ac:spMkLst>
        </pc:spChg>
      </pc:sldChg>
      <pc:sldChg chg="modSp add ord modAnim">
        <pc:chgData name="Milos Novovic" userId="a1d7132c96a2f9fa" providerId="LiveId" clId="{02765A3D-0304-4FCA-A260-F3FDE4FC6C87}" dt="2020-03-03T17:57:48.828" v="696" actId="20577"/>
        <pc:sldMkLst>
          <pc:docMk/>
          <pc:sldMk cId="158114411" sldId="757"/>
        </pc:sldMkLst>
        <pc:spChg chg="mod">
          <ac:chgData name="Milos Novovic" userId="a1d7132c96a2f9fa" providerId="LiveId" clId="{02765A3D-0304-4FCA-A260-F3FDE4FC6C87}" dt="2020-03-03T17:57:48.828" v="696" actId="20577"/>
          <ac:spMkLst>
            <pc:docMk/>
            <pc:sldMk cId="158114411" sldId="757"/>
            <ac:spMk id="18" creationId="{5210D2C2-0658-44B4-89E4-416861006014}"/>
          </ac:spMkLst>
        </pc:spChg>
      </pc:sldChg>
      <pc:sldChg chg="modSp add ord">
        <pc:chgData name="Milos Novovic" userId="a1d7132c96a2f9fa" providerId="LiveId" clId="{02765A3D-0304-4FCA-A260-F3FDE4FC6C87}" dt="2020-03-03T17:45:41.749" v="660" actId="20577"/>
        <pc:sldMkLst>
          <pc:docMk/>
          <pc:sldMk cId="3566399507" sldId="758"/>
        </pc:sldMkLst>
        <pc:spChg chg="mod">
          <ac:chgData name="Milos Novovic" userId="a1d7132c96a2f9fa" providerId="LiveId" clId="{02765A3D-0304-4FCA-A260-F3FDE4FC6C87}" dt="2020-03-03T17:45:41.749" v="660" actId="20577"/>
          <ac:spMkLst>
            <pc:docMk/>
            <pc:sldMk cId="3566399507" sldId="758"/>
            <ac:spMk id="2" creationId="{00000000-0000-0000-0000-000000000000}"/>
          </ac:spMkLst>
        </pc:spChg>
        <pc:spChg chg="mod">
          <ac:chgData name="Milos Novovic" userId="a1d7132c96a2f9fa" providerId="LiveId" clId="{02765A3D-0304-4FCA-A260-F3FDE4FC6C87}" dt="2020-03-03T17:45:30.095" v="642" actId="113"/>
          <ac:spMkLst>
            <pc:docMk/>
            <pc:sldMk cId="3566399507" sldId="758"/>
            <ac:spMk id="18" creationId="{5210D2C2-0658-44B4-89E4-416861006014}"/>
          </ac:spMkLst>
        </pc:spChg>
      </pc:sldChg>
      <pc:sldChg chg="modSp add modAnim">
        <pc:chgData name="Milos Novovic" userId="a1d7132c96a2f9fa" providerId="LiveId" clId="{02765A3D-0304-4FCA-A260-F3FDE4FC6C87}" dt="2020-03-03T18:32:06.497" v="2962" actId="113"/>
        <pc:sldMkLst>
          <pc:docMk/>
          <pc:sldMk cId="3136344212" sldId="759"/>
        </pc:sldMkLst>
        <pc:spChg chg="mod">
          <ac:chgData name="Milos Novovic" userId="a1d7132c96a2f9fa" providerId="LiveId" clId="{02765A3D-0304-4FCA-A260-F3FDE4FC6C87}" dt="2020-03-03T18:32:06.497" v="2962" actId="113"/>
          <ac:spMkLst>
            <pc:docMk/>
            <pc:sldMk cId="3136344212" sldId="759"/>
            <ac:spMk id="18" creationId="{5210D2C2-0658-44B4-89E4-416861006014}"/>
          </ac:spMkLst>
        </pc:spChg>
      </pc:sldChg>
    </pc:docChg>
  </pc:docChgLst>
  <pc:docChgLst>
    <pc:chgData name="Milos Novovic" userId="a1d7132c96a2f9fa" providerId="LiveId" clId="{5E4B99C1-252E-4D00-8A70-ED35A72863C2}"/>
    <pc:docChg chg="custSel addSld delSld modSld sldOrd">
      <pc:chgData name="Milos Novovic" userId="a1d7132c96a2f9fa" providerId="LiveId" clId="{5E4B99C1-252E-4D00-8A70-ED35A72863C2}" dt="2020-03-10T20:56:25.370" v="2717" actId="20577"/>
      <pc:docMkLst>
        <pc:docMk/>
      </pc:docMkLst>
      <pc:sldChg chg="modSp modAnim">
        <pc:chgData name="Milos Novovic" userId="a1d7132c96a2f9fa" providerId="LiveId" clId="{5E4B99C1-252E-4D00-8A70-ED35A72863C2}" dt="2020-03-10T20:32:16.348" v="301" actId="113"/>
        <pc:sldMkLst>
          <pc:docMk/>
          <pc:sldMk cId="2497270382" sldId="262"/>
        </pc:sldMkLst>
        <pc:spChg chg="mod">
          <ac:chgData name="Milos Novovic" userId="a1d7132c96a2f9fa" providerId="LiveId" clId="{5E4B99C1-252E-4D00-8A70-ED35A72863C2}" dt="2020-03-10T20:32:16.348" v="301" actId="113"/>
          <ac:spMkLst>
            <pc:docMk/>
            <pc:sldMk cId="2497270382" sldId="262"/>
            <ac:spMk id="25" creationId="{00000000-0000-0000-0000-000000000000}"/>
          </ac:spMkLst>
        </pc:spChg>
      </pc:sldChg>
      <pc:sldChg chg="modSp">
        <pc:chgData name="Milos Novovic" userId="a1d7132c96a2f9fa" providerId="LiveId" clId="{5E4B99C1-252E-4D00-8A70-ED35A72863C2}" dt="2020-03-10T20:56:25.370" v="2717" actId="20577"/>
        <pc:sldMkLst>
          <pc:docMk/>
          <pc:sldMk cId="3836151005" sldId="526"/>
        </pc:sldMkLst>
        <pc:spChg chg="mod">
          <ac:chgData name="Milos Novovic" userId="a1d7132c96a2f9fa" providerId="LiveId" clId="{5E4B99C1-252E-4D00-8A70-ED35A72863C2}" dt="2020-03-10T20:56:25.370" v="2717" actId="20577"/>
          <ac:spMkLst>
            <pc:docMk/>
            <pc:sldMk cId="3836151005" sldId="526"/>
            <ac:spMk id="23" creationId="{00000000-0000-0000-0000-000000000000}"/>
          </ac:spMkLst>
        </pc:spChg>
      </pc:sldChg>
      <pc:sldChg chg="modSp">
        <pc:chgData name="Milos Novovic" userId="a1d7132c96a2f9fa" providerId="LiveId" clId="{5E4B99C1-252E-4D00-8A70-ED35A72863C2}" dt="2020-03-10T20:32:56.313" v="486" actId="20577"/>
        <pc:sldMkLst>
          <pc:docMk/>
          <pc:sldMk cId="917890868" sldId="557"/>
        </pc:sldMkLst>
        <pc:spChg chg="mod">
          <ac:chgData name="Milos Novovic" userId="a1d7132c96a2f9fa" providerId="LiveId" clId="{5E4B99C1-252E-4D00-8A70-ED35A72863C2}" dt="2020-03-10T20:32:56.313" v="486" actId="20577"/>
          <ac:spMkLst>
            <pc:docMk/>
            <pc:sldMk cId="917890868" sldId="557"/>
            <ac:spMk id="25" creationId="{00000000-0000-0000-0000-000000000000}"/>
          </ac:spMkLst>
        </pc:spChg>
      </pc:sldChg>
      <pc:sldChg chg="del">
        <pc:chgData name="Milos Novovic" userId="a1d7132c96a2f9fa" providerId="LiveId" clId="{5E4B99C1-252E-4D00-8A70-ED35A72863C2}" dt="2020-03-10T20:33:01.314" v="487" actId="47"/>
        <pc:sldMkLst>
          <pc:docMk/>
          <pc:sldMk cId="1388705021" sldId="739"/>
        </pc:sldMkLst>
      </pc:sldChg>
      <pc:sldChg chg="modSp">
        <pc:chgData name="Milos Novovic" userId="a1d7132c96a2f9fa" providerId="LiveId" clId="{5E4B99C1-252E-4D00-8A70-ED35A72863C2}" dt="2020-03-10T20:38:04.249" v="1233" actId="20577"/>
        <pc:sldMkLst>
          <pc:docMk/>
          <pc:sldMk cId="3207933145" sldId="741"/>
        </pc:sldMkLst>
        <pc:spChg chg="mod">
          <ac:chgData name="Milos Novovic" userId="a1d7132c96a2f9fa" providerId="LiveId" clId="{5E4B99C1-252E-4D00-8A70-ED35A72863C2}" dt="2020-03-10T20:38:04.249" v="1233" actId="20577"/>
          <ac:spMkLst>
            <pc:docMk/>
            <pc:sldMk cId="3207933145" sldId="741"/>
            <ac:spMk id="18" creationId="{5210D2C2-0658-44B4-89E4-416861006014}"/>
          </ac:spMkLst>
        </pc:spChg>
      </pc:sldChg>
      <pc:sldChg chg="modSp">
        <pc:chgData name="Milos Novovic" userId="a1d7132c96a2f9fa" providerId="LiveId" clId="{5E4B99C1-252E-4D00-8A70-ED35A72863C2}" dt="2020-03-10T20:37:16.359" v="1154" actId="20577"/>
        <pc:sldMkLst>
          <pc:docMk/>
          <pc:sldMk cId="2137448099" sldId="762"/>
        </pc:sldMkLst>
        <pc:graphicFrameChg chg="mod">
          <ac:chgData name="Milos Novovic" userId="a1d7132c96a2f9fa" providerId="LiveId" clId="{5E4B99C1-252E-4D00-8A70-ED35A72863C2}" dt="2020-03-10T20:37:16.359" v="1154" actId="20577"/>
          <ac:graphicFrameMkLst>
            <pc:docMk/>
            <pc:sldMk cId="2137448099" sldId="762"/>
            <ac:graphicFrameMk id="23" creationId="{3481B833-1445-4CDA-8414-06960581B30C}"/>
          </ac:graphicFrameMkLst>
        </pc:graphicFrameChg>
      </pc:sldChg>
      <pc:sldChg chg="modSp">
        <pc:chgData name="Milos Novovic" userId="a1d7132c96a2f9fa" providerId="LiveId" clId="{5E4B99C1-252E-4D00-8A70-ED35A72863C2}" dt="2020-03-10T20:40:29.641" v="1551" actId="14100"/>
        <pc:sldMkLst>
          <pc:docMk/>
          <pc:sldMk cId="1020409541" sldId="765"/>
        </pc:sldMkLst>
        <pc:graphicFrameChg chg="mod">
          <ac:chgData name="Milos Novovic" userId="a1d7132c96a2f9fa" providerId="LiveId" clId="{5E4B99C1-252E-4D00-8A70-ED35A72863C2}" dt="2020-03-10T20:40:29.641" v="1551" actId="14100"/>
          <ac:graphicFrameMkLst>
            <pc:docMk/>
            <pc:sldMk cId="1020409541" sldId="765"/>
            <ac:graphicFrameMk id="5" creationId="{5AAE2A7C-F0E6-4380-84DD-0B18D7C4D1C6}"/>
          </ac:graphicFrameMkLst>
        </pc:graphicFrameChg>
      </pc:sldChg>
      <pc:sldChg chg="modSp">
        <pc:chgData name="Milos Novovic" userId="a1d7132c96a2f9fa" providerId="LiveId" clId="{5E4B99C1-252E-4D00-8A70-ED35A72863C2}" dt="2020-03-10T20:48:03.387" v="2217" actId="313"/>
        <pc:sldMkLst>
          <pc:docMk/>
          <pc:sldMk cId="520964425" sldId="772"/>
        </pc:sldMkLst>
        <pc:spChg chg="mod">
          <ac:chgData name="Milos Novovic" userId="a1d7132c96a2f9fa" providerId="LiveId" clId="{5E4B99C1-252E-4D00-8A70-ED35A72863C2}" dt="2020-03-10T20:48:03.387" v="2217" actId="313"/>
          <ac:spMkLst>
            <pc:docMk/>
            <pc:sldMk cId="520964425" sldId="772"/>
            <ac:spMk id="18" creationId="{5210D2C2-0658-44B4-89E4-416861006014}"/>
          </ac:spMkLst>
        </pc:spChg>
      </pc:sldChg>
      <pc:sldChg chg="modSp add modAnim">
        <pc:chgData name="Milos Novovic" userId="a1d7132c96a2f9fa" providerId="LiveId" clId="{5E4B99C1-252E-4D00-8A70-ED35A72863C2}" dt="2020-03-10T20:33:31.916" v="572" actId="313"/>
        <pc:sldMkLst>
          <pc:docMk/>
          <pc:sldMk cId="1468405822" sldId="777"/>
        </pc:sldMkLst>
        <pc:spChg chg="mod">
          <ac:chgData name="Milos Novovic" userId="a1d7132c96a2f9fa" providerId="LiveId" clId="{5E4B99C1-252E-4D00-8A70-ED35A72863C2}" dt="2020-03-10T20:33:17.098" v="515" actId="20577"/>
          <ac:spMkLst>
            <pc:docMk/>
            <pc:sldMk cId="1468405822" sldId="777"/>
            <ac:spMk id="2" creationId="{00000000-0000-0000-0000-000000000000}"/>
          </ac:spMkLst>
        </pc:spChg>
        <pc:spChg chg="mod">
          <ac:chgData name="Milos Novovic" userId="a1d7132c96a2f9fa" providerId="LiveId" clId="{5E4B99C1-252E-4D00-8A70-ED35A72863C2}" dt="2020-03-10T20:33:31.916" v="572" actId="313"/>
          <ac:spMkLst>
            <pc:docMk/>
            <pc:sldMk cId="1468405822" sldId="777"/>
            <ac:spMk id="18" creationId="{5210D2C2-0658-44B4-89E4-416861006014}"/>
          </ac:spMkLst>
        </pc:spChg>
      </pc:sldChg>
      <pc:sldChg chg="modSp add ord">
        <pc:chgData name="Milos Novovic" userId="a1d7132c96a2f9fa" providerId="LiveId" clId="{5E4B99C1-252E-4D00-8A70-ED35A72863C2}" dt="2020-03-10T20:34:28.967" v="656" actId="20577"/>
        <pc:sldMkLst>
          <pc:docMk/>
          <pc:sldMk cId="3184172544" sldId="778"/>
        </pc:sldMkLst>
        <pc:spChg chg="mod">
          <ac:chgData name="Milos Novovic" userId="a1d7132c96a2f9fa" providerId="LiveId" clId="{5E4B99C1-252E-4D00-8A70-ED35A72863C2}" dt="2020-03-10T20:34:28.967" v="656" actId="20577"/>
          <ac:spMkLst>
            <pc:docMk/>
            <pc:sldMk cId="3184172544" sldId="778"/>
            <ac:spMk id="24" creationId="{00000000-0000-0000-0000-000000000000}"/>
          </ac:spMkLst>
        </pc:spChg>
      </pc:sldChg>
      <pc:sldChg chg="modSp add ord modAnim">
        <pc:chgData name="Milos Novovic" userId="a1d7132c96a2f9fa" providerId="LiveId" clId="{5E4B99C1-252E-4D00-8A70-ED35A72863C2}" dt="2020-03-10T20:36:48.020" v="1071" actId="1076"/>
        <pc:sldMkLst>
          <pc:docMk/>
          <pc:sldMk cId="4225339913" sldId="779"/>
        </pc:sldMkLst>
        <pc:spChg chg="mod">
          <ac:chgData name="Milos Novovic" userId="a1d7132c96a2f9fa" providerId="LiveId" clId="{5E4B99C1-252E-4D00-8A70-ED35A72863C2}" dt="2020-03-10T20:35:03.288" v="678" actId="20577"/>
          <ac:spMkLst>
            <pc:docMk/>
            <pc:sldMk cId="4225339913" sldId="779"/>
            <ac:spMk id="2" creationId="{00000000-0000-0000-0000-000000000000}"/>
          </ac:spMkLst>
        </pc:spChg>
        <pc:spChg chg="mod">
          <ac:chgData name="Milos Novovic" userId="a1d7132c96a2f9fa" providerId="LiveId" clId="{5E4B99C1-252E-4D00-8A70-ED35A72863C2}" dt="2020-03-10T20:36:48.020" v="1071" actId="1076"/>
          <ac:spMkLst>
            <pc:docMk/>
            <pc:sldMk cId="4225339913" sldId="779"/>
            <ac:spMk id="18" creationId="{5210D2C2-0658-44B4-89E4-416861006014}"/>
          </ac:spMkLst>
        </pc:spChg>
      </pc:sldChg>
      <pc:sldChg chg="modSp add ord">
        <pc:chgData name="Milos Novovic" userId="a1d7132c96a2f9fa" providerId="LiveId" clId="{5E4B99C1-252E-4D00-8A70-ED35A72863C2}" dt="2020-03-10T20:37:50.029" v="1188"/>
        <pc:sldMkLst>
          <pc:docMk/>
          <pc:sldMk cId="2963512908" sldId="780"/>
        </pc:sldMkLst>
        <pc:spChg chg="mod">
          <ac:chgData name="Milos Novovic" userId="a1d7132c96a2f9fa" providerId="LiveId" clId="{5E4B99C1-252E-4D00-8A70-ED35A72863C2}" dt="2020-03-10T20:37:43.933" v="1186" actId="20577"/>
          <ac:spMkLst>
            <pc:docMk/>
            <pc:sldMk cId="2963512908" sldId="780"/>
            <ac:spMk id="24" creationId="{00000000-0000-0000-0000-000000000000}"/>
          </ac:spMkLst>
        </pc:spChg>
      </pc:sldChg>
      <pc:sldChg chg="modSp add ord modAnim">
        <pc:chgData name="Milos Novovic" userId="a1d7132c96a2f9fa" providerId="LiveId" clId="{5E4B99C1-252E-4D00-8A70-ED35A72863C2}" dt="2020-03-10T20:43:14.948" v="2119" actId="313"/>
        <pc:sldMkLst>
          <pc:docMk/>
          <pc:sldMk cId="2743548790" sldId="781"/>
        </pc:sldMkLst>
        <pc:spChg chg="mod">
          <ac:chgData name="Milos Novovic" userId="a1d7132c96a2f9fa" providerId="LiveId" clId="{5E4B99C1-252E-4D00-8A70-ED35A72863C2}" dt="2020-03-10T20:43:14.948" v="2119" actId="313"/>
          <ac:spMkLst>
            <pc:docMk/>
            <pc:sldMk cId="2743548790" sldId="781"/>
            <ac:spMk id="18" creationId="{5210D2C2-0658-44B4-89E4-416861006014}"/>
          </ac:spMkLst>
        </pc:spChg>
      </pc:sldChg>
      <pc:sldChg chg="addSp delSp modSp add ord modAnim">
        <pc:chgData name="Milos Novovic" userId="a1d7132c96a2f9fa" providerId="LiveId" clId="{5E4B99C1-252E-4D00-8A70-ED35A72863C2}" dt="2020-03-10T20:45:18.778" v="2161"/>
        <pc:sldMkLst>
          <pc:docMk/>
          <pc:sldMk cId="2975420312" sldId="782"/>
        </pc:sldMkLst>
        <pc:spChg chg="mod">
          <ac:chgData name="Milos Novovic" userId="a1d7132c96a2f9fa" providerId="LiveId" clId="{5E4B99C1-252E-4D00-8A70-ED35A72863C2}" dt="2020-03-10T20:45:15.994" v="2159" actId="14100"/>
          <ac:spMkLst>
            <pc:docMk/>
            <pc:sldMk cId="2975420312" sldId="782"/>
            <ac:spMk id="2" creationId="{00000000-0000-0000-0000-000000000000}"/>
          </ac:spMkLst>
        </pc:spChg>
        <pc:spChg chg="add del mod">
          <ac:chgData name="Milos Novovic" userId="a1d7132c96a2f9fa" providerId="LiveId" clId="{5E4B99C1-252E-4D00-8A70-ED35A72863C2}" dt="2020-03-10T20:44:44.446" v="2122" actId="478"/>
          <ac:spMkLst>
            <pc:docMk/>
            <pc:sldMk cId="2975420312" sldId="782"/>
            <ac:spMk id="3" creationId="{E004ABAF-A4E9-43CD-9E21-D2872AFF6BDC}"/>
          </ac:spMkLst>
        </pc:spChg>
        <pc:spChg chg="del">
          <ac:chgData name="Milos Novovic" userId="a1d7132c96a2f9fa" providerId="LiveId" clId="{5E4B99C1-252E-4D00-8A70-ED35A72863C2}" dt="2020-03-10T20:44:46.294" v="2123" actId="478"/>
          <ac:spMkLst>
            <pc:docMk/>
            <pc:sldMk cId="2975420312" sldId="782"/>
            <ac:spMk id="4" creationId="{F821AD68-8397-4202-BC9A-F410A880D30C}"/>
          </ac:spMkLst>
        </pc:spChg>
        <pc:spChg chg="del">
          <ac:chgData name="Milos Novovic" userId="a1d7132c96a2f9fa" providerId="LiveId" clId="{5E4B99C1-252E-4D00-8A70-ED35A72863C2}" dt="2020-03-10T20:44:46.294" v="2123" actId="478"/>
          <ac:spMkLst>
            <pc:docMk/>
            <pc:sldMk cId="2975420312" sldId="782"/>
            <ac:spMk id="5" creationId="{5D4CEE22-56E2-4BCA-8225-BA93BA9BBE44}"/>
          </ac:spMkLst>
        </pc:spChg>
        <pc:spChg chg="del">
          <ac:chgData name="Milos Novovic" userId="a1d7132c96a2f9fa" providerId="LiveId" clId="{5E4B99C1-252E-4D00-8A70-ED35A72863C2}" dt="2020-03-10T20:44:46.294" v="2123" actId="478"/>
          <ac:spMkLst>
            <pc:docMk/>
            <pc:sldMk cId="2975420312" sldId="782"/>
            <ac:spMk id="6" creationId="{86DB26A0-D433-4749-9192-9D723BBD7E2A}"/>
          </ac:spMkLst>
        </pc:spChg>
        <pc:spChg chg="del">
          <ac:chgData name="Milos Novovic" userId="a1d7132c96a2f9fa" providerId="LiveId" clId="{5E4B99C1-252E-4D00-8A70-ED35A72863C2}" dt="2020-03-10T20:44:46.294" v="2123" actId="478"/>
          <ac:spMkLst>
            <pc:docMk/>
            <pc:sldMk cId="2975420312" sldId="782"/>
            <ac:spMk id="7" creationId="{72C80CB7-0D9D-4C47-B69D-922EB778837D}"/>
          </ac:spMkLst>
        </pc:spChg>
        <pc:spChg chg="del">
          <ac:chgData name="Milos Novovic" userId="a1d7132c96a2f9fa" providerId="LiveId" clId="{5E4B99C1-252E-4D00-8A70-ED35A72863C2}" dt="2020-03-10T20:44:46.294" v="2123" actId="478"/>
          <ac:spMkLst>
            <pc:docMk/>
            <pc:sldMk cId="2975420312" sldId="782"/>
            <ac:spMk id="8" creationId="{8809B82E-CDDF-4E39-A700-087A98641B8E}"/>
          </ac:spMkLst>
        </pc:spChg>
        <pc:spChg chg="del">
          <ac:chgData name="Milos Novovic" userId="a1d7132c96a2f9fa" providerId="LiveId" clId="{5E4B99C1-252E-4D00-8A70-ED35A72863C2}" dt="2020-03-10T20:44:46.904" v="2124" actId="478"/>
          <ac:spMkLst>
            <pc:docMk/>
            <pc:sldMk cId="2975420312" sldId="782"/>
            <ac:spMk id="9" creationId="{5761EFD3-8F67-458B-B7A7-CA1C3810462D}"/>
          </ac:spMkLst>
        </pc:spChg>
        <pc:spChg chg="del">
          <ac:chgData name="Milos Novovic" userId="a1d7132c96a2f9fa" providerId="LiveId" clId="{5E4B99C1-252E-4D00-8A70-ED35A72863C2}" dt="2020-03-10T20:44:41.549" v="2121" actId="478"/>
          <ac:spMkLst>
            <pc:docMk/>
            <pc:sldMk cId="2975420312" sldId="782"/>
            <ac:spMk id="18" creationId="{5210D2C2-0658-44B4-89E4-416861006014}"/>
          </ac:spMkLst>
        </pc:spChg>
        <pc:grpChg chg="del">
          <ac:chgData name="Milos Novovic" userId="a1d7132c96a2f9fa" providerId="LiveId" clId="{5E4B99C1-252E-4D00-8A70-ED35A72863C2}" dt="2020-03-10T20:44:46.294" v="2123" actId="478"/>
          <ac:grpSpMkLst>
            <pc:docMk/>
            <pc:sldMk cId="2975420312" sldId="782"/>
            <ac:grpSpMk id="10" creationId="{8FC2FB37-19D3-46F8-828D-C7B680B8F117}"/>
          </ac:grpSpMkLst>
        </pc:grpChg>
        <pc:picChg chg="add mod">
          <ac:chgData name="Milos Novovic" userId="a1d7132c96a2f9fa" providerId="LiveId" clId="{5E4B99C1-252E-4D00-8A70-ED35A72863C2}" dt="2020-03-10T20:45:01.709" v="2131" actId="1076"/>
          <ac:picMkLst>
            <pc:docMk/>
            <pc:sldMk cId="2975420312" sldId="782"/>
            <ac:picMk id="19" creationId="{1CEDB66F-33B5-45D6-9398-B486D23EB2E1}"/>
          </ac:picMkLst>
        </pc:picChg>
        <pc:cxnChg chg="del">
          <ac:chgData name="Milos Novovic" userId="a1d7132c96a2f9fa" providerId="LiveId" clId="{5E4B99C1-252E-4D00-8A70-ED35A72863C2}" dt="2020-03-10T20:44:41.549" v="2121" actId="478"/>
          <ac:cxnSpMkLst>
            <pc:docMk/>
            <pc:sldMk cId="2975420312" sldId="782"/>
            <ac:cxnSpMk id="17" creationId="{4D6F55E7-A484-4C3F-9E4D-63D0ACAC0629}"/>
          </ac:cxnSpMkLst>
        </pc:cxnChg>
      </pc:sldChg>
      <pc:sldChg chg="modSp add ord">
        <pc:chgData name="Milos Novovic" userId="a1d7132c96a2f9fa" providerId="LiveId" clId="{5E4B99C1-252E-4D00-8A70-ED35A72863C2}" dt="2020-03-10T20:56:11.737" v="2690" actId="20577"/>
        <pc:sldMkLst>
          <pc:docMk/>
          <pc:sldMk cId="2123146060" sldId="783"/>
        </pc:sldMkLst>
        <pc:spChg chg="mod">
          <ac:chgData name="Milos Novovic" userId="a1d7132c96a2f9fa" providerId="LiveId" clId="{5E4B99C1-252E-4D00-8A70-ED35A72863C2}" dt="2020-03-10T20:56:11.737" v="2690" actId="20577"/>
          <ac:spMkLst>
            <pc:docMk/>
            <pc:sldMk cId="2123146060" sldId="783"/>
            <ac:spMk id="24" creationId="{00000000-0000-0000-0000-000000000000}"/>
          </ac:spMkLst>
        </pc:spChg>
      </pc:sldChg>
      <pc:sldChg chg="modSp add ord modAnim">
        <pc:chgData name="Milos Novovic" userId="a1d7132c96a2f9fa" providerId="LiveId" clId="{5E4B99C1-252E-4D00-8A70-ED35A72863C2}" dt="2020-03-10T20:51:10.780" v="2340" actId="113"/>
        <pc:sldMkLst>
          <pc:docMk/>
          <pc:sldMk cId="2952851045" sldId="784"/>
        </pc:sldMkLst>
        <pc:spChg chg="mod">
          <ac:chgData name="Milos Novovic" userId="a1d7132c96a2f9fa" providerId="LiveId" clId="{5E4B99C1-252E-4D00-8A70-ED35A72863C2}" dt="2020-03-10T20:50:19.742" v="2248" actId="20577"/>
          <ac:spMkLst>
            <pc:docMk/>
            <pc:sldMk cId="2952851045" sldId="784"/>
            <ac:spMk id="2" creationId="{00000000-0000-0000-0000-000000000000}"/>
          </ac:spMkLst>
        </pc:spChg>
        <pc:spChg chg="mod">
          <ac:chgData name="Milos Novovic" userId="a1d7132c96a2f9fa" providerId="LiveId" clId="{5E4B99C1-252E-4D00-8A70-ED35A72863C2}" dt="2020-03-10T20:51:10.780" v="2340" actId="113"/>
          <ac:spMkLst>
            <pc:docMk/>
            <pc:sldMk cId="2952851045" sldId="784"/>
            <ac:spMk id="18" creationId="{5210D2C2-0658-44B4-89E4-416861006014}"/>
          </ac:spMkLst>
        </pc:spChg>
      </pc:sldChg>
      <pc:sldChg chg="modSp add modAnim">
        <pc:chgData name="Milos Novovic" userId="a1d7132c96a2f9fa" providerId="LiveId" clId="{5E4B99C1-252E-4D00-8A70-ED35A72863C2}" dt="2020-03-10T20:52:36.184" v="2348" actId="20577"/>
        <pc:sldMkLst>
          <pc:docMk/>
          <pc:sldMk cId="4014481841" sldId="785"/>
        </pc:sldMkLst>
        <pc:spChg chg="mod">
          <ac:chgData name="Milos Novovic" userId="a1d7132c96a2f9fa" providerId="LiveId" clId="{5E4B99C1-252E-4D00-8A70-ED35A72863C2}" dt="2020-03-10T20:52:36.184" v="2348" actId="20577"/>
          <ac:spMkLst>
            <pc:docMk/>
            <pc:sldMk cId="4014481841" sldId="785"/>
            <ac:spMk id="2" creationId="{00000000-0000-0000-0000-000000000000}"/>
          </ac:spMkLst>
        </pc:spChg>
        <pc:spChg chg="mod">
          <ac:chgData name="Milos Novovic" userId="a1d7132c96a2f9fa" providerId="LiveId" clId="{5E4B99C1-252E-4D00-8A70-ED35A72863C2}" dt="2020-03-10T20:52:17.238" v="2347" actId="114"/>
          <ac:spMkLst>
            <pc:docMk/>
            <pc:sldMk cId="4014481841" sldId="785"/>
            <ac:spMk id="18" creationId="{5210D2C2-0658-44B4-89E4-416861006014}"/>
          </ac:spMkLst>
        </pc:spChg>
      </pc:sldChg>
      <pc:sldChg chg="modSp add modAnim">
        <pc:chgData name="Milos Novovic" userId="a1d7132c96a2f9fa" providerId="LiveId" clId="{5E4B99C1-252E-4D00-8A70-ED35A72863C2}" dt="2020-03-10T20:55:48.448" v="2683" actId="113"/>
        <pc:sldMkLst>
          <pc:docMk/>
          <pc:sldMk cId="2128859508" sldId="786"/>
        </pc:sldMkLst>
        <pc:spChg chg="mod">
          <ac:chgData name="Milos Novovic" userId="a1d7132c96a2f9fa" providerId="LiveId" clId="{5E4B99C1-252E-4D00-8A70-ED35A72863C2}" dt="2020-03-10T20:52:45.871" v="2350" actId="20577"/>
          <ac:spMkLst>
            <pc:docMk/>
            <pc:sldMk cId="2128859508" sldId="786"/>
            <ac:spMk id="2" creationId="{00000000-0000-0000-0000-000000000000}"/>
          </ac:spMkLst>
        </pc:spChg>
        <pc:spChg chg="mod">
          <ac:chgData name="Milos Novovic" userId="a1d7132c96a2f9fa" providerId="LiveId" clId="{5E4B99C1-252E-4D00-8A70-ED35A72863C2}" dt="2020-03-10T20:55:48.448" v="2683" actId="113"/>
          <ac:spMkLst>
            <pc:docMk/>
            <pc:sldMk cId="2128859508" sldId="786"/>
            <ac:spMk id="18" creationId="{5210D2C2-0658-44B4-89E4-416861006014}"/>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image" Target="../media/image2.jpeg"/><Relationship Id="rId4" Type="http://schemas.openxmlformats.org/officeDocument/2006/relationships/image" Target="../media/image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image" Target="../media/image2.jpeg"/><Relationship Id="rId4"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5A1394-D943-4105-9B8B-3F16208A34E8}" type="doc">
      <dgm:prSet loTypeId="urn:microsoft.com/office/officeart/2005/8/layout/vList4" loCatId="list" qsTypeId="urn:microsoft.com/office/officeart/2005/8/quickstyle/simple2" qsCatId="simple" csTypeId="urn:microsoft.com/office/officeart/2005/8/colors/accent2_5" csCatId="accent2" phldr="1"/>
      <dgm:spPr/>
      <dgm:t>
        <a:bodyPr/>
        <a:lstStyle/>
        <a:p>
          <a:endParaRPr lang="sr-Latn-ME"/>
        </a:p>
      </dgm:t>
    </dgm:pt>
    <dgm:pt modelId="{45D2BCB8-306B-41C2-A23F-8F0554799754}">
      <dgm:prSet phldrT="[Text]"/>
      <dgm:spPr/>
      <dgm:t>
        <a:bodyPr/>
        <a:lstStyle/>
        <a:p>
          <a:r>
            <a:rPr lang="en-US" dirty="0"/>
            <a:t>Consensual means to resolve disputes</a:t>
          </a:r>
          <a:endParaRPr lang="sr-Latn-ME" dirty="0"/>
        </a:p>
      </dgm:t>
    </dgm:pt>
    <dgm:pt modelId="{08955848-9382-4231-949F-B86A8460A7FE}" type="parTrans" cxnId="{58D079E8-89D8-4E21-BF9D-13DDBB9CCD05}">
      <dgm:prSet/>
      <dgm:spPr/>
      <dgm:t>
        <a:bodyPr/>
        <a:lstStyle/>
        <a:p>
          <a:endParaRPr lang="sr-Latn-ME"/>
        </a:p>
      </dgm:t>
    </dgm:pt>
    <dgm:pt modelId="{C6704297-05F1-4837-A8F9-E8DD802E3591}" type="sibTrans" cxnId="{58D079E8-89D8-4E21-BF9D-13DDBB9CCD05}">
      <dgm:prSet/>
      <dgm:spPr/>
      <dgm:t>
        <a:bodyPr/>
        <a:lstStyle/>
        <a:p>
          <a:endParaRPr lang="sr-Latn-ME"/>
        </a:p>
      </dgm:t>
    </dgm:pt>
    <dgm:pt modelId="{A2ECD868-6E43-4759-8D2A-189FC500547A}">
      <dgm:prSet phldrT="[Text]"/>
      <dgm:spPr/>
      <dgm:t>
        <a:bodyPr/>
        <a:lstStyle/>
        <a:p>
          <a:r>
            <a:rPr lang="en-US" dirty="0"/>
            <a:t>“Arbitration is a matter of contract and a party cannot be required to submit to arbitration any dispute which it has not agreed so to submit.”</a:t>
          </a:r>
          <a:endParaRPr lang="sr-Latn-ME" dirty="0"/>
        </a:p>
      </dgm:t>
    </dgm:pt>
    <dgm:pt modelId="{FAA407DE-B69D-4A54-B478-54B95FC319F0}" type="parTrans" cxnId="{424569CE-8D18-4252-94D3-F373B2AEDA96}">
      <dgm:prSet/>
      <dgm:spPr/>
      <dgm:t>
        <a:bodyPr/>
        <a:lstStyle/>
        <a:p>
          <a:endParaRPr lang="sr-Latn-ME"/>
        </a:p>
      </dgm:t>
    </dgm:pt>
    <dgm:pt modelId="{3906D2AE-8C80-4AB6-8959-2EA43E230C29}" type="sibTrans" cxnId="{424569CE-8D18-4252-94D3-F373B2AEDA96}">
      <dgm:prSet/>
      <dgm:spPr/>
      <dgm:t>
        <a:bodyPr/>
        <a:lstStyle/>
        <a:p>
          <a:endParaRPr lang="sr-Latn-ME"/>
        </a:p>
      </dgm:t>
    </dgm:pt>
    <dgm:pt modelId="{C598DC81-B117-4A2B-87AD-8540372D1EF8}">
      <dgm:prSet phldrT="[Text]"/>
      <dgm:spPr/>
      <dgm:t>
        <a:bodyPr/>
        <a:lstStyle/>
        <a:p>
          <a:r>
            <a:rPr lang="en-US" dirty="0"/>
            <a:t>No arbitration agreement = no arbitration				 </a:t>
          </a:r>
          <a:endParaRPr lang="sr-Latn-ME" dirty="0"/>
        </a:p>
      </dgm:t>
    </dgm:pt>
    <dgm:pt modelId="{5F5E4B74-B2E3-45E0-8D88-B3836048AB3D}" type="parTrans" cxnId="{377BBFC5-3225-48F8-8D48-BF453497EB10}">
      <dgm:prSet/>
      <dgm:spPr/>
      <dgm:t>
        <a:bodyPr/>
        <a:lstStyle/>
        <a:p>
          <a:endParaRPr lang="sr-Latn-ME"/>
        </a:p>
      </dgm:t>
    </dgm:pt>
    <dgm:pt modelId="{693EE360-948B-4A9F-B30E-B817146EFA12}" type="sibTrans" cxnId="{377BBFC5-3225-48F8-8D48-BF453497EB10}">
      <dgm:prSet/>
      <dgm:spPr/>
      <dgm:t>
        <a:bodyPr/>
        <a:lstStyle/>
        <a:p>
          <a:endParaRPr lang="sr-Latn-ME"/>
        </a:p>
      </dgm:t>
    </dgm:pt>
    <dgm:pt modelId="{3505A84B-AC86-4715-9C98-FFCC6D373B67}">
      <dgm:prSet phldrT="[Text]"/>
      <dgm:spPr/>
      <dgm:t>
        <a:bodyPr/>
        <a:lstStyle/>
        <a:p>
          <a:r>
            <a:rPr lang="en-US" dirty="0"/>
            <a:t>Non-governmental decision-maker selected by or for the parties </a:t>
          </a:r>
          <a:endParaRPr lang="sr-Latn-ME" dirty="0"/>
        </a:p>
      </dgm:t>
    </dgm:pt>
    <dgm:pt modelId="{A8F5D91E-786A-4D80-9DC6-27B77731CE73}" type="parTrans" cxnId="{E81BC509-D84F-471D-9147-ED4ADA0D4B71}">
      <dgm:prSet/>
      <dgm:spPr/>
      <dgm:t>
        <a:bodyPr/>
        <a:lstStyle/>
        <a:p>
          <a:endParaRPr lang="sr-Latn-ME"/>
        </a:p>
      </dgm:t>
    </dgm:pt>
    <dgm:pt modelId="{AC9CDEA2-4AF1-4280-BA1A-BA114B0DF2E1}" type="sibTrans" cxnId="{E81BC509-D84F-471D-9147-ED4ADA0D4B71}">
      <dgm:prSet/>
      <dgm:spPr/>
      <dgm:t>
        <a:bodyPr/>
        <a:lstStyle/>
        <a:p>
          <a:endParaRPr lang="sr-Latn-ME"/>
        </a:p>
      </dgm:t>
    </dgm:pt>
    <dgm:pt modelId="{7420F617-A5CE-4A02-90B7-AF8CDD73B2F4}">
      <dgm:prSet phldrT="[Text]"/>
      <dgm:spPr/>
      <dgm:t>
        <a:bodyPr/>
        <a:lstStyle/>
        <a:p>
          <a:r>
            <a:rPr lang="en-US" dirty="0"/>
            <a:t>If governmental decision-maker is selected, then we have a choice of forum (choice of court), not an arbitration agreement</a:t>
          </a:r>
          <a:endParaRPr lang="sr-Latn-ME" dirty="0"/>
        </a:p>
      </dgm:t>
    </dgm:pt>
    <dgm:pt modelId="{EC63168D-A8F0-4062-984B-BE456814D94B}" type="parTrans" cxnId="{E6F84445-6261-453E-A9FA-2328EC3922F0}">
      <dgm:prSet/>
      <dgm:spPr/>
      <dgm:t>
        <a:bodyPr/>
        <a:lstStyle/>
        <a:p>
          <a:endParaRPr lang="sr-Latn-ME"/>
        </a:p>
      </dgm:t>
    </dgm:pt>
    <dgm:pt modelId="{54B8E09F-6DEA-4D6E-973C-231AFF41189C}" type="sibTrans" cxnId="{E6F84445-6261-453E-A9FA-2328EC3922F0}">
      <dgm:prSet/>
      <dgm:spPr/>
      <dgm:t>
        <a:bodyPr/>
        <a:lstStyle/>
        <a:p>
          <a:endParaRPr lang="sr-Latn-ME"/>
        </a:p>
      </dgm:t>
    </dgm:pt>
    <dgm:pt modelId="{7186EBFF-A24F-4AC4-9DDB-781DAFABF302}">
      <dgm:prSet phldrT="[Text]"/>
      <dgm:spPr/>
      <dgm:t>
        <a:bodyPr/>
        <a:lstStyle/>
        <a:p>
          <a:r>
            <a:rPr lang="en-US" dirty="0"/>
            <a:t>Arbitrators usually selected by the parties (ad-hoc arbitration) or by specialized arbitral institutions on their behalf (institutional arbitration, such as Oslo Chamber of Commerce)</a:t>
          </a:r>
          <a:endParaRPr lang="sr-Latn-ME" dirty="0"/>
        </a:p>
      </dgm:t>
    </dgm:pt>
    <dgm:pt modelId="{9765F7F1-923A-4B0A-AACB-BC8E885AA6EE}" type="parTrans" cxnId="{F3313A6B-EE05-4D9A-9934-7676745A0896}">
      <dgm:prSet/>
      <dgm:spPr/>
      <dgm:t>
        <a:bodyPr/>
        <a:lstStyle/>
        <a:p>
          <a:endParaRPr lang="sr-Latn-ME"/>
        </a:p>
      </dgm:t>
    </dgm:pt>
    <dgm:pt modelId="{5A8998F8-3F8A-4B90-B0E9-BE67E9821267}" type="sibTrans" cxnId="{F3313A6B-EE05-4D9A-9934-7676745A0896}">
      <dgm:prSet/>
      <dgm:spPr/>
      <dgm:t>
        <a:bodyPr/>
        <a:lstStyle/>
        <a:p>
          <a:endParaRPr lang="sr-Latn-ME"/>
        </a:p>
      </dgm:t>
    </dgm:pt>
    <dgm:pt modelId="{45ACB133-D529-4417-BC63-3529E76E0765}">
      <dgm:prSet phldrT="[Text]"/>
      <dgm:spPr/>
      <dgm:t>
        <a:bodyPr/>
        <a:lstStyle/>
        <a:p>
          <a:r>
            <a:rPr lang="en-US" dirty="0"/>
            <a:t>Final and binding decision – “award”</a:t>
          </a:r>
          <a:endParaRPr lang="sr-Latn-ME" dirty="0"/>
        </a:p>
      </dgm:t>
    </dgm:pt>
    <dgm:pt modelId="{8314E2E5-8436-4E9F-BA21-F12B369AC360}" type="parTrans" cxnId="{238B1B65-8977-42A0-96D7-061780A6B904}">
      <dgm:prSet/>
      <dgm:spPr/>
      <dgm:t>
        <a:bodyPr/>
        <a:lstStyle/>
        <a:p>
          <a:endParaRPr lang="sr-Latn-ME"/>
        </a:p>
      </dgm:t>
    </dgm:pt>
    <dgm:pt modelId="{F5805F82-8265-4CA5-806F-747571B8D364}" type="sibTrans" cxnId="{238B1B65-8977-42A0-96D7-061780A6B904}">
      <dgm:prSet/>
      <dgm:spPr/>
      <dgm:t>
        <a:bodyPr/>
        <a:lstStyle/>
        <a:p>
          <a:endParaRPr lang="sr-Latn-ME"/>
        </a:p>
      </dgm:t>
    </dgm:pt>
    <dgm:pt modelId="{2EA7778A-6F50-458F-B843-D913B237C0AD}">
      <dgm:prSet phldrT="[Text]"/>
      <dgm:spPr/>
      <dgm:t>
        <a:bodyPr/>
        <a:lstStyle/>
        <a:p>
          <a:r>
            <a:rPr lang="en-US" dirty="0"/>
            <a:t>It does not result in a merely advisory recommendation</a:t>
          </a:r>
          <a:endParaRPr lang="sr-Latn-ME" dirty="0"/>
        </a:p>
      </dgm:t>
    </dgm:pt>
    <dgm:pt modelId="{353E0D64-599C-40C8-9F5A-CC674EFD2824}" type="parTrans" cxnId="{5E51FCAC-01DE-4A6D-8091-26A5325C4076}">
      <dgm:prSet/>
      <dgm:spPr/>
      <dgm:t>
        <a:bodyPr/>
        <a:lstStyle/>
        <a:p>
          <a:endParaRPr lang="sr-Latn-ME"/>
        </a:p>
      </dgm:t>
    </dgm:pt>
    <dgm:pt modelId="{D94E26C6-FA20-4135-AA8D-30738F19E068}" type="sibTrans" cxnId="{5E51FCAC-01DE-4A6D-8091-26A5325C4076}">
      <dgm:prSet/>
      <dgm:spPr/>
      <dgm:t>
        <a:bodyPr/>
        <a:lstStyle/>
        <a:p>
          <a:endParaRPr lang="sr-Latn-ME"/>
        </a:p>
      </dgm:t>
    </dgm:pt>
    <dgm:pt modelId="{75E8E783-2EFA-4327-B38C-A0CB314E21E2}">
      <dgm:prSet phldrT="[Text]"/>
      <dgm:spPr/>
      <dgm:t>
        <a:bodyPr/>
        <a:lstStyle/>
        <a:p>
          <a:r>
            <a:rPr lang="en-US" dirty="0"/>
            <a:t>Adjudicatory procedure</a:t>
          </a:r>
        </a:p>
      </dgm:t>
    </dgm:pt>
    <dgm:pt modelId="{F5EF6534-B953-4A70-967D-76811EA3F24E}" type="parTrans" cxnId="{ADF98569-CF1C-4D59-8691-79468C6613A9}">
      <dgm:prSet/>
      <dgm:spPr/>
      <dgm:t>
        <a:bodyPr/>
        <a:lstStyle/>
        <a:p>
          <a:endParaRPr lang="sr-Latn-ME"/>
        </a:p>
      </dgm:t>
    </dgm:pt>
    <dgm:pt modelId="{35E6088E-503B-4972-AA75-49A1126A5DDC}" type="sibTrans" cxnId="{ADF98569-CF1C-4D59-8691-79468C6613A9}">
      <dgm:prSet/>
      <dgm:spPr/>
      <dgm:t>
        <a:bodyPr/>
        <a:lstStyle/>
        <a:p>
          <a:endParaRPr lang="sr-Latn-ME"/>
        </a:p>
      </dgm:t>
    </dgm:pt>
    <dgm:pt modelId="{E3823731-8459-4CBD-BB86-C22F85B85238}">
      <dgm:prSet phldrT="[Text]"/>
      <dgm:spPr/>
      <dgm:t>
        <a:bodyPr/>
        <a:lstStyle/>
        <a:p>
          <a:r>
            <a:rPr lang="en-US" dirty="0"/>
            <a:t>Arbitral award can be coercively enforced (New York Convention)</a:t>
          </a:r>
          <a:endParaRPr lang="sr-Latn-ME" dirty="0"/>
        </a:p>
      </dgm:t>
    </dgm:pt>
    <dgm:pt modelId="{AB43559D-F3F2-4B6B-B7F0-6C5B0ACE12B5}" type="parTrans" cxnId="{0BC1F35A-554C-4040-A70A-EB9E92133F79}">
      <dgm:prSet/>
      <dgm:spPr/>
      <dgm:t>
        <a:bodyPr/>
        <a:lstStyle/>
        <a:p>
          <a:endParaRPr lang="sr-Latn-ME"/>
        </a:p>
      </dgm:t>
    </dgm:pt>
    <dgm:pt modelId="{40B71B0E-3C8A-40BE-A7A4-CB2AD59E7302}" type="sibTrans" cxnId="{0BC1F35A-554C-4040-A70A-EB9E92133F79}">
      <dgm:prSet/>
      <dgm:spPr/>
      <dgm:t>
        <a:bodyPr/>
        <a:lstStyle/>
        <a:p>
          <a:endParaRPr lang="sr-Latn-ME"/>
        </a:p>
      </dgm:t>
    </dgm:pt>
    <dgm:pt modelId="{23BE91B7-189A-4EE3-BBAA-4A6686C3A8F9}">
      <dgm:prSet phldrT="[Text]"/>
      <dgm:spPr/>
      <dgm:t>
        <a:bodyPr/>
        <a:lstStyle/>
        <a:p>
          <a:r>
            <a:rPr lang="en-US" dirty="0"/>
            <a:t>Impartial procedure allowing each party to present its case</a:t>
          </a:r>
        </a:p>
        <a:p>
          <a:endParaRPr lang="sr-Latn-ME" dirty="0"/>
        </a:p>
      </dgm:t>
    </dgm:pt>
    <dgm:pt modelId="{A444EF5C-43C6-4285-9261-E792399CD2D9}" type="parTrans" cxnId="{818A858C-D42E-438B-9943-30EDA5810B26}">
      <dgm:prSet/>
      <dgm:spPr/>
      <dgm:t>
        <a:bodyPr/>
        <a:lstStyle/>
        <a:p>
          <a:endParaRPr lang="sr-Latn-ME"/>
        </a:p>
      </dgm:t>
    </dgm:pt>
    <dgm:pt modelId="{3FF5E844-9E6C-4CA1-A180-799BDAF22A44}" type="sibTrans" cxnId="{818A858C-D42E-438B-9943-30EDA5810B26}">
      <dgm:prSet/>
      <dgm:spPr/>
      <dgm:t>
        <a:bodyPr/>
        <a:lstStyle/>
        <a:p>
          <a:endParaRPr lang="sr-Latn-ME"/>
        </a:p>
      </dgm:t>
    </dgm:pt>
    <dgm:pt modelId="{0493A4B0-2F40-496F-A667-DF9305411250}" type="pres">
      <dgm:prSet presAssocID="{6E5A1394-D943-4105-9B8B-3F16208A34E8}" presName="linear" presStyleCnt="0">
        <dgm:presLayoutVars>
          <dgm:dir/>
          <dgm:resizeHandles val="exact"/>
        </dgm:presLayoutVars>
      </dgm:prSet>
      <dgm:spPr/>
    </dgm:pt>
    <dgm:pt modelId="{26CE2FC4-6CC7-4F1A-852F-13FDE5186259}" type="pres">
      <dgm:prSet presAssocID="{45D2BCB8-306B-41C2-A23F-8F0554799754}" presName="comp" presStyleCnt="0"/>
      <dgm:spPr/>
    </dgm:pt>
    <dgm:pt modelId="{8AE9EECA-B324-424F-AE3B-F6915DEE4D57}" type="pres">
      <dgm:prSet presAssocID="{45D2BCB8-306B-41C2-A23F-8F0554799754}" presName="box" presStyleLbl="node1" presStyleIdx="0" presStyleCnt="4"/>
      <dgm:spPr/>
    </dgm:pt>
    <dgm:pt modelId="{CD483B22-2110-4005-A0D4-D211BDBD061B}" type="pres">
      <dgm:prSet presAssocID="{45D2BCB8-306B-41C2-A23F-8F0554799754}" presName="img" presStyleLbl="fgImgPlace1" presStyleIdx="0" presStyleCnt="4"/>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dgm:spPr>
    </dgm:pt>
    <dgm:pt modelId="{D968CE41-B5A5-4C78-849D-40177C5D3AB7}" type="pres">
      <dgm:prSet presAssocID="{45D2BCB8-306B-41C2-A23F-8F0554799754}" presName="text" presStyleLbl="node1" presStyleIdx="0" presStyleCnt="4">
        <dgm:presLayoutVars>
          <dgm:bulletEnabled val="1"/>
        </dgm:presLayoutVars>
      </dgm:prSet>
      <dgm:spPr/>
    </dgm:pt>
    <dgm:pt modelId="{4D7BF6FD-E0A0-438E-97D5-F4E743B061C3}" type="pres">
      <dgm:prSet presAssocID="{C6704297-05F1-4837-A8F9-E8DD802E3591}" presName="spacer" presStyleCnt="0"/>
      <dgm:spPr/>
    </dgm:pt>
    <dgm:pt modelId="{0BE0F3CE-3ED8-46EF-9154-E1ACA4BC29C3}" type="pres">
      <dgm:prSet presAssocID="{3505A84B-AC86-4715-9C98-FFCC6D373B67}" presName="comp" presStyleCnt="0"/>
      <dgm:spPr/>
    </dgm:pt>
    <dgm:pt modelId="{40800B6A-036C-4ADA-AF02-BF3BFEA00FCF}" type="pres">
      <dgm:prSet presAssocID="{3505A84B-AC86-4715-9C98-FFCC6D373B67}" presName="box" presStyleLbl="node1" presStyleIdx="1" presStyleCnt="4"/>
      <dgm:spPr/>
    </dgm:pt>
    <dgm:pt modelId="{F083DF05-7C41-40B9-BD17-D2E6C0E1D39B}" type="pres">
      <dgm:prSet presAssocID="{3505A84B-AC86-4715-9C98-FFCC6D373B67}" presName="img" presStyleLbl="fgImgPlace1" presStyleIdx="1" presStyleCnt="4"/>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1000" r="-1000"/>
          </a:stretch>
        </a:blipFill>
      </dgm:spPr>
    </dgm:pt>
    <dgm:pt modelId="{14E9E5B6-2B9F-4513-8D6A-E151539BD766}" type="pres">
      <dgm:prSet presAssocID="{3505A84B-AC86-4715-9C98-FFCC6D373B67}" presName="text" presStyleLbl="node1" presStyleIdx="1" presStyleCnt="4">
        <dgm:presLayoutVars>
          <dgm:bulletEnabled val="1"/>
        </dgm:presLayoutVars>
      </dgm:prSet>
      <dgm:spPr/>
    </dgm:pt>
    <dgm:pt modelId="{087441B4-B821-40C6-B423-C16C1A354529}" type="pres">
      <dgm:prSet presAssocID="{AC9CDEA2-4AF1-4280-BA1A-BA114B0DF2E1}" presName="spacer" presStyleCnt="0"/>
      <dgm:spPr/>
    </dgm:pt>
    <dgm:pt modelId="{65354626-B332-485A-8B36-7C6CF24643F9}" type="pres">
      <dgm:prSet presAssocID="{45ACB133-D529-4417-BC63-3529E76E0765}" presName="comp" presStyleCnt="0"/>
      <dgm:spPr/>
    </dgm:pt>
    <dgm:pt modelId="{D457D9DF-B077-4672-99B2-52ED1DE0ECA1}" type="pres">
      <dgm:prSet presAssocID="{45ACB133-D529-4417-BC63-3529E76E0765}" presName="box" presStyleLbl="node1" presStyleIdx="2" presStyleCnt="4"/>
      <dgm:spPr/>
    </dgm:pt>
    <dgm:pt modelId="{7971C6C1-F69D-4565-A988-154B99F604D4}" type="pres">
      <dgm:prSet presAssocID="{45ACB133-D529-4417-BC63-3529E76E0765}" presName="img" presStyleLbl="fgImgPlace1" presStyleIdx="2" presStyleCnt="4" custLinFactNeighborX="-1487" custLinFactNeighborY="860"/>
      <dgm:spPr>
        <a:blipFill>
          <a:blip xmlns:r="http://schemas.openxmlformats.org/officeDocument/2006/relationships" r:embed="rId3">
            <a:extLst>
              <a:ext uri="{28A0092B-C50C-407E-A947-70E740481C1C}">
                <a14:useLocalDpi xmlns:a14="http://schemas.microsoft.com/office/drawing/2010/main" val="0"/>
              </a:ext>
            </a:extLst>
          </a:blip>
          <a:srcRect/>
          <a:stretch>
            <a:fillRect t="-41000" b="-41000"/>
          </a:stretch>
        </a:blipFill>
      </dgm:spPr>
    </dgm:pt>
    <dgm:pt modelId="{634F29D3-527F-4033-A643-5B4C5E8F8ED8}" type="pres">
      <dgm:prSet presAssocID="{45ACB133-D529-4417-BC63-3529E76E0765}" presName="text" presStyleLbl="node1" presStyleIdx="2" presStyleCnt="4">
        <dgm:presLayoutVars>
          <dgm:bulletEnabled val="1"/>
        </dgm:presLayoutVars>
      </dgm:prSet>
      <dgm:spPr/>
    </dgm:pt>
    <dgm:pt modelId="{FF14D56A-B421-4FEE-A08A-6607052177CA}" type="pres">
      <dgm:prSet presAssocID="{F5805F82-8265-4CA5-806F-747571B8D364}" presName="spacer" presStyleCnt="0"/>
      <dgm:spPr/>
    </dgm:pt>
    <dgm:pt modelId="{A840D2AA-D1B4-411F-B099-19BA1F14C40C}" type="pres">
      <dgm:prSet presAssocID="{75E8E783-2EFA-4327-B38C-A0CB314E21E2}" presName="comp" presStyleCnt="0"/>
      <dgm:spPr/>
    </dgm:pt>
    <dgm:pt modelId="{76469FD6-C80F-4AD0-B0CF-DF8B9533751B}" type="pres">
      <dgm:prSet presAssocID="{75E8E783-2EFA-4327-B38C-A0CB314E21E2}" presName="box" presStyleLbl="node1" presStyleIdx="3" presStyleCnt="4"/>
      <dgm:spPr/>
    </dgm:pt>
    <dgm:pt modelId="{B797ED20-FD45-43C0-A432-96549CB9777B}" type="pres">
      <dgm:prSet presAssocID="{75E8E783-2EFA-4327-B38C-A0CB314E21E2}" presName="img" presStyleLbl="fgImgPlac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t="-17000" b="-17000"/>
          </a:stretch>
        </a:blipFill>
      </dgm:spPr>
    </dgm:pt>
    <dgm:pt modelId="{5F87110B-1FDA-4C0E-A891-BF1C1958F447}" type="pres">
      <dgm:prSet presAssocID="{75E8E783-2EFA-4327-B38C-A0CB314E21E2}" presName="text" presStyleLbl="node1" presStyleIdx="3" presStyleCnt="4">
        <dgm:presLayoutVars>
          <dgm:bulletEnabled val="1"/>
        </dgm:presLayoutVars>
      </dgm:prSet>
      <dgm:spPr/>
    </dgm:pt>
  </dgm:ptLst>
  <dgm:cxnLst>
    <dgm:cxn modelId="{E81BC509-D84F-471D-9147-ED4ADA0D4B71}" srcId="{6E5A1394-D943-4105-9B8B-3F16208A34E8}" destId="{3505A84B-AC86-4715-9C98-FFCC6D373B67}" srcOrd="1" destOrd="0" parTransId="{A8F5D91E-786A-4D80-9DC6-27B77731CE73}" sibTransId="{AC9CDEA2-4AF1-4280-BA1A-BA114B0DF2E1}"/>
    <dgm:cxn modelId="{5B8C400C-0D28-47CA-88CB-796730B4E6FF}" type="presOf" srcId="{3505A84B-AC86-4715-9C98-FFCC6D373B67}" destId="{14E9E5B6-2B9F-4513-8D6A-E151539BD766}" srcOrd="1" destOrd="0" presId="urn:microsoft.com/office/officeart/2005/8/layout/vList4"/>
    <dgm:cxn modelId="{D525B10F-1A29-4915-8BC7-3C09A13F0343}" type="presOf" srcId="{7420F617-A5CE-4A02-90B7-AF8CDD73B2F4}" destId="{14E9E5B6-2B9F-4513-8D6A-E151539BD766}" srcOrd="1" destOrd="1" presId="urn:microsoft.com/office/officeart/2005/8/layout/vList4"/>
    <dgm:cxn modelId="{4EC6BF33-9520-412C-8064-B154C59CED30}" type="presOf" srcId="{7186EBFF-A24F-4AC4-9DDB-781DAFABF302}" destId="{40800B6A-036C-4ADA-AF02-BF3BFEA00FCF}" srcOrd="0" destOrd="2" presId="urn:microsoft.com/office/officeart/2005/8/layout/vList4"/>
    <dgm:cxn modelId="{02AA573C-0DA4-4BF1-B240-A0B89029BC34}" type="presOf" srcId="{2EA7778A-6F50-458F-B843-D913B237C0AD}" destId="{634F29D3-527F-4033-A643-5B4C5E8F8ED8}" srcOrd="1" destOrd="1" presId="urn:microsoft.com/office/officeart/2005/8/layout/vList4"/>
    <dgm:cxn modelId="{9BCA705C-625E-4228-A5A0-C4B5F7157FD5}" type="presOf" srcId="{A2ECD868-6E43-4759-8D2A-189FC500547A}" destId="{8AE9EECA-B324-424F-AE3B-F6915DEE4D57}" srcOrd="0" destOrd="1" presId="urn:microsoft.com/office/officeart/2005/8/layout/vList4"/>
    <dgm:cxn modelId="{B05FC15E-55DF-4B5D-87F5-884D3E0487C2}" type="presOf" srcId="{45D2BCB8-306B-41C2-A23F-8F0554799754}" destId="{8AE9EECA-B324-424F-AE3B-F6915DEE4D57}" srcOrd="0" destOrd="0" presId="urn:microsoft.com/office/officeart/2005/8/layout/vList4"/>
    <dgm:cxn modelId="{18D35641-EBDC-499D-B58D-C071DCE60EC1}" type="presOf" srcId="{6E5A1394-D943-4105-9B8B-3F16208A34E8}" destId="{0493A4B0-2F40-496F-A667-DF9305411250}" srcOrd="0" destOrd="0" presId="urn:microsoft.com/office/officeart/2005/8/layout/vList4"/>
    <dgm:cxn modelId="{2E2D3844-6213-4CA6-A995-64F9826AD3FD}" type="presOf" srcId="{23BE91B7-189A-4EE3-BBAA-4A6686C3A8F9}" destId="{5F87110B-1FDA-4C0E-A891-BF1C1958F447}" srcOrd="1" destOrd="1" presId="urn:microsoft.com/office/officeart/2005/8/layout/vList4"/>
    <dgm:cxn modelId="{238B1B65-8977-42A0-96D7-061780A6B904}" srcId="{6E5A1394-D943-4105-9B8B-3F16208A34E8}" destId="{45ACB133-D529-4417-BC63-3529E76E0765}" srcOrd="2" destOrd="0" parTransId="{8314E2E5-8436-4E9F-BA21-F12B369AC360}" sibTransId="{F5805F82-8265-4CA5-806F-747571B8D364}"/>
    <dgm:cxn modelId="{E6F84445-6261-453E-A9FA-2328EC3922F0}" srcId="{3505A84B-AC86-4715-9C98-FFCC6D373B67}" destId="{7420F617-A5CE-4A02-90B7-AF8CDD73B2F4}" srcOrd="0" destOrd="0" parTransId="{EC63168D-A8F0-4062-984B-BE456814D94B}" sibTransId="{54B8E09F-6DEA-4D6E-973C-231AFF41189C}"/>
    <dgm:cxn modelId="{ADF98569-CF1C-4D59-8691-79468C6613A9}" srcId="{6E5A1394-D943-4105-9B8B-3F16208A34E8}" destId="{75E8E783-2EFA-4327-B38C-A0CB314E21E2}" srcOrd="3" destOrd="0" parTransId="{F5EF6534-B953-4A70-967D-76811EA3F24E}" sibTransId="{35E6088E-503B-4972-AA75-49A1126A5DDC}"/>
    <dgm:cxn modelId="{C0F8CF6A-0F52-483A-AE72-0004DF410F39}" type="presOf" srcId="{45ACB133-D529-4417-BC63-3529E76E0765}" destId="{634F29D3-527F-4033-A643-5B4C5E8F8ED8}" srcOrd="1" destOrd="0" presId="urn:microsoft.com/office/officeart/2005/8/layout/vList4"/>
    <dgm:cxn modelId="{F3313A6B-EE05-4D9A-9934-7676745A0896}" srcId="{3505A84B-AC86-4715-9C98-FFCC6D373B67}" destId="{7186EBFF-A24F-4AC4-9DDB-781DAFABF302}" srcOrd="1" destOrd="0" parTransId="{9765F7F1-923A-4B0A-AACB-BC8E885AA6EE}" sibTransId="{5A8998F8-3F8A-4B90-B0E9-BE67E9821267}"/>
    <dgm:cxn modelId="{4613BE4E-C4B9-4E44-BB17-F5B03840601B}" type="presOf" srcId="{75E8E783-2EFA-4327-B38C-A0CB314E21E2}" destId="{5F87110B-1FDA-4C0E-A891-BF1C1958F447}" srcOrd="1" destOrd="0" presId="urn:microsoft.com/office/officeart/2005/8/layout/vList4"/>
    <dgm:cxn modelId="{DF025950-054C-49F5-BAC4-2324DE15A642}" type="presOf" srcId="{45ACB133-D529-4417-BC63-3529E76E0765}" destId="{D457D9DF-B077-4672-99B2-52ED1DE0ECA1}" srcOrd="0" destOrd="0" presId="urn:microsoft.com/office/officeart/2005/8/layout/vList4"/>
    <dgm:cxn modelId="{042B1056-4889-4125-B2D4-A9DB8666F4E6}" type="presOf" srcId="{C598DC81-B117-4A2B-87AD-8540372D1EF8}" destId="{D968CE41-B5A5-4C78-849D-40177C5D3AB7}" srcOrd="1" destOrd="2" presId="urn:microsoft.com/office/officeart/2005/8/layout/vList4"/>
    <dgm:cxn modelId="{0BC1F35A-554C-4040-A70A-EB9E92133F79}" srcId="{45ACB133-D529-4417-BC63-3529E76E0765}" destId="{E3823731-8459-4CBD-BB86-C22F85B85238}" srcOrd="1" destOrd="0" parTransId="{AB43559D-F3F2-4B6B-B7F0-6C5B0ACE12B5}" sibTransId="{40B71B0E-3C8A-40BE-A7A4-CB2AD59E7302}"/>
    <dgm:cxn modelId="{1A26FD7A-2672-4CB0-A38D-741DAE553586}" type="presOf" srcId="{E3823731-8459-4CBD-BB86-C22F85B85238}" destId="{D457D9DF-B077-4672-99B2-52ED1DE0ECA1}" srcOrd="0" destOrd="2" presId="urn:microsoft.com/office/officeart/2005/8/layout/vList4"/>
    <dgm:cxn modelId="{818A858C-D42E-438B-9943-30EDA5810B26}" srcId="{75E8E783-2EFA-4327-B38C-A0CB314E21E2}" destId="{23BE91B7-189A-4EE3-BBAA-4A6686C3A8F9}" srcOrd="0" destOrd="0" parTransId="{A444EF5C-43C6-4285-9261-E792399CD2D9}" sibTransId="{3FF5E844-9E6C-4CA1-A180-799BDAF22A44}"/>
    <dgm:cxn modelId="{2BCD8D91-C950-4A03-B6E3-11C8E0D8C7CF}" type="presOf" srcId="{45D2BCB8-306B-41C2-A23F-8F0554799754}" destId="{D968CE41-B5A5-4C78-849D-40177C5D3AB7}" srcOrd="1" destOrd="0" presId="urn:microsoft.com/office/officeart/2005/8/layout/vList4"/>
    <dgm:cxn modelId="{9A66C69B-2B3B-4FF1-85C1-AF1D6EE45519}" type="presOf" srcId="{C598DC81-B117-4A2B-87AD-8540372D1EF8}" destId="{8AE9EECA-B324-424F-AE3B-F6915DEE4D57}" srcOrd="0" destOrd="2" presId="urn:microsoft.com/office/officeart/2005/8/layout/vList4"/>
    <dgm:cxn modelId="{DD491F9D-C134-475B-A40B-A46833C1BCEC}" type="presOf" srcId="{3505A84B-AC86-4715-9C98-FFCC6D373B67}" destId="{40800B6A-036C-4ADA-AF02-BF3BFEA00FCF}" srcOrd="0" destOrd="0" presId="urn:microsoft.com/office/officeart/2005/8/layout/vList4"/>
    <dgm:cxn modelId="{6F989AA5-7A96-460D-9A69-0797DA9450BB}" type="presOf" srcId="{75E8E783-2EFA-4327-B38C-A0CB314E21E2}" destId="{76469FD6-C80F-4AD0-B0CF-DF8B9533751B}" srcOrd="0" destOrd="0" presId="urn:microsoft.com/office/officeart/2005/8/layout/vList4"/>
    <dgm:cxn modelId="{859D7EA7-6599-4138-AD9C-B179C40A3363}" type="presOf" srcId="{2EA7778A-6F50-458F-B843-D913B237C0AD}" destId="{D457D9DF-B077-4672-99B2-52ED1DE0ECA1}" srcOrd="0" destOrd="1" presId="urn:microsoft.com/office/officeart/2005/8/layout/vList4"/>
    <dgm:cxn modelId="{5E51FCAC-01DE-4A6D-8091-26A5325C4076}" srcId="{45ACB133-D529-4417-BC63-3529E76E0765}" destId="{2EA7778A-6F50-458F-B843-D913B237C0AD}" srcOrd="0" destOrd="0" parTransId="{353E0D64-599C-40C8-9F5A-CC674EFD2824}" sibTransId="{D94E26C6-FA20-4135-AA8D-30738F19E068}"/>
    <dgm:cxn modelId="{377BBFC5-3225-48F8-8D48-BF453497EB10}" srcId="{45D2BCB8-306B-41C2-A23F-8F0554799754}" destId="{C598DC81-B117-4A2B-87AD-8540372D1EF8}" srcOrd="1" destOrd="0" parTransId="{5F5E4B74-B2E3-45E0-8D88-B3836048AB3D}" sibTransId="{693EE360-948B-4A9F-B30E-B817146EFA12}"/>
    <dgm:cxn modelId="{ACC54BC8-8508-4179-AEAC-F6D7A9C03D52}" type="presOf" srcId="{E3823731-8459-4CBD-BB86-C22F85B85238}" destId="{634F29D3-527F-4033-A643-5B4C5E8F8ED8}" srcOrd="1" destOrd="2" presId="urn:microsoft.com/office/officeart/2005/8/layout/vList4"/>
    <dgm:cxn modelId="{424569CE-8D18-4252-94D3-F373B2AEDA96}" srcId="{45D2BCB8-306B-41C2-A23F-8F0554799754}" destId="{A2ECD868-6E43-4759-8D2A-189FC500547A}" srcOrd="0" destOrd="0" parTransId="{FAA407DE-B69D-4A54-B478-54B95FC319F0}" sibTransId="{3906D2AE-8C80-4AB6-8959-2EA43E230C29}"/>
    <dgm:cxn modelId="{FCE56ED8-26F6-4963-B274-DE7EF3E6BF55}" type="presOf" srcId="{23BE91B7-189A-4EE3-BBAA-4A6686C3A8F9}" destId="{76469FD6-C80F-4AD0-B0CF-DF8B9533751B}" srcOrd="0" destOrd="1" presId="urn:microsoft.com/office/officeart/2005/8/layout/vList4"/>
    <dgm:cxn modelId="{3B0B66E3-B7E9-4E59-AF17-4F335144890B}" type="presOf" srcId="{7420F617-A5CE-4A02-90B7-AF8CDD73B2F4}" destId="{40800B6A-036C-4ADA-AF02-BF3BFEA00FCF}" srcOrd="0" destOrd="1" presId="urn:microsoft.com/office/officeart/2005/8/layout/vList4"/>
    <dgm:cxn modelId="{58D079E8-89D8-4E21-BF9D-13DDBB9CCD05}" srcId="{6E5A1394-D943-4105-9B8B-3F16208A34E8}" destId="{45D2BCB8-306B-41C2-A23F-8F0554799754}" srcOrd="0" destOrd="0" parTransId="{08955848-9382-4231-949F-B86A8460A7FE}" sibTransId="{C6704297-05F1-4837-A8F9-E8DD802E3591}"/>
    <dgm:cxn modelId="{1D818AEF-B686-4A18-9B79-1677BF93CBFA}" type="presOf" srcId="{7186EBFF-A24F-4AC4-9DDB-781DAFABF302}" destId="{14E9E5B6-2B9F-4513-8D6A-E151539BD766}" srcOrd="1" destOrd="2" presId="urn:microsoft.com/office/officeart/2005/8/layout/vList4"/>
    <dgm:cxn modelId="{59004FF8-C556-48B0-B086-89966358F083}" type="presOf" srcId="{A2ECD868-6E43-4759-8D2A-189FC500547A}" destId="{D968CE41-B5A5-4C78-849D-40177C5D3AB7}" srcOrd="1" destOrd="1" presId="urn:microsoft.com/office/officeart/2005/8/layout/vList4"/>
    <dgm:cxn modelId="{5FAABCF1-D9BD-4EA4-A7F5-C78468AC74F7}" type="presParOf" srcId="{0493A4B0-2F40-496F-A667-DF9305411250}" destId="{26CE2FC4-6CC7-4F1A-852F-13FDE5186259}" srcOrd="0" destOrd="0" presId="urn:microsoft.com/office/officeart/2005/8/layout/vList4"/>
    <dgm:cxn modelId="{1AFE5067-EB6E-4C82-9122-5C5511817F77}" type="presParOf" srcId="{26CE2FC4-6CC7-4F1A-852F-13FDE5186259}" destId="{8AE9EECA-B324-424F-AE3B-F6915DEE4D57}" srcOrd="0" destOrd="0" presId="urn:microsoft.com/office/officeart/2005/8/layout/vList4"/>
    <dgm:cxn modelId="{EB56E095-F3FB-42ED-9057-4C2158D4F192}" type="presParOf" srcId="{26CE2FC4-6CC7-4F1A-852F-13FDE5186259}" destId="{CD483B22-2110-4005-A0D4-D211BDBD061B}" srcOrd="1" destOrd="0" presId="urn:microsoft.com/office/officeart/2005/8/layout/vList4"/>
    <dgm:cxn modelId="{D2D5B642-A397-4D82-9FA7-F65D839D290E}" type="presParOf" srcId="{26CE2FC4-6CC7-4F1A-852F-13FDE5186259}" destId="{D968CE41-B5A5-4C78-849D-40177C5D3AB7}" srcOrd="2" destOrd="0" presId="urn:microsoft.com/office/officeart/2005/8/layout/vList4"/>
    <dgm:cxn modelId="{3D963603-F8A5-4A5A-8E43-2962901917E5}" type="presParOf" srcId="{0493A4B0-2F40-496F-A667-DF9305411250}" destId="{4D7BF6FD-E0A0-438E-97D5-F4E743B061C3}" srcOrd="1" destOrd="0" presId="urn:microsoft.com/office/officeart/2005/8/layout/vList4"/>
    <dgm:cxn modelId="{9371F572-1690-43BE-B5C2-F4AE367ED9C6}" type="presParOf" srcId="{0493A4B0-2F40-496F-A667-DF9305411250}" destId="{0BE0F3CE-3ED8-46EF-9154-E1ACA4BC29C3}" srcOrd="2" destOrd="0" presId="urn:microsoft.com/office/officeart/2005/8/layout/vList4"/>
    <dgm:cxn modelId="{2242017C-922A-4212-BBEA-4EF37519D8D7}" type="presParOf" srcId="{0BE0F3CE-3ED8-46EF-9154-E1ACA4BC29C3}" destId="{40800B6A-036C-4ADA-AF02-BF3BFEA00FCF}" srcOrd="0" destOrd="0" presId="urn:microsoft.com/office/officeart/2005/8/layout/vList4"/>
    <dgm:cxn modelId="{EC8AEEEC-B366-445A-B241-F070250F380D}" type="presParOf" srcId="{0BE0F3CE-3ED8-46EF-9154-E1ACA4BC29C3}" destId="{F083DF05-7C41-40B9-BD17-D2E6C0E1D39B}" srcOrd="1" destOrd="0" presId="urn:microsoft.com/office/officeart/2005/8/layout/vList4"/>
    <dgm:cxn modelId="{8424FD6A-A4C3-438B-9FB1-9788A4FE9688}" type="presParOf" srcId="{0BE0F3CE-3ED8-46EF-9154-E1ACA4BC29C3}" destId="{14E9E5B6-2B9F-4513-8D6A-E151539BD766}" srcOrd="2" destOrd="0" presId="urn:microsoft.com/office/officeart/2005/8/layout/vList4"/>
    <dgm:cxn modelId="{FECA46F1-7FC3-4A15-94ED-954A0375E4A1}" type="presParOf" srcId="{0493A4B0-2F40-496F-A667-DF9305411250}" destId="{087441B4-B821-40C6-B423-C16C1A354529}" srcOrd="3" destOrd="0" presId="urn:microsoft.com/office/officeart/2005/8/layout/vList4"/>
    <dgm:cxn modelId="{71E9A59A-4D0C-4EF8-83D7-D9DD31A41043}" type="presParOf" srcId="{0493A4B0-2F40-496F-A667-DF9305411250}" destId="{65354626-B332-485A-8B36-7C6CF24643F9}" srcOrd="4" destOrd="0" presId="urn:microsoft.com/office/officeart/2005/8/layout/vList4"/>
    <dgm:cxn modelId="{C4D49A4E-19D7-4A21-A684-3E50E05B6946}" type="presParOf" srcId="{65354626-B332-485A-8B36-7C6CF24643F9}" destId="{D457D9DF-B077-4672-99B2-52ED1DE0ECA1}" srcOrd="0" destOrd="0" presId="urn:microsoft.com/office/officeart/2005/8/layout/vList4"/>
    <dgm:cxn modelId="{A0736494-2C8B-433C-A9E8-4D645F0ADC5E}" type="presParOf" srcId="{65354626-B332-485A-8B36-7C6CF24643F9}" destId="{7971C6C1-F69D-4565-A988-154B99F604D4}" srcOrd="1" destOrd="0" presId="urn:microsoft.com/office/officeart/2005/8/layout/vList4"/>
    <dgm:cxn modelId="{D34FA518-2EF3-45CE-A35F-CC33F9DE5BB1}" type="presParOf" srcId="{65354626-B332-485A-8B36-7C6CF24643F9}" destId="{634F29D3-527F-4033-A643-5B4C5E8F8ED8}" srcOrd="2" destOrd="0" presId="urn:microsoft.com/office/officeart/2005/8/layout/vList4"/>
    <dgm:cxn modelId="{C8ABBF2B-EB07-4C63-9FC9-4A87C1814A4C}" type="presParOf" srcId="{0493A4B0-2F40-496F-A667-DF9305411250}" destId="{FF14D56A-B421-4FEE-A08A-6607052177CA}" srcOrd="5" destOrd="0" presId="urn:microsoft.com/office/officeart/2005/8/layout/vList4"/>
    <dgm:cxn modelId="{4296661D-04E8-41C3-A6CF-663C289C7586}" type="presParOf" srcId="{0493A4B0-2F40-496F-A667-DF9305411250}" destId="{A840D2AA-D1B4-411F-B099-19BA1F14C40C}" srcOrd="6" destOrd="0" presId="urn:microsoft.com/office/officeart/2005/8/layout/vList4"/>
    <dgm:cxn modelId="{D3F20BDD-1568-4C00-881D-9A21CA55A7BD}" type="presParOf" srcId="{A840D2AA-D1B4-411F-B099-19BA1F14C40C}" destId="{76469FD6-C80F-4AD0-B0CF-DF8B9533751B}" srcOrd="0" destOrd="0" presId="urn:microsoft.com/office/officeart/2005/8/layout/vList4"/>
    <dgm:cxn modelId="{DAD7949E-DB94-4E29-8EF3-F82138CC53DE}" type="presParOf" srcId="{A840D2AA-D1B4-411F-B099-19BA1F14C40C}" destId="{B797ED20-FD45-43C0-A432-96549CB9777B}" srcOrd="1" destOrd="0" presId="urn:microsoft.com/office/officeart/2005/8/layout/vList4"/>
    <dgm:cxn modelId="{CCF7AF0C-B01E-418B-92AF-BF379C9EBD6F}" type="presParOf" srcId="{A840D2AA-D1B4-411F-B099-19BA1F14C40C}" destId="{5F87110B-1FDA-4C0E-A891-BF1C1958F447}"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11F8B7-2CDE-407B-AE73-D9248C8D7E05}" type="doc">
      <dgm:prSet loTypeId="urn:microsoft.com/office/officeart/2005/8/layout/list1" loCatId="list" qsTypeId="urn:microsoft.com/office/officeart/2005/8/quickstyle/simple2" qsCatId="simple" csTypeId="urn:microsoft.com/office/officeart/2005/8/colors/accent2_4" csCatId="accent2" phldr="1"/>
      <dgm:spPr/>
      <dgm:t>
        <a:bodyPr/>
        <a:lstStyle/>
        <a:p>
          <a:endParaRPr lang="sr-Latn-ME"/>
        </a:p>
      </dgm:t>
    </dgm:pt>
    <dgm:pt modelId="{B060701D-0257-4B9B-8C4B-3F8546AA8053}">
      <dgm:prSet phldrT="[Text]"/>
      <dgm:spPr/>
      <dgm:t>
        <a:bodyPr/>
        <a:lstStyle/>
        <a:p>
          <a:r>
            <a:rPr lang="en-US" dirty="0"/>
            <a:t>Arbitration agreement</a:t>
          </a:r>
          <a:endParaRPr lang="sr-Latn-ME" dirty="0"/>
        </a:p>
      </dgm:t>
    </dgm:pt>
    <dgm:pt modelId="{E7F2FF7C-2099-43E9-9B67-D6E296CAB90C}" type="parTrans" cxnId="{ED54B6C9-7333-491F-9914-B02EB60A0B47}">
      <dgm:prSet/>
      <dgm:spPr/>
      <dgm:t>
        <a:bodyPr/>
        <a:lstStyle/>
        <a:p>
          <a:endParaRPr lang="sr-Latn-ME"/>
        </a:p>
      </dgm:t>
    </dgm:pt>
    <dgm:pt modelId="{1F218ECF-6D79-4870-8945-680CE6D3DF94}" type="sibTrans" cxnId="{ED54B6C9-7333-491F-9914-B02EB60A0B47}">
      <dgm:prSet/>
      <dgm:spPr/>
      <dgm:t>
        <a:bodyPr/>
        <a:lstStyle/>
        <a:p>
          <a:endParaRPr lang="sr-Latn-ME"/>
        </a:p>
      </dgm:t>
    </dgm:pt>
    <dgm:pt modelId="{F5252993-CB05-4BAF-B2D4-A784870F8BBA}">
      <dgm:prSet phldrT="[Text]"/>
      <dgm:spPr/>
      <dgm:t>
        <a:bodyPr/>
        <a:lstStyle/>
        <a:p>
          <a:r>
            <a:rPr lang="en-US" dirty="0"/>
            <a:t>Contractual; </a:t>
          </a:r>
          <a:r>
            <a:rPr lang="en-US" i="1" dirty="0"/>
            <a:t>an absolute requirement</a:t>
          </a:r>
          <a:r>
            <a:rPr lang="en-US" dirty="0"/>
            <a:t>	</a:t>
          </a:r>
          <a:endParaRPr lang="sr-Latn-ME" dirty="0"/>
        </a:p>
      </dgm:t>
    </dgm:pt>
    <dgm:pt modelId="{C21515D6-8684-439F-AF71-2426E1B6060E}" type="parTrans" cxnId="{2A94C198-DFF9-4881-ADE0-2EFC41A30172}">
      <dgm:prSet/>
      <dgm:spPr/>
      <dgm:t>
        <a:bodyPr/>
        <a:lstStyle/>
        <a:p>
          <a:endParaRPr lang="sr-Latn-ME"/>
        </a:p>
      </dgm:t>
    </dgm:pt>
    <dgm:pt modelId="{3F2A3FB5-891B-4296-A547-AED89AADBE13}" type="sibTrans" cxnId="{2A94C198-DFF9-4881-ADE0-2EFC41A30172}">
      <dgm:prSet/>
      <dgm:spPr/>
      <dgm:t>
        <a:bodyPr/>
        <a:lstStyle/>
        <a:p>
          <a:endParaRPr lang="sr-Latn-ME"/>
        </a:p>
      </dgm:t>
    </dgm:pt>
    <dgm:pt modelId="{38B0AFB5-0C93-4172-A03F-59B71CFD6947}">
      <dgm:prSet phldrT="[Text]"/>
      <dgm:spPr/>
      <dgm:t>
        <a:bodyPr/>
        <a:lstStyle/>
        <a:p>
          <a:r>
            <a:rPr lang="en-US" dirty="0"/>
            <a:t>Arbitration rules</a:t>
          </a:r>
          <a:endParaRPr lang="sr-Latn-ME" dirty="0"/>
        </a:p>
      </dgm:t>
    </dgm:pt>
    <dgm:pt modelId="{9F1E2E4C-D628-425A-B411-74DDEFF9839C}" type="parTrans" cxnId="{0DEFD2F2-24D7-46C6-A46E-9E315F118945}">
      <dgm:prSet/>
      <dgm:spPr/>
      <dgm:t>
        <a:bodyPr/>
        <a:lstStyle/>
        <a:p>
          <a:endParaRPr lang="sr-Latn-ME"/>
        </a:p>
      </dgm:t>
    </dgm:pt>
    <dgm:pt modelId="{DD4CB6F4-40FB-4A1B-85DC-02B6C463378D}" type="sibTrans" cxnId="{0DEFD2F2-24D7-46C6-A46E-9E315F118945}">
      <dgm:prSet/>
      <dgm:spPr/>
      <dgm:t>
        <a:bodyPr/>
        <a:lstStyle/>
        <a:p>
          <a:endParaRPr lang="sr-Latn-ME"/>
        </a:p>
      </dgm:t>
    </dgm:pt>
    <dgm:pt modelId="{C8A37176-E799-402D-9322-00F58DF28D10}">
      <dgm:prSet phldrT="[Text]"/>
      <dgm:spPr/>
      <dgm:t>
        <a:bodyPr/>
        <a:lstStyle/>
        <a:p>
          <a:r>
            <a:rPr lang="en-US" dirty="0"/>
            <a:t>Contractual; extension of the agreement between the parties. Usually used if arbitration is administered by an institution. Regulate procedural questions.</a:t>
          </a:r>
          <a:endParaRPr lang="sr-Latn-ME" dirty="0"/>
        </a:p>
      </dgm:t>
    </dgm:pt>
    <dgm:pt modelId="{251D82D5-179B-4808-AEE6-C8CAE25C3541}" type="parTrans" cxnId="{069753A5-93F8-4793-8DC3-BAD03530F109}">
      <dgm:prSet/>
      <dgm:spPr/>
      <dgm:t>
        <a:bodyPr/>
        <a:lstStyle/>
        <a:p>
          <a:endParaRPr lang="sr-Latn-ME"/>
        </a:p>
      </dgm:t>
    </dgm:pt>
    <dgm:pt modelId="{CCE66DA4-6D31-4B58-832F-E809B1F36E3C}" type="sibTrans" cxnId="{069753A5-93F8-4793-8DC3-BAD03530F109}">
      <dgm:prSet/>
      <dgm:spPr/>
      <dgm:t>
        <a:bodyPr/>
        <a:lstStyle/>
        <a:p>
          <a:endParaRPr lang="sr-Latn-ME"/>
        </a:p>
      </dgm:t>
    </dgm:pt>
    <dgm:pt modelId="{B622762C-DB4B-43F4-9921-9B4BB93F2B26}">
      <dgm:prSet phldrT="[Text]"/>
      <dgm:spPr/>
      <dgm:t>
        <a:bodyPr/>
        <a:lstStyle/>
        <a:p>
          <a:r>
            <a:rPr lang="en-US" dirty="0"/>
            <a:t>Legislative; New York Convention is the most important instrument; regulates recognition and enforcement of foreign arbitral awards</a:t>
          </a:r>
          <a:endParaRPr lang="sr-Latn-ME" dirty="0"/>
        </a:p>
      </dgm:t>
    </dgm:pt>
    <dgm:pt modelId="{3CBD2C3F-E05B-4F84-9614-E4F59E0A09D1}" type="parTrans" cxnId="{ED61AE01-822F-4D20-91C4-4DFB572836A5}">
      <dgm:prSet/>
      <dgm:spPr/>
      <dgm:t>
        <a:bodyPr/>
        <a:lstStyle/>
        <a:p>
          <a:endParaRPr lang="sr-Latn-ME"/>
        </a:p>
      </dgm:t>
    </dgm:pt>
    <dgm:pt modelId="{0D115EC8-FA6D-45CD-8DD2-8C542B243C3F}" type="sibTrans" cxnId="{ED61AE01-822F-4D20-91C4-4DFB572836A5}">
      <dgm:prSet/>
      <dgm:spPr/>
      <dgm:t>
        <a:bodyPr/>
        <a:lstStyle/>
        <a:p>
          <a:endParaRPr lang="sr-Latn-ME"/>
        </a:p>
      </dgm:t>
    </dgm:pt>
    <dgm:pt modelId="{A0FC8F19-1DD1-4182-A2F3-B2042C6EC05F}">
      <dgm:prSet phldrT="[Text]"/>
      <dgm:spPr/>
      <dgm:t>
        <a:bodyPr/>
        <a:lstStyle/>
        <a:p>
          <a:r>
            <a:rPr lang="en-US" dirty="0"/>
            <a:t>Legislative; law of the place where arbitration is taking place</a:t>
          </a:r>
          <a:endParaRPr lang="sr-Latn-ME" b="1" dirty="0"/>
        </a:p>
      </dgm:t>
    </dgm:pt>
    <dgm:pt modelId="{8A2A4809-CF07-4037-ADBF-5E45C893B888}" type="parTrans" cxnId="{643ED263-2548-4933-967E-E8FCEF9616B1}">
      <dgm:prSet/>
      <dgm:spPr/>
      <dgm:t>
        <a:bodyPr/>
        <a:lstStyle/>
        <a:p>
          <a:endParaRPr lang="sr-Latn-ME"/>
        </a:p>
      </dgm:t>
    </dgm:pt>
    <dgm:pt modelId="{E9869D6B-607E-4FD7-8123-997225395012}" type="sibTrans" cxnId="{643ED263-2548-4933-967E-E8FCEF9616B1}">
      <dgm:prSet/>
      <dgm:spPr/>
      <dgm:t>
        <a:bodyPr/>
        <a:lstStyle/>
        <a:p>
          <a:endParaRPr lang="sr-Latn-ME"/>
        </a:p>
      </dgm:t>
    </dgm:pt>
    <dgm:pt modelId="{217B2E99-D124-4788-9038-37CA814CAAD0}">
      <dgm:prSet phldrT="[Text]"/>
      <dgm:spPr/>
      <dgm:t>
        <a:bodyPr/>
        <a:lstStyle/>
        <a:p>
          <a:r>
            <a:rPr lang="en-US" dirty="0"/>
            <a:t>National arbitration legislation (</a:t>
          </a:r>
          <a:r>
            <a:rPr lang="en-US" dirty="0" err="1"/>
            <a:t>lex</a:t>
          </a:r>
          <a:r>
            <a:rPr lang="en-US" dirty="0"/>
            <a:t> </a:t>
          </a:r>
          <a:r>
            <a:rPr lang="en-US" dirty="0" err="1"/>
            <a:t>arbitri</a:t>
          </a:r>
          <a:r>
            <a:rPr lang="en-US" dirty="0"/>
            <a:t>)</a:t>
          </a:r>
          <a:endParaRPr lang="sr-Latn-ME" dirty="0"/>
        </a:p>
      </dgm:t>
    </dgm:pt>
    <dgm:pt modelId="{D52E4147-A047-4978-81C5-F869C89AEE06}" type="parTrans" cxnId="{68DDC9A1-C8AB-43B5-A281-391DC28376E2}">
      <dgm:prSet/>
      <dgm:spPr/>
      <dgm:t>
        <a:bodyPr/>
        <a:lstStyle/>
        <a:p>
          <a:endParaRPr lang="sr-Latn-ME"/>
        </a:p>
      </dgm:t>
    </dgm:pt>
    <dgm:pt modelId="{453FC2F2-A855-48F3-B453-18EF76D7B7B2}" type="sibTrans" cxnId="{68DDC9A1-C8AB-43B5-A281-391DC28376E2}">
      <dgm:prSet/>
      <dgm:spPr/>
      <dgm:t>
        <a:bodyPr/>
        <a:lstStyle/>
        <a:p>
          <a:endParaRPr lang="sr-Latn-ME"/>
        </a:p>
      </dgm:t>
    </dgm:pt>
    <dgm:pt modelId="{3A6A0B76-06C4-45BF-9CD2-A2F5EFC6FD93}">
      <dgm:prSet phldrT="[Text]"/>
      <dgm:spPr/>
      <dgm:t>
        <a:bodyPr/>
        <a:lstStyle/>
        <a:p>
          <a:r>
            <a:rPr lang="en-US" dirty="0"/>
            <a:t>International conventions</a:t>
          </a:r>
          <a:endParaRPr lang="sr-Latn-ME" dirty="0"/>
        </a:p>
      </dgm:t>
    </dgm:pt>
    <dgm:pt modelId="{0EB76C2F-DE85-491A-A99E-04C5557C301C}" type="parTrans" cxnId="{6E194363-4494-4A56-BE96-236A9A52B58A}">
      <dgm:prSet/>
      <dgm:spPr/>
      <dgm:t>
        <a:bodyPr/>
        <a:lstStyle/>
        <a:p>
          <a:endParaRPr lang="sr-Latn-ME"/>
        </a:p>
      </dgm:t>
    </dgm:pt>
    <dgm:pt modelId="{09032497-4A21-40E6-86A6-43BD1C73C241}" type="sibTrans" cxnId="{6E194363-4494-4A56-BE96-236A9A52B58A}">
      <dgm:prSet/>
      <dgm:spPr/>
      <dgm:t>
        <a:bodyPr/>
        <a:lstStyle/>
        <a:p>
          <a:endParaRPr lang="sr-Latn-ME"/>
        </a:p>
      </dgm:t>
    </dgm:pt>
    <dgm:pt modelId="{3463D1BE-6A76-43E0-A52E-5FD7E8DDE1C9}">
      <dgm:prSet phldrT="[Text]"/>
      <dgm:spPr/>
      <dgm:t>
        <a:bodyPr/>
        <a:lstStyle/>
        <a:p>
          <a:r>
            <a:rPr lang="en-US" dirty="0"/>
            <a:t>E.g.: ICC Rules, UNCITRAL Rules, LCIA Rules, SCC Rules.. </a:t>
          </a:r>
          <a:endParaRPr lang="sr-Latn-ME" dirty="0"/>
        </a:p>
      </dgm:t>
    </dgm:pt>
    <dgm:pt modelId="{E4EAFC79-104E-4C32-A157-86C8343CD36C}" type="parTrans" cxnId="{35E09D2E-AAFD-4E70-BAA2-A31D9F7D081E}">
      <dgm:prSet/>
      <dgm:spPr/>
      <dgm:t>
        <a:bodyPr/>
        <a:lstStyle/>
        <a:p>
          <a:endParaRPr lang="en-US"/>
        </a:p>
      </dgm:t>
    </dgm:pt>
    <dgm:pt modelId="{4B5C12D9-00B5-4DD7-B3B2-850097F13F88}" type="sibTrans" cxnId="{35E09D2E-AAFD-4E70-BAA2-A31D9F7D081E}">
      <dgm:prSet/>
      <dgm:spPr/>
      <dgm:t>
        <a:bodyPr/>
        <a:lstStyle/>
        <a:p>
          <a:endParaRPr lang="en-US"/>
        </a:p>
      </dgm:t>
    </dgm:pt>
    <dgm:pt modelId="{4A622653-4B6F-440A-893C-78F19BDB3BD1}">
      <dgm:prSet phldrT="[Text]"/>
      <dgm:spPr/>
      <dgm:t>
        <a:bodyPr/>
        <a:lstStyle/>
        <a:p>
          <a:r>
            <a:rPr lang="en-US" dirty="0" err="1"/>
            <a:t>Eg</a:t>
          </a:r>
          <a:r>
            <a:rPr lang="en-US" dirty="0"/>
            <a:t>: Arbitration in Oslo: Norwegian Arbitration Act applies</a:t>
          </a:r>
          <a:endParaRPr lang="sr-Latn-ME" b="1" dirty="0"/>
        </a:p>
      </dgm:t>
    </dgm:pt>
    <dgm:pt modelId="{3209851E-C3B9-4D0B-A71A-CE41DC5186B8}" type="parTrans" cxnId="{7329C2DD-C018-4860-9DDF-1FEFDB64067D}">
      <dgm:prSet/>
      <dgm:spPr/>
      <dgm:t>
        <a:bodyPr/>
        <a:lstStyle/>
        <a:p>
          <a:endParaRPr lang="en-US"/>
        </a:p>
      </dgm:t>
    </dgm:pt>
    <dgm:pt modelId="{0CD2AFE3-6AEC-4A8D-8C48-6A91B3A600C3}" type="sibTrans" cxnId="{7329C2DD-C018-4860-9DDF-1FEFDB64067D}">
      <dgm:prSet/>
      <dgm:spPr/>
      <dgm:t>
        <a:bodyPr/>
        <a:lstStyle/>
        <a:p>
          <a:endParaRPr lang="en-US"/>
        </a:p>
      </dgm:t>
    </dgm:pt>
    <dgm:pt modelId="{8D1921CF-0D5F-434F-9C74-F5B7AFE66BFE}">
      <dgm:prSet phldrT="[Text]"/>
      <dgm:spPr/>
      <dgm:t>
        <a:bodyPr/>
        <a:lstStyle/>
        <a:p>
          <a:r>
            <a:rPr lang="en-US" dirty="0"/>
            <a:t>Typically only a few mandatory rules that the parties cannot deviate from, such as principle of fair hearing; lots of default rules on procedure</a:t>
          </a:r>
          <a:endParaRPr lang="sr-Latn-ME" b="1" dirty="0"/>
        </a:p>
      </dgm:t>
    </dgm:pt>
    <dgm:pt modelId="{27D8F7B4-7A3E-4502-9603-8B77DBC5FD3C}" type="parTrans" cxnId="{AF8AADC6-E1B6-4FB4-B91F-E9B0A9D6093D}">
      <dgm:prSet/>
      <dgm:spPr/>
      <dgm:t>
        <a:bodyPr/>
        <a:lstStyle/>
        <a:p>
          <a:endParaRPr lang="en-US"/>
        </a:p>
      </dgm:t>
    </dgm:pt>
    <dgm:pt modelId="{B22ABDE0-5001-4C4F-A56D-8AAE20341662}" type="sibTrans" cxnId="{AF8AADC6-E1B6-4FB4-B91F-E9B0A9D6093D}">
      <dgm:prSet/>
      <dgm:spPr/>
      <dgm:t>
        <a:bodyPr/>
        <a:lstStyle/>
        <a:p>
          <a:endParaRPr lang="en-US"/>
        </a:p>
      </dgm:t>
    </dgm:pt>
    <dgm:pt modelId="{C749020C-A4F7-4ADD-B44D-9123AC685C9A}">
      <dgm:prSet phldrT="[Text]"/>
      <dgm:spPr/>
      <dgm:t>
        <a:bodyPr/>
        <a:lstStyle/>
        <a:p>
          <a:r>
            <a:rPr lang="en-US" b="0" dirty="0"/>
            <a:t>Defines relationship between courts and arbitral tribunals/awards</a:t>
          </a:r>
          <a:endParaRPr lang="sr-Latn-ME" b="0" dirty="0"/>
        </a:p>
      </dgm:t>
    </dgm:pt>
    <dgm:pt modelId="{4618FA50-1499-4751-9965-AC9EC174029F}" type="parTrans" cxnId="{70369F67-0F87-4A48-9541-1FC01727B049}">
      <dgm:prSet/>
      <dgm:spPr/>
      <dgm:t>
        <a:bodyPr/>
        <a:lstStyle/>
        <a:p>
          <a:endParaRPr lang="en-US"/>
        </a:p>
      </dgm:t>
    </dgm:pt>
    <dgm:pt modelId="{4A5E391D-9FE1-496C-9195-8D86BCEA7C46}" type="sibTrans" cxnId="{70369F67-0F87-4A48-9541-1FC01727B049}">
      <dgm:prSet/>
      <dgm:spPr/>
      <dgm:t>
        <a:bodyPr/>
        <a:lstStyle/>
        <a:p>
          <a:endParaRPr lang="en-US"/>
        </a:p>
      </dgm:t>
    </dgm:pt>
    <dgm:pt modelId="{283F4FF7-E76A-4276-8748-FDDEA53D9A91}">
      <dgm:prSet phldrT="[Text]"/>
      <dgm:spPr/>
      <dgm:t>
        <a:bodyPr/>
        <a:lstStyle/>
        <a:p>
          <a:r>
            <a:rPr lang="en-US" dirty="0"/>
            <a:t>Courts </a:t>
          </a:r>
          <a:r>
            <a:rPr lang="en-US" b="1" dirty="0"/>
            <a:t>must</a:t>
          </a:r>
          <a:r>
            <a:rPr lang="en-US" b="0" dirty="0"/>
            <a:t> enforce foreign arbitral awards under NYC unless very narrow set of criteria is met</a:t>
          </a:r>
          <a:endParaRPr lang="sr-Latn-ME" dirty="0"/>
        </a:p>
      </dgm:t>
    </dgm:pt>
    <dgm:pt modelId="{862B5235-6021-4ED1-8185-504A62DFAED8}" type="parTrans" cxnId="{E78624A5-D599-4478-A0CF-E5A308682BB1}">
      <dgm:prSet/>
      <dgm:spPr/>
      <dgm:t>
        <a:bodyPr/>
        <a:lstStyle/>
        <a:p>
          <a:endParaRPr lang="en-US"/>
        </a:p>
      </dgm:t>
    </dgm:pt>
    <dgm:pt modelId="{80FA4F3F-CF0C-4FC3-890D-EB9C82131570}" type="sibTrans" cxnId="{E78624A5-D599-4478-A0CF-E5A308682BB1}">
      <dgm:prSet/>
      <dgm:spPr/>
      <dgm:t>
        <a:bodyPr/>
        <a:lstStyle/>
        <a:p>
          <a:endParaRPr lang="en-US"/>
        </a:p>
      </dgm:t>
    </dgm:pt>
    <dgm:pt modelId="{2866FFB6-475C-4ADD-8994-C2597B6AF246}" type="pres">
      <dgm:prSet presAssocID="{8E11F8B7-2CDE-407B-AE73-D9248C8D7E05}" presName="linear" presStyleCnt="0">
        <dgm:presLayoutVars>
          <dgm:dir/>
          <dgm:animLvl val="lvl"/>
          <dgm:resizeHandles val="exact"/>
        </dgm:presLayoutVars>
      </dgm:prSet>
      <dgm:spPr/>
    </dgm:pt>
    <dgm:pt modelId="{F833ED6A-B164-4F9C-A620-D9523E7253E4}" type="pres">
      <dgm:prSet presAssocID="{B060701D-0257-4B9B-8C4B-3F8546AA8053}" presName="parentLin" presStyleCnt="0"/>
      <dgm:spPr/>
    </dgm:pt>
    <dgm:pt modelId="{6846FF2A-FD6C-41A3-9EEB-1C46EC9DBFE9}" type="pres">
      <dgm:prSet presAssocID="{B060701D-0257-4B9B-8C4B-3F8546AA8053}" presName="parentLeftMargin" presStyleLbl="node1" presStyleIdx="0" presStyleCnt="4"/>
      <dgm:spPr/>
    </dgm:pt>
    <dgm:pt modelId="{42825143-18FC-4AC3-BA46-556AA69E48D7}" type="pres">
      <dgm:prSet presAssocID="{B060701D-0257-4B9B-8C4B-3F8546AA8053}" presName="parentText" presStyleLbl="node1" presStyleIdx="0" presStyleCnt="4">
        <dgm:presLayoutVars>
          <dgm:chMax val="0"/>
          <dgm:bulletEnabled val="1"/>
        </dgm:presLayoutVars>
      </dgm:prSet>
      <dgm:spPr/>
    </dgm:pt>
    <dgm:pt modelId="{839831F9-A4A9-44CC-ABD8-6D26C3EC193C}" type="pres">
      <dgm:prSet presAssocID="{B060701D-0257-4B9B-8C4B-3F8546AA8053}" presName="negativeSpace" presStyleCnt="0"/>
      <dgm:spPr/>
    </dgm:pt>
    <dgm:pt modelId="{0A983D08-FD27-42D3-8630-EE34A7579BD2}" type="pres">
      <dgm:prSet presAssocID="{B060701D-0257-4B9B-8C4B-3F8546AA8053}" presName="childText" presStyleLbl="conFgAcc1" presStyleIdx="0" presStyleCnt="4">
        <dgm:presLayoutVars>
          <dgm:bulletEnabled val="1"/>
        </dgm:presLayoutVars>
      </dgm:prSet>
      <dgm:spPr/>
    </dgm:pt>
    <dgm:pt modelId="{E02ABC26-9249-4F2C-A11B-D77568C35940}" type="pres">
      <dgm:prSet presAssocID="{1F218ECF-6D79-4870-8945-680CE6D3DF94}" presName="spaceBetweenRectangles" presStyleCnt="0"/>
      <dgm:spPr/>
    </dgm:pt>
    <dgm:pt modelId="{C5EC735D-BB10-4A33-A023-9C76972B884A}" type="pres">
      <dgm:prSet presAssocID="{38B0AFB5-0C93-4172-A03F-59B71CFD6947}" presName="parentLin" presStyleCnt="0"/>
      <dgm:spPr/>
    </dgm:pt>
    <dgm:pt modelId="{B20FBA17-4A1E-4B52-8FF2-2C63182C02CB}" type="pres">
      <dgm:prSet presAssocID="{38B0AFB5-0C93-4172-A03F-59B71CFD6947}" presName="parentLeftMargin" presStyleLbl="node1" presStyleIdx="0" presStyleCnt="4"/>
      <dgm:spPr/>
    </dgm:pt>
    <dgm:pt modelId="{55B45C5B-65E3-4A20-AA36-43FF4F2E3B18}" type="pres">
      <dgm:prSet presAssocID="{38B0AFB5-0C93-4172-A03F-59B71CFD6947}" presName="parentText" presStyleLbl="node1" presStyleIdx="1" presStyleCnt="4">
        <dgm:presLayoutVars>
          <dgm:chMax val="0"/>
          <dgm:bulletEnabled val="1"/>
        </dgm:presLayoutVars>
      </dgm:prSet>
      <dgm:spPr/>
    </dgm:pt>
    <dgm:pt modelId="{A8994121-6E79-4463-8673-EF3D50D4936A}" type="pres">
      <dgm:prSet presAssocID="{38B0AFB5-0C93-4172-A03F-59B71CFD6947}" presName="negativeSpace" presStyleCnt="0"/>
      <dgm:spPr/>
    </dgm:pt>
    <dgm:pt modelId="{04A6243B-4478-4339-AD9A-4C5115938ED4}" type="pres">
      <dgm:prSet presAssocID="{38B0AFB5-0C93-4172-A03F-59B71CFD6947}" presName="childText" presStyleLbl="conFgAcc1" presStyleIdx="1" presStyleCnt="4">
        <dgm:presLayoutVars>
          <dgm:bulletEnabled val="1"/>
        </dgm:presLayoutVars>
      </dgm:prSet>
      <dgm:spPr/>
    </dgm:pt>
    <dgm:pt modelId="{5B0ED935-3056-461B-85CE-5A9E018CC79E}" type="pres">
      <dgm:prSet presAssocID="{DD4CB6F4-40FB-4A1B-85DC-02B6C463378D}" presName="spaceBetweenRectangles" presStyleCnt="0"/>
      <dgm:spPr/>
    </dgm:pt>
    <dgm:pt modelId="{829047A6-DC53-43E2-A427-BDBB9AB249C8}" type="pres">
      <dgm:prSet presAssocID="{217B2E99-D124-4788-9038-37CA814CAAD0}" presName="parentLin" presStyleCnt="0"/>
      <dgm:spPr/>
    </dgm:pt>
    <dgm:pt modelId="{6885C02C-C5CD-41C5-8A97-147F3B581D64}" type="pres">
      <dgm:prSet presAssocID="{217B2E99-D124-4788-9038-37CA814CAAD0}" presName="parentLeftMargin" presStyleLbl="node1" presStyleIdx="1" presStyleCnt="4"/>
      <dgm:spPr/>
    </dgm:pt>
    <dgm:pt modelId="{23F5F9D7-FB1B-4521-97C2-1A524984C568}" type="pres">
      <dgm:prSet presAssocID="{217B2E99-D124-4788-9038-37CA814CAAD0}" presName="parentText" presStyleLbl="node1" presStyleIdx="2" presStyleCnt="4">
        <dgm:presLayoutVars>
          <dgm:chMax val="0"/>
          <dgm:bulletEnabled val="1"/>
        </dgm:presLayoutVars>
      </dgm:prSet>
      <dgm:spPr/>
    </dgm:pt>
    <dgm:pt modelId="{1E1CBCA0-D42C-44E4-B2BC-479E7794C006}" type="pres">
      <dgm:prSet presAssocID="{217B2E99-D124-4788-9038-37CA814CAAD0}" presName="negativeSpace" presStyleCnt="0"/>
      <dgm:spPr/>
    </dgm:pt>
    <dgm:pt modelId="{C77A6A4B-5FB5-40C0-80B6-59A8084720E0}" type="pres">
      <dgm:prSet presAssocID="{217B2E99-D124-4788-9038-37CA814CAAD0}" presName="childText" presStyleLbl="conFgAcc1" presStyleIdx="2" presStyleCnt="4">
        <dgm:presLayoutVars>
          <dgm:bulletEnabled val="1"/>
        </dgm:presLayoutVars>
      </dgm:prSet>
      <dgm:spPr/>
    </dgm:pt>
    <dgm:pt modelId="{0E3A4E10-3C0C-4173-B772-1C9F3ED5BCE2}" type="pres">
      <dgm:prSet presAssocID="{453FC2F2-A855-48F3-B453-18EF76D7B7B2}" presName="spaceBetweenRectangles" presStyleCnt="0"/>
      <dgm:spPr/>
    </dgm:pt>
    <dgm:pt modelId="{F2445785-F3BB-489C-8008-A5099ABF5B7D}" type="pres">
      <dgm:prSet presAssocID="{3A6A0B76-06C4-45BF-9CD2-A2F5EFC6FD93}" presName="parentLin" presStyleCnt="0"/>
      <dgm:spPr/>
    </dgm:pt>
    <dgm:pt modelId="{745A786F-7D0B-4154-A86A-03F7551DEE19}" type="pres">
      <dgm:prSet presAssocID="{3A6A0B76-06C4-45BF-9CD2-A2F5EFC6FD93}" presName="parentLeftMargin" presStyleLbl="node1" presStyleIdx="2" presStyleCnt="4"/>
      <dgm:spPr/>
    </dgm:pt>
    <dgm:pt modelId="{27EEC70F-612C-4A6B-926A-6703DDB7667C}" type="pres">
      <dgm:prSet presAssocID="{3A6A0B76-06C4-45BF-9CD2-A2F5EFC6FD93}" presName="parentText" presStyleLbl="node1" presStyleIdx="3" presStyleCnt="4">
        <dgm:presLayoutVars>
          <dgm:chMax val="0"/>
          <dgm:bulletEnabled val="1"/>
        </dgm:presLayoutVars>
      </dgm:prSet>
      <dgm:spPr/>
    </dgm:pt>
    <dgm:pt modelId="{D71928D4-7EF2-40C4-9504-0CBEB4C948A5}" type="pres">
      <dgm:prSet presAssocID="{3A6A0B76-06C4-45BF-9CD2-A2F5EFC6FD93}" presName="negativeSpace" presStyleCnt="0"/>
      <dgm:spPr/>
    </dgm:pt>
    <dgm:pt modelId="{507FF0D0-E094-4C77-B43F-03B10A63F62F}" type="pres">
      <dgm:prSet presAssocID="{3A6A0B76-06C4-45BF-9CD2-A2F5EFC6FD93}" presName="childText" presStyleLbl="conFgAcc1" presStyleIdx="3" presStyleCnt="4">
        <dgm:presLayoutVars>
          <dgm:bulletEnabled val="1"/>
        </dgm:presLayoutVars>
      </dgm:prSet>
      <dgm:spPr/>
    </dgm:pt>
  </dgm:ptLst>
  <dgm:cxnLst>
    <dgm:cxn modelId="{ED61AE01-822F-4D20-91C4-4DFB572836A5}" srcId="{3A6A0B76-06C4-45BF-9CD2-A2F5EFC6FD93}" destId="{B622762C-DB4B-43F4-9921-9B4BB93F2B26}" srcOrd="0" destOrd="0" parTransId="{3CBD2C3F-E05B-4F84-9614-E4F59E0A09D1}" sibTransId="{0D115EC8-FA6D-45CD-8DD2-8C542B243C3F}"/>
    <dgm:cxn modelId="{B7930C11-6BB3-4ACD-91A1-3D824C789000}" type="presOf" srcId="{A0FC8F19-1DD1-4182-A2F3-B2042C6EC05F}" destId="{C77A6A4B-5FB5-40C0-80B6-59A8084720E0}" srcOrd="0" destOrd="0" presId="urn:microsoft.com/office/officeart/2005/8/layout/list1"/>
    <dgm:cxn modelId="{181F2720-9AFF-4B11-A7ED-C1C61EE19E60}" type="presOf" srcId="{217B2E99-D124-4788-9038-37CA814CAAD0}" destId="{23F5F9D7-FB1B-4521-97C2-1A524984C568}" srcOrd="1" destOrd="0" presId="urn:microsoft.com/office/officeart/2005/8/layout/list1"/>
    <dgm:cxn modelId="{0A05CB27-2EC0-43D2-ABE3-C348138B06E2}" type="presOf" srcId="{3A6A0B76-06C4-45BF-9CD2-A2F5EFC6FD93}" destId="{745A786F-7D0B-4154-A86A-03F7551DEE19}" srcOrd="0" destOrd="0" presId="urn:microsoft.com/office/officeart/2005/8/layout/list1"/>
    <dgm:cxn modelId="{7A249A28-C373-4D9B-B0F6-70EA4AEC964F}" type="presOf" srcId="{C749020C-A4F7-4ADD-B44D-9123AC685C9A}" destId="{C77A6A4B-5FB5-40C0-80B6-59A8084720E0}" srcOrd="0" destOrd="3" presId="urn:microsoft.com/office/officeart/2005/8/layout/list1"/>
    <dgm:cxn modelId="{D5D9AF2D-A5A8-42D2-9EAE-A2DA4305EECD}" type="presOf" srcId="{B060701D-0257-4B9B-8C4B-3F8546AA8053}" destId="{6846FF2A-FD6C-41A3-9EEB-1C46EC9DBFE9}" srcOrd="0" destOrd="0" presId="urn:microsoft.com/office/officeart/2005/8/layout/list1"/>
    <dgm:cxn modelId="{35E09D2E-AAFD-4E70-BAA2-A31D9F7D081E}" srcId="{38B0AFB5-0C93-4172-A03F-59B71CFD6947}" destId="{3463D1BE-6A76-43E0-A52E-5FD7E8DDE1C9}" srcOrd="1" destOrd="0" parTransId="{E4EAFC79-104E-4C32-A157-86C8343CD36C}" sibTransId="{4B5C12D9-00B5-4DD7-B3B2-850097F13F88}"/>
    <dgm:cxn modelId="{6E194363-4494-4A56-BE96-236A9A52B58A}" srcId="{8E11F8B7-2CDE-407B-AE73-D9248C8D7E05}" destId="{3A6A0B76-06C4-45BF-9CD2-A2F5EFC6FD93}" srcOrd="3" destOrd="0" parTransId="{0EB76C2F-DE85-491A-A99E-04C5557C301C}" sibTransId="{09032497-4A21-40E6-86A6-43BD1C73C241}"/>
    <dgm:cxn modelId="{643ED263-2548-4933-967E-E8FCEF9616B1}" srcId="{217B2E99-D124-4788-9038-37CA814CAAD0}" destId="{A0FC8F19-1DD1-4182-A2F3-B2042C6EC05F}" srcOrd="0" destOrd="0" parTransId="{8A2A4809-CF07-4037-ADBF-5E45C893B888}" sibTransId="{E9869D6B-607E-4FD7-8123-997225395012}"/>
    <dgm:cxn modelId="{70369F67-0F87-4A48-9541-1FC01727B049}" srcId="{217B2E99-D124-4788-9038-37CA814CAAD0}" destId="{C749020C-A4F7-4ADD-B44D-9123AC685C9A}" srcOrd="3" destOrd="0" parTransId="{4618FA50-1499-4751-9965-AC9EC174029F}" sibTransId="{4A5E391D-9FE1-496C-9195-8D86BCEA7C46}"/>
    <dgm:cxn modelId="{996AF44C-F405-4E05-BA00-071A6D28EE12}" type="presOf" srcId="{4A622653-4B6F-440A-893C-78F19BDB3BD1}" destId="{C77A6A4B-5FB5-40C0-80B6-59A8084720E0}" srcOrd="0" destOrd="1" presId="urn:microsoft.com/office/officeart/2005/8/layout/list1"/>
    <dgm:cxn modelId="{6A547170-54E0-4691-8DBC-1E6EAE93B665}" type="presOf" srcId="{283F4FF7-E76A-4276-8748-FDDEA53D9A91}" destId="{507FF0D0-E094-4C77-B43F-03B10A63F62F}" srcOrd="0" destOrd="1" presId="urn:microsoft.com/office/officeart/2005/8/layout/list1"/>
    <dgm:cxn modelId="{49183158-EF78-44FE-B514-5F9D63D621B6}" type="presOf" srcId="{38B0AFB5-0C93-4172-A03F-59B71CFD6947}" destId="{B20FBA17-4A1E-4B52-8FF2-2C63182C02CB}" srcOrd="0" destOrd="0" presId="urn:microsoft.com/office/officeart/2005/8/layout/list1"/>
    <dgm:cxn modelId="{6DF9097E-643A-4635-A020-59A29716B2A4}" type="presOf" srcId="{B622762C-DB4B-43F4-9921-9B4BB93F2B26}" destId="{507FF0D0-E094-4C77-B43F-03B10A63F62F}" srcOrd="0" destOrd="0" presId="urn:microsoft.com/office/officeart/2005/8/layout/list1"/>
    <dgm:cxn modelId="{2A94C198-DFF9-4881-ADE0-2EFC41A30172}" srcId="{B060701D-0257-4B9B-8C4B-3F8546AA8053}" destId="{F5252993-CB05-4BAF-B2D4-A784870F8BBA}" srcOrd="0" destOrd="0" parTransId="{C21515D6-8684-439F-AF71-2426E1B6060E}" sibTransId="{3F2A3FB5-891B-4296-A547-AED89AADBE13}"/>
    <dgm:cxn modelId="{40197F99-ACAA-46DA-AD70-3B78F6F8A2C4}" type="presOf" srcId="{C8A37176-E799-402D-9322-00F58DF28D10}" destId="{04A6243B-4478-4339-AD9A-4C5115938ED4}" srcOrd="0" destOrd="0" presId="urn:microsoft.com/office/officeart/2005/8/layout/list1"/>
    <dgm:cxn modelId="{68DDC9A1-C8AB-43B5-A281-391DC28376E2}" srcId="{8E11F8B7-2CDE-407B-AE73-D9248C8D7E05}" destId="{217B2E99-D124-4788-9038-37CA814CAAD0}" srcOrd="2" destOrd="0" parTransId="{D52E4147-A047-4978-81C5-F869C89AEE06}" sibTransId="{453FC2F2-A855-48F3-B453-18EF76D7B7B2}"/>
    <dgm:cxn modelId="{E78624A5-D599-4478-A0CF-E5A308682BB1}" srcId="{3A6A0B76-06C4-45BF-9CD2-A2F5EFC6FD93}" destId="{283F4FF7-E76A-4276-8748-FDDEA53D9A91}" srcOrd="1" destOrd="0" parTransId="{862B5235-6021-4ED1-8185-504A62DFAED8}" sibTransId="{80FA4F3F-CF0C-4FC3-890D-EB9C82131570}"/>
    <dgm:cxn modelId="{069753A5-93F8-4793-8DC3-BAD03530F109}" srcId="{38B0AFB5-0C93-4172-A03F-59B71CFD6947}" destId="{C8A37176-E799-402D-9322-00F58DF28D10}" srcOrd="0" destOrd="0" parTransId="{251D82D5-179B-4808-AEE6-C8CAE25C3541}" sibTransId="{CCE66DA4-6D31-4B58-832F-E809B1F36E3C}"/>
    <dgm:cxn modelId="{434DA2B3-3F88-4AB7-BF9A-E9F93A539E7C}" type="presOf" srcId="{3A6A0B76-06C4-45BF-9CD2-A2F5EFC6FD93}" destId="{27EEC70F-612C-4A6B-926A-6703DDB7667C}" srcOrd="1" destOrd="0" presId="urn:microsoft.com/office/officeart/2005/8/layout/list1"/>
    <dgm:cxn modelId="{E829AAB4-74BF-43E0-A569-C997E0E93F47}" type="presOf" srcId="{B060701D-0257-4B9B-8C4B-3F8546AA8053}" destId="{42825143-18FC-4AC3-BA46-556AA69E48D7}" srcOrd="1" destOrd="0" presId="urn:microsoft.com/office/officeart/2005/8/layout/list1"/>
    <dgm:cxn modelId="{E79DA5B8-59CA-4A8F-A9BA-79275B2CFCB6}" type="presOf" srcId="{8E11F8B7-2CDE-407B-AE73-D9248C8D7E05}" destId="{2866FFB6-475C-4ADD-8994-C2597B6AF246}" srcOrd="0" destOrd="0" presId="urn:microsoft.com/office/officeart/2005/8/layout/list1"/>
    <dgm:cxn modelId="{AF8AADC6-E1B6-4FB4-B91F-E9B0A9D6093D}" srcId="{217B2E99-D124-4788-9038-37CA814CAAD0}" destId="{8D1921CF-0D5F-434F-9C74-F5B7AFE66BFE}" srcOrd="2" destOrd="0" parTransId="{27D8F7B4-7A3E-4502-9603-8B77DBC5FD3C}" sibTransId="{B22ABDE0-5001-4C4F-A56D-8AAE20341662}"/>
    <dgm:cxn modelId="{62750EC9-041F-41FF-B278-C714280BB5DE}" type="presOf" srcId="{8D1921CF-0D5F-434F-9C74-F5B7AFE66BFE}" destId="{C77A6A4B-5FB5-40C0-80B6-59A8084720E0}" srcOrd="0" destOrd="2" presId="urn:microsoft.com/office/officeart/2005/8/layout/list1"/>
    <dgm:cxn modelId="{ED54B6C9-7333-491F-9914-B02EB60A0B47}" srcId="{8E11F8B7-2CDE-407B-AE73-D9248C8D7E05}" destId="{B060701D-0257-4B9B-8C4B-3F8546AA8053}" srcOrd="0" destOrd="0" parTransId="{E7F2FF7C-2099-43E9-9B67-D6E296CAB90C}" sibTransId="{1F218ECF-6D79-4870-8945-680CE6D3DF94}"/>
    <dgm:cxn modelId="{7968CBD7-F0EC-4CE8-AF24-C53D05AF50A2}" type="presOf" srcId="{38B0AFB5-0C93-4172-A03F-59B71CFD6947}" destId="{55B45C5B-65E3-4A20-AA36-43FF4F2E3B18}" srcOrd="1" destOrd="0" presId="urn:microsoft.com/office/officeart/2005/8/layout/list1"/>
    <dgm:cxn modelId="{7329C2DD-C018-4860-9DDF-1FEFDB64067D}" srcId="{217B2E99-D124-4788-9038-37CA814CAAD0}" destId="{4A622653-4B6F-440A-893C-78F19BDB3BD1}" srcOrd="1" destOrd="0" parTransId="{3209851E-C3B9-4D0B-A71A-CE41DC5186B8}" sibTransId="{0CD2AFE3-6AEC-4A8D-8C48-6A91B3A600C3}"/>
    <dgm:cxn modelId="{EEAEAADE-B704-4DAC-80BF-E75019ACCB31}" type="presOf" srcId="{217B2E99-D124-4788-9038-37CA814CAAD0}" destId="{6885C02C-C5CD-41C5-8A97-147F3B581D64}" srcOrd="0" destOrd="0" presId="urn:microsoft.com/office/officeart/2005/8/layout/list1"/>
    <dgm:cxn modelId="{A8BA49E4-5721-4815-8E76-775C00C0A890}" type="presOf" srcId="{F5252993-CB05-4BAF-B2D4-A784870F8BBA}" destId="{0A983D08-FD27-42D3-8630-EE34A7579BD2}" srcOrd="0" destOrd="0" presId="urn:microsoft.com/office/officeart/2005/8/layout/list1"/>
    <dgm:cxn modelId="{0DEFD2F2-24D7-46C6-A46E-9E315F118945}" srcId="{8E11F8B7-2CDE-407B-AE73-D9248C8D7E05}" destId="{38B0AFB5-0C93-4172-A03F-59B71CFD6947}" srcOrd="1" destOrd="0" parTransId="{9F1E2E4C-D628-425A-B411-74DDEFF9839C}" sibTransId="{DD4CB6F4-40FB-4A1B-85DC-02B6C463378D}"/>
    <dgm:cxn modelId="{5D91DCF4-C26B-4CA8-97A3-CF53061B8FB6}" type="presOf" srcId="{3463D1BE-6A76-43E0-A52E-5FD7E8DDE1C9}" destId="{04A6243B-4478-4339-AD9A-4C5115938ED4}" srcOrd="0" destOrd="1" presId="urn:microsoft.com/office/officeart/2005/8/layout/list1"/>
    <dgm:cxn modelId="{2D9D0033-1A69-4AE4-961F-BF65C841BDEC}" type="presParOf" srcId="{2866FFB6-475C-4ADD-8994-C2597B6AF246}" destId="{F833ED6A-B164-4F9C-A620-D9523E7253E4}" srcOrd="0" destOrd="0" presId="urn:microsoft.com/office/officeart/2005/8/layout/list1"/>
    <dgm:cxn modelId="{B119F8D7-5646-494B-B58C-2EE4E4A854A7}" type="presParOf" srcId="{F833ED6A-B164-4F9C-A620-D9523E7253E4}" destId="{6846FF2A-FD6C-41A3-9EEB-1C46EC9DBFE9}" srcOrd="0" destOrd="0" presId="urn:microsoft.com/office/officeart/2005/8/layout/list1"/>
    <dgm:cxn modelId="{64A4084C-2596-4906-850A-DC5EE650334C}" type="presParOf" srcId="{F833ED6A-B164-4F9C-A620-D9523E7253E4}" destId="{42825143-18FC-4AC3-BA46-556AA69E48D7}" srcOrd="1" destOrd="0" presId="urn:microsoft.com/office/officeart/2005/8/layout/list1"/>
    <dgm:cxn modelId="{B60C3C29-B966-4E17-95B3-42050B3B7501}" type="presParOf" srcId="{2866FFB6-475C-4ADD-8994-C2597B6AF246}" destId="{839831F9-A4A9-44CC-ABD8-6D26C3EC193C}" srcOrd="1" destOrd="0" presId="urn:microsoft.com/office/officeart/2005/8/layout/list1"/>
    <dgm:cxn modelId="{851C3FD0-C613-470F-BBAD-0FE9D9076440}" type="presParOf" srcId="{2866FFB6-475C-4ADD-8994-C2597B6AF246}" destId="{0A983D08-FD27-42D3-8630-EE34A7579BD2}" srcOrd="2" destOrd="0" presId="urn:microsoft.com/office/officeart/2005/8/layout/list1"/>
    <dgm:cxn modelId="{8A60BD62-68AD-42DC-850A-5583B945C459}" type="presParOf" srcId="{2866FFB6-475C-4ADD-8994-C2597B6AF246}" destId="{E02ABC26-9249-4F2C-A11B-D77568C35940}" srcOrd="3" destOrd="0" presId="urn:microsoft.com/office/officeart/2005/8/layout/list1"/>
    <dgm:cxn modelId="{2C12D4AB-EC11-40CE-98E7-AB20079DC332}" type="presParOf" srcId="{2866FFB6-475C-4ADD-8994-C2597B6AF246}" destId="{C5EC735D-BB10-4A33-A023-9C76972B884A}" srcOrd="4" destOrd="0" presId="urn:microsoft.com/office/officeart/2005/8/layout/list1"/>
    <dgm:cxn modelId="{6ACDDAD1-9325-4F2F-847C-2BCE7D64CB5F}" type="presParOf" srcId="{C5EC735D-BB10-4A33-A023-9C76972B884A}" destId="{B20FBA17-4A1E-4B52-8FF2-2C63182C02CB}" srcOrd="0" destOrd="0" presId="urn:microsoft.com/office/officeart/2005/8/layout/list1"/>
    <dgm:cxn modelId="{5C77CB75-767A-4B01-97DD-089215913FF2}" type="presParOf" srcId="{C5EC735D-BB10-4A33-A023-9C76972B884A}" destId="{55B45C5B-65E3-4A20-AA36-43FF4F2E3B18}" srcOrd="1" destOrd="0" presId="urn:microsoft.com/office/officeart/2005/8/layout/list1"/>
    <dgm:cxn modelId="{A00415C7-9199-44F7-8A29-F67AB9DC4F45}" type="presParOf" srcId="{2866FFB6-475C-4ADD-8994-C2597B6AF246}" destId="{A8994121-6E79-4463-8673-EF3D50D4936A}" srcOrd="5" destOrd="0" presId="urn:microsoft.com/office/officeart/2005/8/layout/list1"/>
    <dgm:cxn modelId="{2874AA14-7DBC-4CFA-9527-1E628174850F}" type="presParOf" srcId="{2866FFB6-475C-4ADD-8994-C2597B6AF246}" destId="{04A6243B-4478-4339-AD9A-4C5115938ED4}" srcOrd="6" destOrd="0" presId="urn:microsoft.com/office/officeart/2005/8/layout/list1"/>
    <dgm:cxn modelId="{0CE189B1-1AB8-4F46-A249-0EDBD43096B9}" type="presParOf" srcId="{2866FFB6-475C-4ADD-8994-C2597B6AF246}" destId="{5B0ED935-3056-461B-85CE-5A9E018CC79E}" srcOrd="7" destOrd="0" presId="urn:microsoft.com/office/officeart/2005/8/layout/list1"/>
    <dgm:cxn modelId="{925F6DC8-4908-4E78-B86C-73E1D17759E3}" type="presParOf" srcId="{2866FFB6-475C-4ADD-8994-C2597B6AF246}" destId="{829047A6-DC53-43E2-A427-BDBB9AB249C8}" srcOrd="8" destOrd="0" presId="urn:microsoft.com/office/officeart/2005/8/layout/list1"/>
    <dgm:cxn modelId="{2EF48ACC-0837-4909-B0EA-1556E47CBD09}" type="presParOf" srcId="{829047A6-DC53-43E2-A427-BDBB9AB249C8}" destId="{6885C02C-C5CD-41C5-8A97-147F3B581D64}" srcOrd="0" destOrd="0" presId="urn:microsoft.com/office/officeart/2005/8/layout/list1"/>
    <dgm:cxn modelId="{4C1F0D20-5C82-4D3B-B76C-0B34BFD44373}" type="presParOf" srcId="{829047A6-DC53-43E2-A427-BDBB9AB249C8}" destId="{23F5F9D7-FB1B-4521-97C2-1A524984C568}" srcOrd="1" destOrd="0" presId="urn:microsoft.com/office/officeart/2005/8/layout/list1"/>
    <dgm:cxn modelId="{0284D3EF-24E9-462E-B42C-9E287F2BBFF2}" type="presParOf" srcId="{2866FFB6-475C-4ADD-8994-C2597B6AF246}" destId="{1E1CBCA0-D42C-44E4-B2BC-479E7794C006}" srcOrd="9" destOrd="0" presId="urn:microsoft.com/office/officeart/2005/8/layout/list1"/>
    <dgm:cxn modelId="{6503CA07-D344-4EB2-BCD6-634DF2A8A8A0}" type="presParOf" srcId="{2866FFB6-475C-4ADD-8994-C2597B6AF246}" destId="{C77A6A4B-5FB5-40C0-80B6-59A8084720E0}" srcOrd="10" destOrd="0" presId="urn:microsoft.com/office/officeart/2005/8/layout/list1"/>
    <dgm:cxn modelId="{6A101E4F-40F6-4635-A3C0-2F6FAA53605C}" type="presParOf" srcId="{2866FFB6-475C-4ADD-8994-C2597B6AF246}" destId="{0E3A4E10-3C0C-4173-B772-1C9F3ED5BCE2}" srcOrd="11" destOrd="0" presId="urn:microsoft.com/office/officeart/2005/8/layout/list1"/>
    <dgm:cxn modelId="{46D7B807-8021-4C56-822D-5E30208B990A}" type="presParOf" srcId="{2866FFB6-475C-4ADD-8994-C2597B6AF246}" destId="{F2445785-F3BB-489C-8008-A5099ABF5B7D}" srcOrd="12" destOrd="0" presId="urn:microsoft.com/office/officeart/2005/8/layout/list1"/>
    <dgm:cxn modelId="{CC98D8D1-8E6C-42D2-928F-6F710B3FEF5C}" type="presParOf" srcId="{F2445785-F3BB-489C-8008-A5099ABF5B7D}" destId="{745A786F-7D0B-4154-A86A-03F7551DEE19}" srcOrd="0" destOrd="0" presId="urn:microsoft.com/office/officeart/2005/8/layout/list1"/>
    <dgm:cxn modelId="{BFC87A5B-286E-4E20-A990-CC520B0E94CB}" type="presParOf" srcId="{F2445785-F3BB-489C-8008-A5099ABF5B7D}" destId="{27EEC70F-612C-4A6B-926A-6703DDB7667C}" srcOrd="1" destOrd="0" presId="urn:microsoft.com/office/officeart/2005/8/layout/list1"/>
    <dgm:cxn modelId="{BC97C8C0-0512-4F8F-87B8-F16994657483}" type="presParOf" srcId="{2866FFB6-475C-4ADD-8994-C2597B6AF246}" destId="{D71928D4-7EF2-40C4-9504-0CBEB4C948A5}" srcOrd="13" destOrd="0" presId="urn:microsoft.com/office/officeart/2005/8/layout/list1"/>
    <dgm:cxn modelId="{7D3B0747-5FD8-4D1C-9090-5D5AD8FE0921}" type="presParOf" srcId="{2866FFB6-475C-4ADD-8994-C2597B6AF246}" destId="{507FF0D0-E094-4C77-B43F-03B10A63F62F}"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E9EECA-B324-424F-AE3B-F6915DEE4D57}">
      <dsp:nvSpPr>
        <dsp:cNvPr id="0" name=""/>
        <dsp:cNvSpPr/>
      </dsp:nvSpPr>
      <dsp:spPr>
        <a:xfrm>
          <a:off x="0" y="0"/>
          <a:ext cx="10729520" cy="1387332"/>
        </a:xfrm>
        <a:prstGeom prst="roundRect">
          <a:avLst>
            <a:gd name="adj" fmla="val 10000"/>
          </a:avLst>
        </a:prstGeom>
        <a:solidFill>
          <a:schemeClr val="accent2">
            <a:alpha val="9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Consensual means to resolve disputes</a:t>
          </a:r>
          <a:endParaRPr lang="sr-Latn-ME" sz="1900" kern="1200" dirty="0"/>
        </a:p>
        <a:p>
          <a:pPr marL="114300" lvl="1" indent="-114300" algn="l" defTabSz="666750">
            <a:lnSpc>
              <a:spcPct val="90000"/>
            </a:lnSpc>
            <a:spcBef>
              <a:spcPct val="0"/>
            </a:spcBef>
            <a:spcAft>
              <a:spcPct val="15000"/>
            </a:spcAft>
            <a:buChar char="•"/>
          </a:pPr>
          <a:r>
            <a:rPr lang="en-US" sz="1500" kern="1200" dirty="0"/>
            <a:t>“Arbitration is a matter of contract and a party cannot be required to submit to arbitration any dispute which it has not agreed so to submit.”</a:t>
          </a:r>
          <a:endParaRPr lang="sr-Latn-ME" sz="1500" kern="1200" dirty="0"/>
        </a:p>
        <a:p>
          <a:pPr marL="114300" lvl="1" indent="-114300" algn="l" defTabSz="666750">
            <a:lnSpc>
              <a:spcPct val="90000"/>
            </a:lnSpc>
            <a:spcBef>
              <a:spcPct val="0"/>
            </a:spcBef>
            <a:spcAft>
              <a:spcPct val="15000"/>
            </a:spcAft>
            <a:buChar char="•"/>
          </a:pPr>
          <a:r>
            <a:rPr lang="en-US" sz="1500" kern="1200" dirty="0"/>
            <a:t>No arbitration agreement = no arbitration				 </a:t>
          </a:r>
          <a:endParaRPr lang="sr-Latn-ME" sz="1500" kern="1200" dirty="0"/>
        </a:p>
      </dsp:txBody>
      <dsp:txXfrm>
        <a:off x="2284637" y="0"/>
        <a:ext cx="8444882" cy="1387332"/>
      </dsp:txXfrm>
    </dsp:sp>
    <dsp:sp modelId="{CD483B22-2110-4005-A0D4-D211BDBD061B}">
      <dsp:nvSpPr>
        <dsp:cNvPr id="0" name=""/>
        <dsp:cNvSpPr/>
      </dsp:nvSpPr>
      <dsp:spPr>
        <a:xfrm>
          <a:off x="138733" y="138733"/>
          <a:ext cx="2145904" cy="1109865"/>
        </a:xfrm>
        <a:prstGeom prst="roundRect">
          <a:avLst>
            <a:gd name="adj" fmla="val 1000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40800B6A-036C-4ADA-AF02-BF3BFEA00FCF}">
      <dsp:nvSpPr>
        <dsp:cNvPr id="0" name=""/>
        <dsp:cNvSpPr/>
      </dsp:nvSpPr>
      <dsp:spPr>
        <a:xfrm>
          <a:off x="0" y="1526065"/>
          <a:ext cx="10729520" cy="1387332"/>
        </a:xfrm>
        <a:prstGeom prst="roundRect">
          <a:avLst>
            <a:gd name="adj" fmla="val 10000"/>
          </a:avLst>
        </a:prstGeom>
        <a:solidFill>
          <a:schemeClr val="accent2">
            <a:alpha val="90000"/>
            <a:hueOff val="0"/>
            <a:satOff val="0"/>
            <a:lumOff val="0"/>
            <a:alphaOff val="-13333"/>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Non-governmental decision-maker selected by or for the parties </a:t>
          </a:r>
          <a:endParaRPr lang="sr-Latn-ME" sz="1900" kern="1200" dirty="0"/>
        </a:p>
        <a:p>
          <a:pPr marL="114300" lvl="1" indent="-114300" algn="l" defTabSz="666750">
            <a:lnSpc>
              <a:spcPct val="90000"/>
            </a:lnSpc>
            <a:spcBef>
              <a:spcPct val="0"/>
            </a:spcBef>
            <a:spcAft>
              <a:spcPct val="15000"/>
            </a:spcAft>
            <a:buChar char="•"/>
          </a:pPr>
          <a:r>
            <a:rPr lang="en-US" sz="1500" kern="1200" dirty="0"/>
            <a:t>If governmental decision-maker is selected, then we have a choice of forum (choice of court), not an arbitration agreement</a:t>
          </a:r>
          <a:endParaRPr lang="sr-Latn-ME" sz="1500" kern="1200" dirty="0"/>
        </a:p>
        <a:p>
          <a:pPr marL="114300" lvl="1" indent="-114300" algn="l" defTabSz="666750">
            <a:lnSpc>
              <a:spcPct val="90000"/>
            </a:lnSpc>
            <a:spcBef>
              <a:spcPct val="0"/>
            </a:spcBef>
            <a:spcAft>
              <a:spcPct val="15000"/>
            </a:spcAft>
            <a:buChar char="•"/>
          </a:pPr>
          <a:r>
            <a:rPr lang="en-US" sz="1500" kern="1200" dirty="0"/>
            <a:t>Arbitrators usually selected by the parties (ad-hoc arbitration) or by specialized arbitral institutions on their behalf (institutional arbitration, such as Oslo Chamber of Commerce)</a:t>
          </a:r>
          <a:endParaRPr lang="sr-Latn-ME" sz="1500" kern="1200" dirty="0"/>
        </a:p>
      </dsp:txBody>
      <dsp:txXfrm>
        <a:off x="2284637" y="1526065"/>
        <a:ext cx="8444882" cy="1387332"/>
      </dsp:txXfrm>
    </dsp:sp>
    <dsp:sp modelId="{F083DF05-7C41-40B9-BD17-D2E6C0E1D39B}">
      <dsp:nvSpPr>
        <dsp:cNvPr id="0" name=""/>
        <dsp:cNvSpPr/>
      </dsp:nvSpPr>
      <dsp:spPr>
        <a:xfrm>
          <a:off x="138733" y="1664798"/>
          <a:ext cx="2145904" cy="1109865"/>
        </a:xfrm>
        <a:prstGeom prst="roundRect">
          <a:avLst>
            <a:gd name="adj" fmla="val 10000"/>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1000" r="-1000"/>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D457D9DF-B077-4672-99B2-52ED1DE0ECA1}">
      <dsp:nvSpPr>
        <dsp:cNvPr id="0" name=""/>
        <dsp:cNvSpPr/>
      </dsp:nvSpPr>
      <dsp:spPr>
        <a:xfrm>
          <a:off x="0" y="3052130"/>
          <a:ext cx="10729520" cy="1387332"/>
        </a:xfrm>
        <a:prstGeom prst="roundRect">
          <a:avLst>
            <a:gd name="adj" fmla="val 10000"/>
          </a:avLst>
        </a:prstGeom>
        <a:solidFill>
          <a:schemeClr val="accent2">
            <a:alpha val="90000"/>
            <a:hueOff val="0"/>
            <a:satOff val="0"/>
            <a:lumOff val="0"/>
            <a:alphaOff val="-26667"/>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Final and binding decision – “award”</a:t>
          </a:r>
          <a:endParaRPr lang="sr-Latn-ME" sz="1900" kern="1200" dirty="0"/>
        </a:p>
        <a:p>
          <a:pPr marL="114300" lvl="1" indent="-114300" algn="l" defTabSz="666750">
            <a:lnSpc>
              <a:spcPct val="90000"/>
            </a:lnSpc>
            <a:spcBef>
              <a:spcPct val="0"/>
            </a:spcBef>
            <a:spcAft>
              <a:spcPct val="15000"/>
            </a:spcAft>
            <a:buChar char="•"/>
          </a:pPr>
          <a:r>
            <a:rPr lang="en-US" sz="1500" kern="1200" dirty="0"/>
            <a:t>It does not result in a merely advisory recommendation</a:t>
          </a:r>
          <a:endParaRPr lang="sr-Latn-ME" sz="1500" kern="1200" dirty="0"/>
        </a:p>
        <a:p>
          <a:pPr marL="114300" lvl="1" indent="-114300" algn="l" defTabSz="666750">
            <a:lnSpc>
              <a:spcPct val="90000"/>
            </a:lnSpc>
            <a:spcBef>
              <a:spcPct val="0"/>
            </a:spcBef>
            <a:spcAft>
              <a:spcPct val="15000"/>
            </a:spcAft>
            <a:buChar char="•"/>
          </a:pPr>
          <a:r>
            <a:rPr lang="en-US" sz="1500" kern="1200" dirty="0"/>
            <a:t>Arbitral award can be coercively enforced (New York Convention)</a:t>
          </a:r>
          <a:endParaRPr lang="sr-Latn-ME" sz="1500" kern="1200" dirty="0"/>
        </a:p>
      </dsp:txBody>
      <dsp:txXfrm>
        <a:off x="2284637" y="3052130"/>
        <a:ext cx="8444882" cy="1387332"/>
      </dsp:txXfrm>
    </dsp:sp>
    <dsp:sp modelId="{7971C6C1-F69D-4565-A988-154B99F604D4}">
      <dsp:nvSpPr>
        <dsp:cNvPr id="0" name=""/>
        <dsp:cNvSpPr/>
      </dsp:nvSpPr>
      <dsp:spPr>
        <a:xfrm>
          <a:off x="106823" y="3200408"/>
          <a:ext cx="2145904" cy="1109865"/>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41000" b="-41000"/>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76469FD6-C80F-4AD0-B0CF-DF8B9533751B}">
      <dsp:nvSpPr>
        <dsp:cNvPr id="0" name=""/>
        <dsp:cNvSpPr/>
      </dsp:nvSpPr>
      <dsp:spPr>
        <a:xfrm>
          <a:off x="0" y="4578196"/>
          <a:ext cx="10729520" cy="1387332"/>
        </a:xfrm>
        <a:prstGeom prst="roundRect">
          <a:avLst>
            <a:gd name="adj" fmla="val 10000"/>
          </a:avLst>
        </a:prstGeom>
        <a:solidFill>
          <a:schemeClr val="accent2">
            <a:alpha val="90000"/>
            <a:hueOff val="0"/>
            <a:satOff val="0"/>
            <a:lumOff val="0"/>
            <a:alpha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Adjudicatory procedure</a:t>
          </a:r>
        </a:p>
        <a:p>
          <a:pPr marL="114300" lvl="1" indent="-114300" algn="l" defTabSz="666750">
            <a:lnSpc>
              <a:spcPct val="90000"/>
            </a:lnSpc>
            <a:spcBef>
              <a:spcPct val="0"/>
            </a:spcBef>
            <a:spcAft>
              <a:spcPct val="15000"/>
            </a:spcAft>
            <a:buChar char="•"/>
          </a:pPr>
          <a:r>
            <a:rPr lang="en-US" sz="1500" kern="1200" dirty="0"/>
            <a:t>Impartial procedure allowing each party to present its case</a:t>
          </a:r>
        </a:p>
        <a:p>
          <a:pPr marL="114300" lvl="1" indent="-114300" algn="l" defTabSz="666750">
            <a:lnSpc>
              <a:spcPct val="90000"/>
            </a:lnSpc>
            <a:spcBef>
              <a:spcPct val="0"/>
            </a:spcBef>
            <a:spcAft>
              <a:spcPct val="15000"/>
            </a:spcAft>
            <a:buChar char="•"/>
          </a:pPr>
          <a:endParaRPr lang="sr-Latn-ME" sz="1500" kern="1200" dirty="0"/>
        </a:p>
      </dsp:txBody>
      <dsp:txXfrm>
        <a:off x="2284637" y="4578196"/>
        <a:ext cx="8444882" cy="1387332"/>
      </dsp:txXfrm>
    </dsp:sp>
    <dsp:sp modelId="{B797ED20-FD45-43C0-A432-96549CB9777B}">
      <dsp:nvSpPr>
        <dsp:cNvPr id="0" name=""/>
        <dsp:cNvSpPr/>
      </dsp:nvSpPr>
      <dsp:spPr>
        <a:xfrm>
          <a:off x="138733" y="4716929"/>
          <a:ext cx="2145904" cy="1109865"/>
        </a:xfrm>
        <a:prstGeom prst="roundRect">
          <a:avLst>
            <a:gd name="adj" fmla="val 1000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17000" b="-17000"/>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83D08-FD27-42D3-8630-EE34A7579BD2}">
      <dsp:nvSpPr>
        <dsp:cNvPr id="0" name=""/>
        <dsp:cNvSpPr/>
      </dsp:nvSpPr>
      <dsp:spPr>
        <a:xfrm>
          <a:off x="0" y="307041"/>
          <a:ext cx="10386924" cy="680400"/>
        </a:xfrm>
        <a:prstGeom prst="rect">
          <a:avLst/>
        </a:prstGeom>
        <a:solidFill>
          <a:schemeClr val="lt1">
            <a:alpha val="9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6141" tIns="333248" rIns="80614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Contractual; </a:t>
          </a:r>
          <a:r>
            <a:rPr lang="en-US" sz="1600" i="1" kern="1200" dirty="0"/>
            <a:t>an absolute requirement</a:t>
          </a:r>
          <a:r>
            <a:rPr lang="en-US" sz="1600" kern="1200" dirty="0"/>
            <a:t>	</a:t>
          </a:r>
          <a:endParaRPr lang="sr-Latn-ME" sz="1600" kern="1200" dirty="0"/>
        </a:p>
      </dsp:txBody>
      <dsp:txXfrm>
        <a:off x="0" y="307041"/>
        <a:ext cx="10386924" cy="680400"/>
      </dsp:txXfrm>
    </dsp:sp>
    <dsp:sp modelId="{42825143-18FC-4AC3-BA46-556AA69E48D7}">
      <dsp:nvSpPr>
        <dsp:cNvPr id="0" name=""/>
        <dsp:cNvSpPr/>
      </dsp:nvSpPr>
      <dsp:spPr>
        <a:xfrm>
          <a:off x="519346" y="70881"/>
          <a:ext cx="7270846" cy="472320"/>
        </a:xfrm>
        <a:prstGeom prst="roundRect">
          <a:avLst/>
        </a:prstGeom>
        <a:solidFill>
          <a:schemeClr val="accent2">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4821" tIns="0" rIns="274821" bIns="0" numCol="1" spcCol="1270" anchor="ctr" anchorCtr="0">
          <a:noAutofit/>
        </a:bodyPr>
        <a:lstStyle/>
        <a:p>
          <a:pPr marL="0" lvl="0" indent="0" algn="l" defTabSz="711200">
            <a:lnSpc>
              <a:spcPct val="90000"/>
            </a:lnSpc>
            <a:spcBef>
              <a:spcPct val="0"/>
            </a:spcBef>
            <a:spcAft>
              <a:spcPct val="35000"/>
            </a:spcAft>
            <a:buNone/>
          </a:pPr>
          <a:r>
            <a:rPr lang="en-US" sz="1600" kern="1200" dirty="0"/>
            <a:t>Arbitration agreement</a:t>
          </a:r>
          <a:endParaRPr lang="sr-Latn-ME" sz="1600" kern="1200" dirty="0"/>
        </a:p>
      </dsp:txBody>
      <dsp:txXfrm>
        <a:off x="542403" y="93938"/>
        <a:ext cx="7224732" cy="426206"/>
      </dsp:txXfrm>
    </dsp:sp>
    <dsp:sp modelId="{04A6243B-4478-4339-AD9A-4C5115938ED4}">
      <dsp:nvSpPr>
        <dsp:cNvPr id="0" name=""/>
        <dsp:cNvSpPr/>
      </dsp:nvSpPr>
      <dsp:spPr>
        <a:xfrm>
          <a:off x="0" y="1310001"/>
          <a:ext cx="10386924" cy="1159200"/>
        </a:xfrm>
        <a:prstGeom prst="rect">
          <a:avLst/>
        </a:prstGeom>
        <a:solidFill>
          <a:schemeClr val="lt1">
            <a:alpha val="90000"/>
            <a:hueOff val="0"/>
            <a:satOff val="0"/>
            <a:lumOff val="0"/>
            <a:alphaOff val="0"/>
          </a:schemeClr>
        </a:solidFill>
        <a:ln w="12700" cap="flat" cmpd="sng" algn="ctr">
          <a:solidFill>
            <a:schemeClr val="accent2">
              <a:shade val="50000"/>
              <a:hueOff val="272366"/>
              <a:satOff val="-10241"/>
              <a:lumOff val="227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6141" tIns="333248" rIns="80614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Contractual; extension of the agreement between the parties. Usually used if arbitration is administered by an institution. Regulate procedural questions.</a:t>
          </a:r>
          <a:endParaRPr lang="sr-Latn-ME" sz="1600" kern="1200" dirty="0"/>
        </a:p>
        <a:p>
          <a:pPr marL="171450" lvl="1" indent="-171450" algn="l" defTabSz="711200">
            <a:lnSpc>
              <a:spcPct val="90000"/>
            </a:lnSpc>
            <a:spcBef>
              <a:spcPct val="0"/>
            </a:spcBef>
            <a:spcAft>
              <a:spcPct val="15000"/>
            </a:spcAft>
            <a:buChar char="•"/>
          </a:pPr>
          <a:r>
            <a:rPr lang="en-US" sz="1600" kern="1200" dirty="0"/>
            <a:t>E.g.: ICC Rules, UNCITRAL Rules, LCIA Rules, SCC Rules.. </a:t>
          </a:r>
          <a:endParaRPr lang="sr-Latn-ME" sz="1600" kern="1200" dirty="0"/>
        </a:p>
      </dsp:txBody>
      <dsp:txXfrm>
        <a:off x="0" y="1310001"/>
        <a:ext cx="10386924" cy="1159200"/>
      </dsp:txXfrm>
    </dsp:sp>
    <dsp:sp modelId="{55B45C5B-65E3-4A20-AA36-43FF4F2E3B18}">
      <dsp:nvSpPr>
        <dsp:cNvPr id="0" name=""/>
        <dsp:cNvSpPr/>
      </dsp:nvSpPr>
      <dsp:spPr>
        <a:xfrm>
          <a:off x="519346" y="1073841"/>
          <a:ext cx="7270846" cy="472320"/>
        </a:xfrm>
        <a:prstGeom prst="roundRect">
          <a:avLst/>
        </a:prstGeom>
        <a:solidFill>
          <a:schemeClr val="accent2">
            <a:shade val="50000"/>
            <a:hueOff val="290232"/>
            <a:satOff val="-10886"/>
            <a:lumOff val="2480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4821" tIns="0" rIns="274821" bIns="0" numCol="1" spcCol="1270" anchor="ctr" anchorCtr="0">
          <a:noAutofit/>
        </a:bodyPr>
        <a:lstStyle/>
        <a:p>
          <a:pPr marL="0" lvl="0" indent="0" algn="l" defTabSz="711200">
            <a:lnSpc>
              <a:spcPct val="90000"/>
            </a:lnSpc>
            <a:spcBef>
              <a:spcPct val="0"/>
            </a:spcBef>
            <a:spcAft>
              <a:spcPct val="35000"/>
            </a:spcAft>
            <a:buNone/>
          </a:pPr>
          <a:r>
            <a:rPr lang="en-US" sz="1600" kern="1200" dirty="0"/>
            <a:t>Arbitration rules</a:t>
          </a:r>
          <a:endParaRPr lang="sr-Latn-ME" sz="1600" kern="1200" dirty="0"/>
        </a:p>
      </dsp:txBody>
      <dsp:txXfrm>
        <a:off x="542403" y="1096898"/>
        <a:ext cx="7224732" cy="426206"/>
      </dsp:txXfrm>
    </dsp:sp>
    <dsp:sp modelId="{C77A6A4B-5FB5-40C0-80B6-59A8084720E0}">
      <dsp:nvSpPr>
        <dsp:cNvPr id="0" name=""/>
        <dsp:cNvSpPr/>
      </dsp:nvSpPr>
      <dsp:spPr>
        <a:xfrm>
          <a:off x="0" y="2791761"/>
          <a:ext cx="10386924" cy="1713600"/>
        </a:xfrm>
        <a:prstGeom prst="rect">
          <a:avLst/>
        </a:prstGeom>
        <a:solidFill>
          <a:schemeClr val="lt1">
            <a:alpha val="90000"/>
            <a:hueOff val="0"/>
            <a:satOff val="0"/>
            <a:lumOff val="0"/>
            <a:alphaOff val="0"/>
          </a:schemeClr>
        </a:solidFill>
        <a:ln w="12700" cap="flat" cmpd="sng" algn="ctr">
          <a:solidFill>
            <a:schemeClr val="accent2">
              <a:shade val="50000"/>
              <a:hueOff val="544732"/>
              <a:satOff val="-20481"/>
              <a:lumOff val="4540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6141" tIns="333248" rIns="80614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Legislative; law of the place where arbitration is taking place</a:t>
          </a:r>
          <a:endParaRPr lang="sr-Latn-ME" sz="1600" b="1" kern="1200" dirty="0"/>
        </a:p>
        <a:p>
          <a:pPr marL="171450" lvl="1" indent="-171450" algn="l" defTabSz="711200">
            <a:lnSpc>
              <a:spcPct val="90000"/>
            </a:lnSpc>
            <a:spcBef>
              <a:spcPct val="0"/>
            </a:spcBef>
            <a:spcAft>
              <a:spcPct val="15000"/>
            </a:spcAft>
            <a:buChar char="•"/>
          </a:pPr>
          <a:r>
            <a:rPr lang="en-US" sz="1600" kern="1200" dirty="0" err="1"/>
            <a:t>Eg</a:t>
          </a:r>
          <a:r>
            <a:rPr lang="en-US" sz="1600" kern="1200" dirty="0"/>
            <a:t>: Arbitration in Oslo: Norwegian Arbitration Act applies</a:t>
          </a:r>
          <a:endParaRPr lang="sr-Latn-ME" sz="1600" b="1" kern="1200" dirty="0"/>
        </a:p>
        <a:p>
          <a:pPr marL="171450" lvl="1" indent="-171450" algn="l" defTabSz="711200">
            <a:lnSpc>
              <a:spcPct val="90000"/>
            </a:lnSpc>
            <a:spcBef>
              <a:spcPct val="0"/>
            </a:spcBef>
            <a:spcAft>
              <a:spcPct val="15000"/>
            </a:spcAft>
            <a:buChar char="•"/>
          </a:pPr>
          <a:r>
            <a:rPr lang="en-US" sz="1600" kern="1200" dirty="0"/>
            <a:t>Typically only a few mandatory rules that the parties cannot deviate from, such as principle of fair hearing; lots of default rules on procedure</a:t>
          </a:r>
          <a:endParaRPr lang="sr-Latn-ME" sz="1600" b="1" kern="1200" dirty="0"/>
        </a:p>
        <a:p>
          <a:pPr marL="171450" lvl="1" indent="-171450" algn="l" defTabSz="711200">
            <a:lnSpc>
              <a:spcPct val="90000"/>
            </a:lnSpc>
            <a:spcBef>
              <a:spcPct val="0"/>
            </a:spcBef>
            <a:spcAft>
              <a:spcPct val="15000"/>
            </a:spcAft>
            <a:buChar char="•"/>
          </a:pPr>
          <a:r>
            <a:rPr lang="en-US" sz="1600" b="0" kern="1200" dirty="0"/>
            <a:t>Defines relationship between courts and arbitral tribunals/awards</a:t>
          </a:r>
          <a:endParaRPr lang="sr-Latn-ME" sz="1600" b="0" kern="1200" dirty="0"/>
        </a:p>
      </dsp:txBody>
      <dsp:txXfrm>
        <a:off x="0" y="2791761"/>
        <a:ext cx="10386924" cy="1713600"/>
      </dsp:txXfrm>
    </dsp:sp>
    <dsp:sp modelId="{23F5F9D7-FB1B-4521-97C2-1A524984C568}">
      <dsp:nvSpPr>
        <dsp:cNvPr id="0" name=""/>
        <dsp:cNvSpPr/>
      </dsp:nvSpPr>
      <dsp:spPr>
        <a:xfrm>
          <a:off x="519346" y="2555601"/>
          <a:ext cx="7270846" cy="472320"/>
        </a:xfrm>
        <a:prstGeom prst="roundRect">
          <a:avLst/>
        </a:prstGeom>
        <a:solidFill>
          <a:schemeClr val="accent2">
            <a:shade val="50000"/>
            <a:hueOff val="580464"/>
            <a:satOff val="-21771"/>
            <a:lumOff val="4961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4821" tIns="0" rIns="274821" bIns="0" numCol="1" spcCol="1270" anchor="ctr" anchorCtr="0">
          <a:noAutofit/>
        </a:bodyPr>
        <a:lstStyle/>
        <a:p>
          <a:pPr marL="0" lvl="0" indent="0" algn="l" defTabSz="711200">
            <a:lnSpc>
              <a:spcPct val="90000"/>
            </a:lnSpc>
            <a:spcBef>
              <a:spcPct val="0"/>
            </a:spcBef>
            <a:spcAft>
              <a:spcPct val="35000"/>
            </a:spcAft>
            <a:buNone/>
          </a:pPr>
          <a:r>
            <a:rPr lang="en-US" sz="1600" kern="1200" dirty="0"/>
            <a:t>National arbitration legislation (</a:t>
          </a:r>
          <a:r>
            <a:rPr lang="en-US" sz="1600" kern="1200" dirty="0" err="1"/>
            <a:t>lex</a:t>
          </a:r>
          <a:r>
            <a:rPr lang="en-US" sz="1600" kern="1200" dirty="0"/>
            <a:t> </a:t>
          </a:r>
          <a:r>
            <a:rPr lang="en-US" sz="1600" kern="1200" dirty="0" err="1"/>
            <a:t>arbitri</a:t>
          </a:r>
          <a:r>
            <a:rPr lang="en-US" sz="1600" kern="1200" dirty="0"/>
            <a:t>)</a:t>
          </a:r>
          <a:endParaRPr lang="sr-Latn-ME" sz="1600" kern="1200" dirty="0"/>
        </a:p>
      </dsp:txBody>
      <dsp:txXfrm>
        <a:off x="542403" y="2578658"/>
        <a:ext cx="7224732" cy="426206"/>
      </dsp:txXfrm>
    </dsp:sp>
    <dsp:sp modelId="{507FF0D0-E094-4C77-B43F-03B10A63F62F}">
      <dsp:nvSpPr>
        <dsp:cNvPr id="0" name=""/>
        <dsp:cNvSpPr/>
      </dsp:nvSpPr>
      <dsp:spPr>
        <a:xfrm>
          <a:off x="0" y="4827921"/>
          <a:ext cx="10386924" cy="1159200"/>
        </a:xfrm>
        <a:prstGeom prst="rect">
          <a:avLst/>
        </a:prstGeom>
        <a:solidFill>
          <a:schemeClr val="lt1">
            <a:alpha val="90000"/>
            <a:hueOff val="0"/>
            <a:satOff val="0"/>
            <a:lumOff val="0"/>
            <a:alphaOff val="0"/>
          </a:schemeClr>
        </a:solidFill>
        <a:ln w="12700" cap="flat" cmpd="sng" algn="ctr">
          <a:solidFill>
            <a:schemeClr val="accent2">
              <a:shade val="50000"/>
              <a:hueOff val="272366"/>
              <a:satOff val="-10241"/>
              <a:lumOff val="227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6141" tIns="333248" rIns="80614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Legislative; New York Convention is the most important instrument; regulates recognition and enforcement of foreign arbitral awards</a:t>
          </a:r>
          <a:endParaRPr lang="sr-Latn-ME" sz="1600" kern="1200" dirty="0"/>
        </a:p>
        <a:p>
          <a:pPr marL="171450" lvl="1" indent="-171450" algn="l" defTabSz="711200">
            <a:lnSpc>
              <a:spcPct val="90000"/>
            </a:lnSpc>
            <a:spcBef>
              <a:spcPct val="0"/>
            </a:spcBef>
            <a:spcAft>
              <a:spcPct val="15000"/>
            </a:spcAft>
            <a:buChar char="•"/>
          </a:pPr>
          <a:r>
            <a:rPr lang="en-US" sz="1600" kern="1200" dirty="0"/>
            <a:t>Courts </a:t>
          </a:r>
          <a:r>
            <a:rPr lang="en-US" sz="1600" b="1" kern="1200" dirty="0"/>
            <a:t>must</a:t>
          </a:r>
          <a:r>
            <a:rPr lang="en-US" sz="1600" b="0" kern="1200" dirty="0"/>
            <a:t> enforce foreign arbitral awards under NYC unless very narrow set of criteria is met</a:t>
          </a:r>
          <a:endParaRPr lang="sr-Latn-ME" sz="1600" kern="1200" dirty="0"/>
        </a:p>
      </dsp:txBody>
      <dsp:txXfrm>
        <a:off x="0" y="4827921"/>
        <a:ext cx="10386924" cy="1159200"/>
      </dsp:txXfrm>
    </dsp:sp>
    <dsp:sp modelId="{27EEC70F-612C-4A6B-926A-6703DDB7667C}">
      <dsp:nvSpPr>
        <dsp:cNvPr id="0" name=""/>
        <dsp:cNvSpPr/>
      </dsp:nvSpPr>
      <dsp:spPr>
        <a:xfrm>
          <a:off x="519346" y="4591761"/>
          <a:ext cx="7270846" cy="472320"/>
        </a:xfrm>
        <a:prstGeom prst="roundRect">
          <a:avLst/>
        </a:prstGeom>
        <a:solidFill>
          <a:schemeClr val="accent2">
            <a:shade val="50000"/>
            <a:hueOff val="290232"/>
            <a:satOff val="-10886"/>
            <a:lumOff val="2480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4821" tIns="0" rIns="274821" bIns="0" numCol="1" spcCol="1270" anchor="ctr" anchorCtr="0">
          <a:noAutofit/>
        </a:bodyPr>
        <a:lstStyle/>
        <a:p>
          <a:pPr marL="0" lvl="0" indent="0" algn="l" defTabSz="711200">
            <a:lnSpc>
              <a:spcPct val="90000"/>
            </a:lnSpc>
            <a:spcBef>
              <a:spcPct val="0"/>
            </a:spcBef>
            <a:spcAft>
              <a:spcPct val="35000"/>
            </a:spcAft>
            <a:buNone/>
          </a:pPr>
          <a:r>
            <a:rPr lang="en-US" sz="1600" kern="1200" dirty="0"/>
            <a:t>International conventions</a:t>
          </a:r>
          <a:endParaRPr lang="sr-Latn-ME" sz="1600" kern="1200" dirty="0"/>
        </a:p>
      </dsp:txBody>
      <dsp:txXfrm>
        <a:off x="542403" y="4614818"/>
        <a:ext cx="7224732"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2F7F0081-A9B3-4535-B513-078247E21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a:extLst>
              <a:ext uri="{FF2B5EF4-FFF2-40B4-BE49-F238E27FC236}">
                <a16:creationId xmlns:a16="http://schemas.microsoft.com/office/drawing/2014/main" id="{3DAA706C-6D4F-4472-8F24-6984F6EE08D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B475CD-C60F-4097-A3D3-9509919E9BA6}" type="datetimeFigureOut">
              <a:rPr lang="nb-NO" smtClean="0"/>
              <a:t>10.03.2020</a:t>
            </a:fld>
            <a:endParaRPr lang="nb-NO"/>
          </a:p>
        </p:txBody>
      </p:sp>
      <p:sp>
        <p:nvSpPr>
          <p:cNvPr id="4" name="Plassholder for lysbilde 3">
            <a:extLst>
              <a:ext uri="{FF2B5EF4-FFF2-40B4-BE49-F238E27FC236}">
                <a16:creationId xmlns:a16="http://schemas.microsoft.com/office/drawing/2014/main" id="{93DE8450-1FCF-43C8-A5D2-84D68741C6D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a:extLst>
              <a:ext uri="{FF2B5EF4-FFF2-40B4-BE49-F238E27FC236}">
                <a16:creationId xmlns:a16="http://schemas.microsoft.com/office/drawing/2014/main" id="{CEE9AB8C-9182-49AA-BE1E-B1D23BED289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a:extLst>
              <a:ext uri="{FF2B5EF4-FFF2-40B4-BE49-F238E27FC236}">
                <a16:creationId xmlns:a16="http://schemas.microsoft.com/office/drawing/2014/main" id="{24557CEC-17A1-4EA1-BB8F-43269AB196D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a:extLst>
              <a:ext uri="{FF2B5EF4-FFF2-40B4-BE49-F238E27FC236}">
                <a16:creationId xmlns:a16="http://schemas.microsoft.com/office/drawing/2014/main" id="{BB57E1C2-1E1B-4C2A-9F83-6A4237264AFD}"/>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7FAB6-014A-4D5D-996C-3AA26FE08398}" type="slidenum">
              <a:rPr lang="nb-NO" smtClean="0"/>
              <a:t>‹#›</a:t>
            </a:fld>
            <a:endParaRPr lang="nb-N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46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grpSp>
        <p:nvGrpSpPr>
          <p:cNvPr id="6" name="Group 5"/>
          <p:cNvGrpSpPr/>
          <p:nvPr userDrawn="1"/>
        </p:nvGrpSpPr>
        <p:grpSpPr>
          <a:xfrm>
            <a:off x="347419" y="6409324"/>
            <a:ext cx="224082" cy="221156"/>
            <a:chOff x="4328868" y="5502988"/>
            <a:chExt cx="500307" cy="493774"/>
          </a:xfrm>
        </p:grpSpPr>
        <p:sp>
          <p:nvSpPr>
            <p:cNvPr id="8" name="Freeform 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0" name="Group 9"/>
          <p:cNvGrpSpPr/>
          <p:nvPr userDrawn="1"/>
        </p:nvGrpSpPr>
        <p:grpSpPr>
          <a:xfrm flipH="1">
            <a:off x="933709" y="6409324"/>
            <a:ext cx="224082" cy="221156"/>
            <a:chOff x="4328868" y="5502988"/>
            <a:chExt cx="500307" cy="493774"/>
          </a:xfrm>
        </p:grpSpPr>
        <p:sp>
          <p:nvSpPr>
            <p:cNvPr id="11" name="Freeform 1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2" name="Freeform 1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4" name="Straight Connector 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46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Tree>
    <p:extLst>
      <p:ext uri="{BB962C8B-B14F-4D97-AF65-F5344CB8AC3E}">
        <p14:creationId xmlns:p14="http://schemas.microsoft.com/office/powerpoint/2010/main" val="2705902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Rectangle 7"/>
          <p:cNvSpPr/>
          <p:nvPr userDrawn="1"/>
        </p:nvSpPr>
        <p:spPr>
          <a:xfrm>
            <a:off x="0" y="-1"/>
            <a:ext cx="12192000" cy="4152123"/>
          </a:xfrm>
          <a:prstGeom prst="rect">
            <a:avLst/>
          </a:prstGeom>
          <a:pattFill prst="pct5">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6" name="Picture Placeholder 3"/>
          <p:cNvSpPr>
            <a:spLocks noGrp="1"/>
          </p:cNvSpPr>
          <p:nvPr>
            <p:ph type="pic" sz="quarter" idx="10"/>
          </p:nvPr>
        </p:nvSpPr>
        <p:spPr>
          <a:xfrm>
            <a:off x="5265737" y="921256"/>
            <a:ext cx="1660525" cy="1658937"/>
          </a:xfrm>
          <a:prstGeom prst="ellipse">
            <a:avLst/>
          </a:prstGeom>
        </p:spPr>
        <p:txBody>
          <a:bodyPr>
            <a:normAutofit/>
          </a:bodyPr>
          <a:lstStyle>
            <a:lvl1pPr>
              <a:defRPr sz="1600">
                <a:solidFill>
                  <a:schemeClr val="accent2"/>
                </a:solidFill>
              </a:defRPr>
            </a:lvl1pPr>
          </a:lstStyle>
          <a:p>
            <a:endParaRPr lang="id-ID" dirty="0"/>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84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8" name="Picture Placeholder 3"/>
          <p:cNvSpPr>
            <a:spLocks noGrp="1"/>
          </p:cNvSpPr>
          <p:nvPr>
            <p:ph type="pic" sz="quarter" idx="11"/>
          </p:nvPr>
        </p:nvSpPr>
        <p:spPr>
          <a:xfrm>
            <a:off x="8116673" y="1993246"/>
            <a:ext cx="4059266" cy="2635316"/>
          </a:xfrm>
        </p:spPr>
        <p:txBody>
          <a:bodyPr>
            <a:normAutofit/>
          </a:bodyPr>
          <a:lstStyle>
            <a:lvl1pPr>
              <a:defRPr sz="1600">
                <a:solidFill>
                  <a:schemeClr val="accent2"/>
                </a:solidFill>
              </a:defRPr>
            </a:lvl1pPr>
          </a:lstStyle>
          <a:p>
            <a:endParaRPr lang="id-ID"/>
          </a:p>
        </p:txBody>
      </p:sp>
      <p:sp>
        <p:nvSpPr>
          <p:cNvPr id="11" name="Picture Placeholder 3"/>
          <p:cNvSpPr>
            <a:spLocks noGrp="1"/>
          </p:cNvSpPr>
          <p:nvPr>
            <p:ph type="pic" sz="quarter" idx="12"/>
          </p:nvPr>
        </p:nvSpPr>
        <p:spPr>
          <a:xfrm>
            <a:off x="0" y="1993246"/>
            <a:ext cx="4058337" cy="2635316"/>
          </a:xfrm>
        </p:spPr>
        <p:txBody>
          <a:bodyPr>
            <a:normAutofit/>
          </a:bodyPr>
          <a:lstStyle>
            <a:lvl1pPr>
              <a:defRPr sz="1600">
                <a:solidFill>
                  <a:schemeClr val="accent2"/>
                </a:solidFill>
              </a:defRPr>
            </a:lvl1pPr>
          </a:lstStyle>
          <a:p>
            <a:endParaRPr lang="id-ID"/>
          </a:p>
        </p:txBody>
      </p:sp>
      <p:grpSp>
        <p:nvGrpSpPr>
          <p:cNvPr id="17" name="Group 16"/>
          <p:cNvGrpSpPr/>
          <p:nvPr userDrawn="1"/>
        </p:nvGrpSpPr>
        <p:grpSpPr>
          <a:xfrm>
            <a:off x="347419" y="6409324"/>
            <a:ext cx="224082" cy="221156"/>
            <a:chOff x="4328868" y="5502988"/>
            <a:chExt cx="500307" cy="493774"/>
          </a:xfrm>
        </p:grpSpPr>
        <p:sp>
          <p:nvSpPr>
            <p:cNvPr id="18" name="Freeform 1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0" name="Group 19"/>
          <p:cNvGrpSpPr/>
          <p:nvPr userDrawn="1"/>
        </p:nvGrpSpPr>
        <p:grpSpPr>
          <a:xfrm flipH="1">
            <a:off x="933709" y="6409324"/>
            <a:ext cx="224082" cy="221156"/>
            <a:chOff x="4328868" y="5502988"/>
            <a:chExt cx="500307" cy="493774"/>
          </a:xfrm>
        </p:grpSpPr>
        <p:sp>
          <p:nvSpPr>
            <p:cNvPr id="21" name="Freeform 2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2" name="Freeform 2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3" name="Straight Connector 2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62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11" name="Picture Placeholder 3"/>
          <p:cNvSpPr>
            <a:spLocks noGrp="1"/>
          </p:cNvSpPr>
          <p:nvPr>
            <p:ph type="pic" sz="quarter" idx="12"/>
          </p:nvPr>
        </p:nvSpPr>
        <p:spPr>
          <a:xfrm>
            <a:off x="0" y="1993246"/>
            <a:ext cx="12192000" cy="2635316"/>
          </a:xfrm>
        </p:spPr>
        <p:txBody>
          <a:bodyPr>
            <a:normAutofit/>
          </a:bodyPr>
          <a:lstStyle>
            <a:lvl1pPr>
              <a:defRPr sz="1600">
                <a:solidFill>
                  <a:schemeClr val="accent2"/>
                </a:solidFill>
              </a:defRPr>
            </a:lvl1pPr>
          </a:lstStyle>
          <a:p>
            <a:endParaRPr lang="id-ID"/>
          </a:p>
        </p:txBody>
      </p:sp>
      <p:grpSp>
        <p:nvGrpSpPr>
          <p:cNvPr id="15" name="Group 14"/>
          <p:cNvGrpSpPr/>
          <p:nvPr userDrawn="1"/>
        </p:nvGrpSpPr>
        <p:grpSpPr>
          <a:xfrm>
            <a:off x="347419" y="6409324"/>
            <a:ext cx="224082" cy="221156"/>
            <a:chOff x="4328868" y="5502988"/>
            <a:chExt cx="500307" cy="493774"/>
          </a:xfrm>
        </p:grpSpPr>
        <p:sp>
          <p:nvSpPr>
            <p:cNvPr id="16" name="Freeform 1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7" name="Freeform 1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8" name="Group 17"/>
          <p:cNvGrpSpPr/>
          <p:nvPr userDrawn="1"/>
        </p:nvGrpSpPr>
        <p:grpSpPr>
          <a:xfrm flipH="1">
            <a:off x="933709" y="6409324"/>
            <a:ext cx="224082" cy="221156"/>
            <a:chOff x="4328868" y="5502988"/>
            <a:chExt cx="500307" cy="493774"/>
          </a:xfrm>
        </p:grpSpPr>
        <p:sp>
          <p:nvSpPr>
            <p:cNvPr id="19" name="Freeform 1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0" name="Freeform 1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1" name="Straight Connector 2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859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0" y="0"/>
            <a:ext cx="2034000" cy="2286000"/>
          </a:xfrm>
        </p:spPr>
        <p:txBody>
          <a:bodyPr/>
          <a:lstStyle>
            <a:lvl1pPr>
              <a:defRPr sz="1800">
                <a:solidFill>
                  <a:schemeClr val="accent2"/>
                </a:solidFill>
              </a:defRPr>
            </a:lvl1pPr>
          </a:lstStyle>
          <a:p>
            <a:endParaRPr lang="id-ID"/>
          </a:p>
        </p:txBody>
      </p:sp>
      <p:sp>
        <p:nvSpPr>
          <p:cNvPr id="8" name="Picture Placeholder 3"/>
          <p:cNvSpPr>
            <a:spLocks noGrp="1"/>
          </p:cNvSpPr>
          <p:nvPr>
            <p:ph type="pic" sz="quarter" idx="11"/>
          </p:nvPr>
        </p:nvSpPr>
        <p:spPr>
          <a:xfrm>
            <a:off x="0" y="2286000"/>
            <a:ext cx="2034000" cy="2286000"/>
          </a:xfrm>
        </p:spPr>
        <p:txBody>
          <a:bodyPr/>
          <a:lstStyle>
            <a:lvl1pPr>
              <a:defRPr sz="1800">
                <a:solidFill>
                  <a:schemeClr val="accent2"/>
                </a:solidFill>
              </a:defRPr>
            </a:lvl1pPr>
          </a:lstStyle>
          <a:p>
            <a:endParaRPr lang="id-ID"/>
          </a:p>
        </p:txBody>
      </p:sp>
      <p:sp>
        <p:nvSpPr>
          <p:cNvPr id="9" name="Picture Placeholder 3"/>
          <p:cNvSpPr>
            <a:spLocks noGrp="1"/>
          </p:cNvSpPr>
          <p:nvPr>
            <p:ph type="pic" sz="quarter" idx="12"/>
          </p:nvPr>
        </p:nvSpPr>
        <p:spPr>
          <a:xfrm>
            <a:off x="0" y="4572000"/>
            <a:ext cx="2034000" cy="2286000"/>
          </a:xfrm>
        </p:spPr>
        <p:txBody>
          <a:bodyPr/>
          <a:lstStyle>
            <a:lvl1pPr>
              <a:defRPr sz="1800">
                <a:solidFill>
                  <a:schemeClr val="accent2"/>
                </a:solidFill>
              </a:defRPr>
            </a:lvl1pPr>
          </a:lstStyle>
          <a:p>
            <a:endParaRPr lang="id-ID"/>
          </a:p>
        </p:txBody>
      </p:sp>
      <p:sp>
        <p:nvSpPr>
          <p:cNvPr id="10" name="Picture Placeholder 3"/>
          <p:cNvSpPr>
            <a:spLocks noGrp="1"/>
          </p:cNvSpPr>
          <p:nvPr>
            <p:ph type="pic" sz="quarter" idx="13"/>
          </p:nvPr>
        </p:nvSpPr>
        <p:spPr>
          <a:xfrm>
            <a:off x="2037319" y="0"/>
            <a:ext cx="2034000" cy="2286000"/>
          </a:xfrm>
        </p:spPr>
        <p:txBody>
          <a:bodyPr/>
          <a:lstStyle>
            <a:lvl1pPr>
              <a:defRPr sz="1800">
                <a:solidFill>
                  <a:schemeClr val="accent2"/>
                </a:solidFill>
              </a:defRPr>
            </a:lvl1pPr>
          </a:lstStyle>
          <a:p>
            <a:endParaRPr lang="id-ID"/>
          </a:p>
        </p:txBody>
      </p:sp>
      <p:sp>
        <p:nvSpPr>
          <p:cNvPr id="12" name="Picture Placeholder 3"/>
          <p:cNvSpPr>
            <a:spLocks noGrp="1"/>
          </p:cNvSpPr>
          <p:nvPr>
            <p:ph type="pic" sz="quarter" idx="14"/>
          </p:nvPr>
        </p:nvSpPr>
        <p:spPr>
          <a:xfrm>
            <a:off x="2037319" y="2286000"/>
            <a:ext cx="2034000" cy="2286000"/>
          </a:xfrm>
        </p:spPr>
        <p:txBody>
          <a:bodyPr/>
          <a:lstStyle>
            <a:lvl1pPr>
              <a:defRPr sz="1800">
                <a:solidFill>
                  <a:schemeClr val="accent2"/>
                </a:solidFill>
              </a:defRPr>
            </a:lvl1pPr>
          </a:lstStyle>
          <a:p>
            <a:endParaRPr lang="id-ID"/>
          </a:p>
        </p:txBody>
      </p:sp>
      <p:sp>
        <p:nvSpPr>
          <p:cNvPr id="13" name="Picture Placeholder 3"/>
          <p:cNvSpPr>
            <a:spLocks noGrp="1"/>
          </p:cNvSpPr>
          <p:nvPr>
            <p:ph type="pic" sz="quarter" idx="15"/>
          </p:nvPr>
        </p:nvSpPr>
        <p:spPr>
          <a:xfrm>
            <a:off x="2037319" y="4572000"/>
            <a:ext cx="2034000" cy="2286000"/>
          </a:xfrm>
        </p:spPr>
        <p:txBody>
          <a:bodyPr/>
          <a:lstStyle>
            <a:lvl1pPr>
              <a:defRPr sz="1800">
                <a:solidFill>
                  <a:schemeClr val="accent2"/>
                </a:solidFill>
              </a:defRPr>
            </a:lvl1pPr>
          </a:lstStyle>
          <a:p>
            <a:endParaRPr lang="id-ID"/>
          </a:p>
        </p:txBody>
      </p:sp>
      <p:sp>
        <p:nvSpPr>
          <p:cNvPr id="14" name="Picture Placeholder 3"/>
          <p:cNvSpPr>
            <a:spLocks noGrp="1"/>
          </p:cNvSpPr>
          <p:nvPr>
            <p:ph type="pic" sz="quarter" idx="16"/>
          </p:nvPr>
        </p:nvSpPr>
        <p:spPr>
          <a:xfrm>
            <a:off x="4071319" y="0"/>
            <a:ext cx="2034000" cy="2286000"/>
          </a:xfrm>
        </p:spPr>
        <p:txBody>
          <a:bodyPr/>
          <a:lstStyle>
            <a:lvl1pPr>
              <a:defRPr sz="1800">
                <a:solidFill>
                  <a:schemeClr val="accent2"/>
                </a:solidFill>
              </a:defRPr>
            </a:lvl1pPr>
          </a:lstStyle>
          <a:p>
            <a:endParaRPr lang="id-ID"/>
          </a:p>
        </p:txBody>
      </p:sp>
      <p:sp>
        <p:nvSpPr>
          <p:cNvPr id="15" name="Picture Placeholder 3"/>
          <p:cNvSpPr>
            <a:spLocks noGrp="1"/>
          </p:cNvSpPr>
          <p:nvPr>
            <p:ph type="pic" sz="quarter" idx="17"/>
          </p:nvPr>
        </p:nvSpPr>
        <p:spPr>
          <a:xfrm>
            <a:off x="4071319" y="2286000"/>
            <a:ext cx="2034000" cy="2286000"/>
          </a:xfrm>
        </p:spPr>
        <p:txBody>
          <a:bodyPr/>
          <a:lstStyle>
            <a:lvl1pPr>
              <a:defRPr sz="1800">
                <a:solidFill>
                  <a:schemeClr val="accent2"/>
                </a:solidFill>
              </a:defRPr>
            </a:lvl1pPr>
          </a:lstStyle>
          <a:p>
            <a:endParaRPr lang="id-ID"/>
          </a:p>
        </p:txBody>
      </p:sp>
      <p:sp>
        <p:nvSpPr>
          <p:cNvPr id="16" name="Picture Placeholder 3"/>
          <p:cNvSpPr>
            <a:spLocks noGrp="1"/>
          </p:cNvSpPr>
          <p:nvPr>
            <p:ph type="pic" sz="quarter" idx="18"/>
          </p:nvPr>
        </p:nvSpPr>
        <p:spPr>
          <a:xfrm>
            <a:off x="4071319" y="4572000"/>
            <a:ext cx="2034000" cy="2286000"/>
          </a:xfrm>
        </p:spPr>
        <p:txBody>
          <a:bodyPr/>
          <a:lstStyle>
            <a:lvl1pPr>
              <a:defRPr sz="1800">
                <a:solidFill>
                  <a:schemeClr val="accent2"/>
                </a:solidFill>
              </a:defRPr>
            </a:lvl1pPr>
          </a:lstStyle>
          <a:p>
            <a:endParaRPr lang="id-ID"/>
          </a:p>
        </p:txBody>
      </p:sp>
      <p:sp>
        <p:nvSpPr>
          <p:cNvPr id="17" name="Picture Placeholder 3"/>
          <p:cNvSpPr>
            <a:spLocks noGrp="1"/>
          </p:cNvSpPr>
          <p:nvPr>
            <p:ph type="pic" sz="quarter" idx="19"/>
          </p:nvPr>
        </p:nvSpPr>
        <p:spPr>
          <a:xfrm>
            <a:off x="6108638" y="0"/>
            <a:ext cx="2034000" cy="2286000"/>
          </a:xfrm>
        </p:spPr>
        <p:txBody>
          <a:bodyPr/>
          <a:lstStyle>
            <a:lvl1pPr>
              <a:defRPr sz="1800">
                <a:solidFill>
                  <a:schemeClr val="accent2"/>
                </a:solidFill>
              </a:defRPr>
            </a:lvl1pPr>
          </a:lstStyle>
          <a:p>
            <a:endParaRPr lang="id-ID"/>
          </a:p>
        </p:txBody>
      </p:sp>
      <p:sp>
        <p:nvSpPr>
          <p:cNvPr id="18" name="Picture Placeholder 3"/>
          <p:cNvSpPr>
            <a:spLocks noGrp="1"/>
          </p:cNvSpPr>
          <p:nvPr>
            <p:ph type="pic" sz="quarter" idx="20"/>
          </p:nvPr>
        </p:nvSpPr>
        <p:spPr>
          <a:xfrm>
            <a:off x="6108638" y="2286000"/>
            <a:ext cx="2034000" cy="2286000"/>
          </a:xfrm>
        </p:spPr>
        <p:txBody>
          <a:bodyPr/>
          <a:lstStyle>
            <a:lvl1pPr>
              <a:defRPr sz="1800">
                <a:solidFill>
                  <a:schemeClr val="accent2"/>
                </a:solidFill>
              </a:defRPr>
            </a:lvl1pPr>
          </a:lstStyle>
          <a:p>
            <a:endParaRPr lang="id-ID"/>
          </a:p>
        </p:txBody>
      </p:sp>
      <p:sp>
        <p:nvSpPr>
          <p:cNvPr id="19" name="Picture Placeholder 3"/>
          <p:cNvSpPr>
            <a:spLocks noGrp="1"/>
          </p:cNvSpPr>
          <p:nvPr>
            <p:ph type="pic" sz="quarter" idx="21"/>
          </p:nvPr>
        </p:nvSpPr>
        <p:spPr>
          <a:xfrm>
            <a:off x="6108638" y="4572000"/>
            <a:ext cx="2034000" cy="2286000"/>
          </a:xfrm>
        </p:spPr>
        <p:txBody>
          <a:bodyPr/>
          <a:lstStyle>
            <a:lvl1pPr>
              <a:defRPr sz="1800">
                <a:solidFill>
                  <a:schemeClr val="accent2"/>
                </a:solidFill>
              </a:defRPr>
            </a:lvl1pPr>
          </a:lstStyle>
          <a:p>
            <a:endParaRPr lang="id-ID"/>
          </a:p>
        </p:txBody>
      </p:sp>
      <p:sp>
        <p:nvSpPr>
          <p:cNvPr id="20" name="Picture Placeholder 3"/>
          <p:cNvSpPr>
            <a:spLocks noGrp="1"/>
          </p:cNvSpPr>
          <p:nvPr>
            <p:ph type="pic" sz="quarter" idx="22"/>
          </p:nvPr>
        </p:nvSpPr>
        <p:spPr>
          <a:xfrm>
            <a:off x="8139319" y="0"/>
            <a:ext cx="2034000" cy="2286000"/>
          </a:xfrm>
        </p:spPr>
        <p:txBody>
          <a:bodyPr/>
          <a:lstStyle>
            <a:lvl1pPr>
              <a:defRPr sz="1800">
                <a:solidFill>
                  <a:schemeClr val="accent2"/>
                </a:solidFill>
              </a:defRPr>
            </a:lvl1pPr>
          </a:lstStyle>
          <a:p>
            <a:endParaRPr lang="id-ID"/>
          </a:p>
        </p:txBody>
      </p:sp>
      <p:sp>
        <p:nvSpPr>
          <p:cNvPr id="21" name="Picture Placeholder 3"/>
          <p:cNvSpPr>
            <a:spLocks noGrp="1"/>
          </p:cNvSpPr>
          <p:nvPr>
            <p:ph type="pic" sz="quarter" idx="23"/>
          </p:nvPr>
        </p:nvSpPr>
        <p:spPr>
          <a:xfrm>
            <a:off x="8139319" y="2286000"/>
            <a:ext cx="2034000" cy="2286000"/>
          </a:xfrm>
        </p:spPr>
        <p:txBody>
          <a:bodyPr/>
          <a:lstStyle>
            <a:lvl1pPr>
              <a:defRPr sz="1800">
                <a:solidFill>
                  <a:schemeClr val="accent2"/>
                </a:solidFill>
              </a:defRPr>
            </a:lvl1pPr>
          </a:lstStyle>
          <a:p>
            <a:endParaRPr lang="id-ID"/>
          </a:p>
        </p:txBody>
      </p:sp>
      <p:sp>
        <p:nvSpPr>
          <p:cNvPr id="22" name="Picture Placeholder 3"/>
          <p:cNvSpPr>
            <a:spLocks noGrp="1"/>
          </p:cNvSpPr>
          <p:nvPr>
            <p:ph type="pic" sz="quarter" idx="24"/>
          </p:nvPr>
        </p:nvSpPr>
        <p:spPr>
          <a:xfrm>
            <a:off x="8139319" y="4572000"/>
            <a:ext cx="2034000" cy="2286000"/>
          </a:xfrm>
        </p:spPr>
        <p:txBody>
          <a:bodyPr/>
          <a:lstStyle>
            <a:lvl1pPr>
              <a:defRPr sz="1800">
                <a:solidFill>
                  <a:schemeClr val="accent2"/>
                </a:solidFill>
              </a:defRPr>
            </a:lvl1pPr>
          </a:lstStyle>
          <a:p>
            <a:endParaRPr lang="id-ID"/>
          </a:p>
        </p:txBody>
      </p:sp>
      <p:sp>
        <p:nvSpPr>
          <p:cNvPr id="23" name="Picture Placeholder 3"/>
          <p:cNvSpPr>
            <a:spLocks noGrp="1"/>
          </p:cNvSpPr>
          <p:nvPr>
            <p:ph type="pic" sz="quarter" idx="25"/>
          </p:nvPr>
        </p:nvSpPr>
        <p:spPr>
          <a:xfrm>
            <a:off x="10176638" y="0"/>
            <a:ext cx="2034000" cy="2286000"/>
          </a:xfrm>
        </p:spPr>
        <p:txBody>
          <a:bodyPr/>
          <a:lstStyle>
            <a:lvl1pPr>
              <a:defRPr sz="1800">
                <a:solidFill>
                  <a:schemeClr val="accent2"/>
                </a:solidFill>
              </a:defRPr>
            </a:lvl1pPr>
          </a:lstStyle>
          <a:p>
            <a:endParaRPr lang="id-ID"/>
          </a:p>
        </p:txBody>
      </p:sp>
      <p:sp>
        <p:nvSpPr>
          <p:cNvPr id="24" name="Picture Placeholder 3"/>
          <p:cNvSpPr>
            <a:spLocks noGrp="1"/>
          </p:cNvSpPr>
          <p:nvPr>
            <p:ph type="pic" sz="quarter" idx="26"/>
          </p:nvPr>
        </p:nvSpPr>
        <p:spPr>
          <a:xfrm>
            <a:off x="10176638" y="2286000"/>
            <a:ext cx="2034000" cy="2286000"/>
          </a:xfrm>
        </p:spPr>
        <p:txBody>
          <a:bodyPr/>
          <a:lstStyle>
            <a:lvl1pPr>
              <a:defRPr sz="1800">
                <a:solidFill>
                  <a:schemeClr val="accent2"/>
                </a:solidFill>
              </a:defRPr>
            </a:lvl1pPr>
          </a:lstStyle>
          <a:p>
            <a:endParaRPr lang="id-ID"/>
          </a:p>
        </p:txBody>
      </p:sp>
      <p:sp>
        <p:nvSpPr>
          <p:cNvPr id="25" name="Picture Placeholder 3"/>
          <p:cNvSpPr>
            <a:spLocks noGrp="1"/>
          </p:cNvSpPr>
          <p:nvPr>
            <p:ph type="pic" sz="quarter" idx="27"/>
          </p:nvPr>
        </p:nvSpPr>
        <p:spPr>
          <a:xfrm>
            <a:off x="10176638" y="4572000"/>
            <a:ext cx="2034000" cy="2286000"/>
          </a:xfrm>
        </p:spPr>
        <p:txBody>
          <a:bodyPr/>
          <a:lstStyle>
            <a:lvl1pPr>
              <a:defRPr sz="18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7" name="TextBox 6"/>
          <p:cNvSpPr txBox="1"/>
          <p:nvPr userDrawn="1"/>
        </p:nvSpPr>
        <p:spPr>
          <a:xfrm>
            <a:off x="11584250" y="305131"/>
            <a:ext cx="351378" cy="261610"/>
          </a:xfrm>
          <a:prstGeom prst="rect">
            <a:avLst/>
          </a:prstGeom>
          <a:noFill/>
        </p:spPr>
        <p:txBody>
          <a:bodyPr wrap="none" rtlCol="0">
            <a:spAutoFit/>
          </a:bodyPr>
          <a:lstStyle/>
          <a:p>
            <a:pPr algn="ctr"/>
            <a:fld id="{260E2A6B-A809-4840-BF14-8648BC0BDF87}" type="slidenum">
              <a:rPr lang="id-ID" sz="1050" b="1" smtClean="0">
                <a:solidFill>
                  <a:schemeClr val="accent2"/>
                </a:solidFill>
              </a:rPr>
              <a:pPr algn="ctr"/>
              <a:t>‹#›</a:t>
            </a:fld>
            <a:endParaRPr lang="id-ID" sz="1050" dirty="0">
              <a:solidFill>
                <a:schemeClr val="accent2"/>
              </a:solidFill>
            </a:endParaRPr>
          </a:p>
        </p:txBody>
      </p:sp>
    </p:spTree>
    <p:extLst>
      <p:ext uri="{BB962C8B-B14F-4D97-AF65-F5344CB8AC3E}">
        <p14:creationId xmlns:p14="http://schemas.microsoft.com/office/powerpoint/2010/main" val="128618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sp>
        <p:nvSpPr>
          <p:cNvPr id="26" name="Picture Placeholder 3"/>
          <p:cNvSpPr>
            <a:spLocks noGrp="1"/>
          </p:cNvSpPr>
          <p:nvPr>
            <p:ph type="pic" sz="quarter" idx="10"/>
          </p:nvPr>
        </p:nvSpPr>
        <p:spPr>
          <a:xfrm>
            <a:off x="145017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7" name="Picture Placeholder 3"/>
          <p:cNvSpPr>
            <a:spLocks noGrp="1"/>
          </p:cNvSpPr>
          <p:nvPr>
            <p:ph type="pic" sz="quarter" idx="11"/>
          </p:nvPr>
        </p:nvSpPr>
        <p:spPr>
          <a:xfrm>
            <a:off x="397186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8" name="Picture Placeholder 3"/>
          <p:cNvSpPr>
            <a:spLocks noGrp="1"/>
          </p:cNvSpPr>
          <p:nvPr>
            <p:ph type="pic" sz="quarter" idx="12"/>
          </p:nvPr>
        </p:nvSpPr>
        <p:spPr>
          <a:xfrm>
            <a:off x="6508785"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9" name="Picture Placeholder 3"/>
          <p:cNvSpPr>
            <a:spLocks noGrp="1"/>
          </p:cNvSpPr>
          <p:nvPr>
            <p:ph type="pic" sz="quarter" idx="13"/>
          </p:nvPr>
        </p:nvSpPr>
        <p:spPr>
          <a:xfrm>
            <a:off x="9030475" y="2284944"/>
            <a:ext cx="1697846" cy="169784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618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2" name="Picture Placeholder 3"/>
          <p:cNvSpPr>
            <a:spLocks noGrp="1"/>
          </p:cNvSpPr>
          <p:nvPr>
            <p:ph type="pic" sz="quarter" idx="10"/>
          </p:nvPr>
        </p:nvSpPr>
        <p:spPr>
          <a:xfrm>
            <a:off x="1244493" y="211349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14" name="Group 13"/>
          <p:cNvGrpSpPr/>
          <p:nvPr userDrawn="1"/>
        </p:nvGrpSpPr>
        <p:grpSpPr>
          <a:xfrm>
            <a:off x="347419" y="6409324"/>
            <a:ext cx="224082" cy="221156"/>
            <a:chOff x="4328868" y="5502988"/>
            <a:chExt cx="500307" cy="493774"/>
          </a:xfrm>
        </p:grpSpPr>
        <p:sp>
          <p:nvSpPr>
            <p:cNvPr id="15" name="Freeform 1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6" name="Freeform 1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7" name="Group 16"/>
          <p:cNvGrpSpPr/>
          <p:nvPr userDrawn="1"/>
        </p:nvGrpSpPr>
        <p:grpSpPr>
          <a:xfrm flipH="1">
            <a:off x="933709" y="6409324"/>
            <a:ext cx="224082" cy="221156"/>
            <a:chOff x="4328868" y="5502988"/>
            <a:chExt cx="500307" cy="493774"/>
          </a:xfrm>
        </p:grpSpPr>
        <p:sp>
          <p:nvSpPr>
            <p:cNvPr id="18" name="Freeform 1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0" name="Straight Connector 1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10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145017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8" name="Picture Placeholder 3"/>
          <p:cNvSpPr>
            <a:spLocks noGrp="1"/>
          </p:cNvSpPr>
          <p:nvPr>
            <p:ph type="pic" sz="quarter" idx="11"/>
          </p:nvPr>
        </p:nvSpPr>
        <p:spPr>
          <a:xfrm>
            <a:off x="397186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9" name="Picture Placeholder 3"/>
          <p:cNvSpPr>
            <a:spLocks noGrp="1"/>
          </p:cNvSpPr>
          <p:nvPr>
            <p:ph type="pic" sz="quarter" idx="12"/>
          </p:nvPr>
        </p:nvSpPr>
        <p:spPr>
          <a:xfrm>
            <a:off x="6508785"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10" name="Picture Placeholder 3"/>
          <p:cNvSpPr>
            <a:spLocks noGrp="1"/>
          </p:cNvSpPr>
          <p:nvPr>
            <p:ph type="pic" sz="quarter" idx="13"/>
          </p:nvPr>
        </p:nvSpPr>
        <p:spPr>
          <a:xfrm>
            <a:off x="903047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6" name="Rectangle 15"/>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7" name="Rectangle 16"/>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TextBox 24"/>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6" name="Group 25"/>
          <p:cNvGrpSpPr/>
          <p:nvPr userDrawn="1"/>
        </p:nvGrpSpPr>
        <p:grpSpPr>
          <a:xfrm>
            <a:off x="347419" y="6409324"/>
            <a:ext cx="224082" cy="221156"/>
            <a:chOff x="4328868" y="5502988"/>
            <a:chExt cx="500307" cy="493774"/>
          </a:xfrm>
        </p:grpSpPr>
        <p:sp>
          <p:nvSpPr>
            <p:cNvPr id="27" name="Freeform 2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9" name="Group 28"/>
          <p:cNvGrpSpPr/>
          <p:nvPr userDrawn="1"/>
        </p:nvGrpSpPr>
        <p:grpSpPr>
          <a:xfrm flipH="1">
            <a:off x="933709" y="6409324"/>
            <a:ext cx="224082" cy="221156"/>
            <a:chOff x="4328868" y="5502988"/>
            <a:chExt cx="500307" cy="493774"/>
          </a:xfrm>
        </p:grpSpPr>
        <p:sp>
          <p:nvSpPr>
            <p:cNvPr id="30" name="Freeform 2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3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2" name="Straight Connector 3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2528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943475" y="1228725"/>
            <a:ext cx="2362200" cy="3260725"/>
          </a:xfrm>
        </p:spPr>
        <p:txBody>
          <a:bodyPr>
            <a:normAutofit/>
          </a:bodyPr>
          <a:lstStyle>
            <a:lvl1pPr>
              <a:defRPr sz="16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1" name="Rectangle 20"/>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05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1222375" y="1945431"/>
            <a:ext cx="3106738" cy="2016211"/>
          </a:xfrm>
        </p:spPr>
        <p:txBody>
          <a:bodyPr>
            <a:normAutofit/>
          </a:bodyPr>
          <a:lstStyle>
            <a:lvl1pPr>
              <a:defRPr sz="2000">
                <a:solidFill>
                  <a:schemeClr val="accent2"/>
                </a:solidFill>
              </a:defRPr>
            </a:lvl1pPr>
          </a:lstStyle>
          <a:p>
            <a:endParaRPr lang="id-ID"/>
          </a:p>
        </p:txBody>
      </p:sp>
      <p:sp>
        <p:nvSpPr>
          <p:cNvPr id="9" name="Picture Placeholder 2"/>
          <p:cNvSpPr>
            <a:spLocks noGrp="1"/>
          </p:cNvSpPr>
          <p:nvPr>
            <p:ph type="pic" sz="quarter" idx="11"/>
          </p:nvPr>
        </p:nvSpPr>
        <p:spPr>
          <a:xfrm>
            <a:off x="4533786" y="1945431"/>
            <a:ext cx="3106738" cy="2016211"/>
          </a:xfrm>
        </p:spPr>
        <p:txBody>
          <a:bodyPr>
            <a:normAutofit/>
          </a:bodyPr>
          <a:lstStyle>
            <a:lvl1pPr>
              <a:defRPr sz="2000">
                <a:solidFill>
                  <a:schemeClr val="accent2"/>
                </a:solidFill>
              </a:defRPr>
            </a:lvl1pPr>
          </a:lstStyle>
          <a:p>
            <a:endParaRPr lang="id-ID"/>
          </a:p>
        </p:txBody>
      </p:sp>
      <p:sp>
        <p:nvSpPr>
          <p:cNvPr id="10" name="Picture Placeholder 2"/>
          <p:cNvSpPr>
            <a:spLocks noGrp="1"/>
          </p:cNvSpPr>
          <p:nvPr>
            <p:ph type="pic" sz="quarter" idx="12"/>
          </p:nvPr>
        </p:nvSpPr>
        <p:spPr>
          <a:xfrm>
            <a:off x="7858048" y="1945431"/>
            <a:ext cx="3106738" cy="2016211"/>
          </a:xfrm>
        </p:spPr>
        <p:txBody>
          <a:bodyPr>
            <a:normAutofit/>
          </a:bodyPr>
          <a:lstStyle>
            <a:lvl1pPr>
              <a:defRPr sz="2000">
                <a:solidFill>
                  <a:schemeClr val="accent2"/>
                </a:solidFill>
              </a:defRPr>
            </a:lvl1pPr>
          </a:lstStyle>
          <a:p>
            <a:endParaRPr lang="id-ID"/>
          </a:p>
        </p:txBody>
      </p:sp>
      <p:sp>
        <p:nvSpPr>
          <p:cNvPr id="11" name="Picture Placeholder 2"/>
          <p:cNvSpPr>
            <a:spLocks noGrp="1"/>
          </p:cNvSpPr>
          <p:nvPr>
            <p:ph type="pic" sz="quarter" idx="13"/>
          </p:nvPr>
        </p:nvSpPr>
        <p:spPr>
          <a:xfrm>
            <a:off x="1222375" y="4177345"/>
            <a:ext cx="3106738" cy="2016211"/>
          </a:xfrm>
        </p:spPr>
        <p:txBody>
          <a:bodyPr>
            <a:normAutofit/>
          </a:bodyPr>
          <a:lstStyle>
            <a:lvl1pPr>
              <a:defRPr sz="2000">
                <a:solidFill>
                  <a:schemeClr val="accent2"/>
                </a:solidFill>
              </a:defRPr>
            </a:lvl1pPr>
          </a:lstStyle>
          <a:p>
            <a:endParaRPr lang="id-ID"/>
          </a:p>
        </p:txBody>
      </p:sp>
      <p:sp>
        <p:nvSpPr>
          <p:cNvPr id="12" name="Picture Placeholder 2"/>
          <p:cNvSpPr>
            <a:spLocks noGrp="1"/>
          </p:cNvSpPr>
          <p:nvPr>
            <p:ph type="pic" sz="quarter" idx="14"/>
          </p:nvPr>
        </p:nvSpPr>
        <p:spPr>
          <a:xfrm>
            <a:off x="4533786" y="4177345"/>
            <a:ext cx="3106738" cy="2016211"/>
          </a:xfrm>
        </p:spPr>
        <p:txBody>
          <a:bodyPr>
            <a:normAutofit/>
          </a:bodyPr>
          <a:lstStyle>
            <a:lvl1pPr>
              <a:defRPr sz="2000">
                <a:solidFill>
                  <a:schemeClr val="accent2"/>
                </a:solidFill>
              </a:defRPr>
            </a:lvl1pPr>
          </a:lstStyle>
          <a:p>
            <a:endParaRPr lang="id-ID"/>
          </a:p>
        </p:txBody>
      </p:sp>
      <p:sp>
        <p:nvSpPr>
          <p:cNvPr id="13" name="Picture Placeholder 2"/>
          <p:cNvSpPr>
            <a:spLocks noGrp="1"/>
          </p:cNvSpPr>
          <p:nvPr>
            <p:ph type="pic" sz="quarter" idx="15"/>
          </p:nvPr>
        </p:nvSpPr>
        <p:spPr>
          <a:xfrm>
            <a:off x="7858048" y="4177345"/>
            <a:ext cx="3106738" cy="2016211"/>
          </a:xfrm>
        </p:spPr>
        <p:txBody>
          <a:bodyPr>
            <a:normAutofit/>
          </a:bodyPr>
          <a:lstStyle>
            <a:lvl1pPr>
              <a:defRPr sz="2000">
                <a:solidFill>
                  <a:schemeClr val="accent2"/>
                </a:solidFill>
              </a:defRPr>
            </a:lvl1pPr>
          </a:lstStyle>
          <a:p>
            <a:endParaRPr lang="id-ID"/>
          </a:p>
        </p:txBody>
      </p:sp>
      <p:sp>
        <p:nvSpPr>
          <p:cNvPr id="14" name="Freeform 5"/>
          <p:cNvSpPr>
            <a:spLocks/>
          </p:cNvSpPr>
          <p:nvPr userDrawn="1"/>
        </p:nvSpPr>
        <p:spPr bwMode="auto">
          <a:xfrm flipH="1">
            <a:off x="9305255" y="2655843"/>
            <a:ext cx="1337469" cy="1337469"/>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8" name="Freeform 5"/>
          <p:cNvSpPr>
            <a:spLocks/>
          </p:cNvSpPr>
          <p:nvPr userDrawn="1"/>
        </p:nvSpPr>
        <p:spPr bwMode="auto">
          <a:xfrm flipH="1">
            <a:off x="10870156" y="3855256"/>
            <a:ext cx="521440" cy="521440"/>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9" name="Freeform 5"/>
          <p:cNvSpPr>
            <a:spLocks/>
          </p:cNvSpPr>
          <p:nvPr userDrawn="1"/>
        </p:nvSpPr>
        <p:spPr bwMode="auto">
          <a:xfrm flipH="1">
            <a:off x="8352858" y="2453988"/>
            <a:ext cx="521761" cy="521761"/>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21" name="Rectangle 20"/>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Rectangle 21"/>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31" name="Group 30"/>
          <p:cNvGrpSpPr/>
          <p:nvPr userDrawn="1"/>
        </p:nvGrpSpPr>
        <p:grpSpPr>
          <a:xfrm>
            <a:off x="347419" y="6409324"/>
            <a:ext cx="224082" cy="221156"/>
            <a:chOff x="4328868" y="5502988"/>
            <a:chExt cx="500307" cy="493774"/>
          </a:xfrm>
        </p:grpSpPr>
        <p:sp>
          <p:nvSpPr>
            <p:cNvPr id="32" name="Freeform 31">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4" name="Group 33"/>
          <p:cNvGrpSpPr/>
          <p:nvPr userDrawn="1"/>
        </p:nvGrpSpPr>
        <p:grpSpPr>
          <a:xfrm flipH="1">
            <a:off x="933709" y="6409324"/>
            <a:ext cx="224082" cy="221156"/>
            <a:chOff x="4328868" y="5502988"/>
            <a:chExt cx="500307" cy="493774"/>
          </a:xfrm>
        </p:grpSpPr>
        <p:sp>
          <p:nvSpPr>
            <p:cNvPr id="35" name="Freeform 34">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6" name="Freeform 35">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7" name="Straight Connector 36"/>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1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1192213" y="2152650"/>
            <a:ext cx="3206750" cy="3138488"/>
          </a:xfrm>
        </p:spPr>
        <p:txBody>
          <a:bodyPr>
            <a:normAutofit/>
          </a:bodyPr>
          <a:lstStyle>
            <a:lvl1pPr>
              <a:defRPr sz="1600">
                <a:solidFill>
                  <a:schemeClr val="accent2"/>
                </a:solidFill>
              </a:defRPr>
            </a:lvl1pPr>
          </a:lstStyle>
          <a:p>
            <a:endParaRPr lang="id-ID"/>
          </a:p>
        </p:txBody>
      </p:sp>
      <p:sp>
        <p:nvSpPr>
          <p:cNvPr id="16" name="Picture Placeholder 14"/>
          <p:cNvSpPr>
            <a:spLocks noGrp="1"/>
          </p:cNvSpPr>
          <p:nvPr>
            <p:ph type="pic" sz="quarter" idx="11"/>
          </p:nvPr>
        </p:nvSpPr>
        <p:spPr>
          <a:xfrm>
            <a:off x="4487822" y="2152650"/>
            <a:ext cx="3206750" cy="3138488"/>
          </a:xfrm>
        </p:spPr>
        <p:txBody>
          <a:bodyPr>
            <a:normAutofit/>
          </a:bodyPr>
          <a:lstStyle>
            <a:lvl1pPr>
              <a:defRPr sz="1600">
                <a:solidFill>
                  <a:schemeClr val="accent2"/>
                </a:solidFill>
              </a:defRPr>
            </a:lvl1pPr>
          </a:lstStyle>
          <a:p>
            <a:endParaRPr lang="id-ID"/>
          </a:p>
        </p:txBody>
      </p:sp>
      <p:sp>
        <p:nvSpPr>
          <p:cNvPr id="17" name="Picture Placeholder 14"/>
          <p:cNvSpPr>
            <a:spLocks noGrp="1"/>
          </p:cNvSpPr>
          <p:nvPr>
            <p:ph type="pic" sz="quarter" idx="12"/>
          </p:nvPr>
        </p:nvSpPr>
        <p:spPr>
          <a:xfrm>
            <a:off x="7809924" y="2152650"/>
            <a:ext cx="3206750" cy="3138488"/>
          </a:xfrm>
        </p:spPr>
        <p:txBody>
          <a:bodyPr>
            <a:normAutofit/>
          </a:bodyPr>
          <a:lstStyle>
            <a:lvl1pPr>
              <a:defRPr sz="1600">
                <a:solidFill>
                  <a:schemeClr val="accent2"/>
                </a:solidFill>
              </a:defRPr>
            </a:lvl1pPr>
          </a:lstStyle>
          <a:p>
            <a:endParaRPr lang="id-ID"/>
          </a:p>
        </p:txBody>
      </p:sp>
      <p:sp>
        <p:nvSpPr>
          <p:cNvPr id="25" name="Rectangle 2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Rectangle 2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7" name="TextBox 2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8" name="Group 27"/>
          <p:cNvGrpSpPr/>
          <p:nvPr userDrawn="1"/>
        </p:nvGrpSpPr>
        <p:grpSpPr>
          <a:xfrm>
            <a:off x="347419" y="6409324"/>
            <a:ext cx="224082" cy="221156"/>
            <a:chOff x="4328868" y="5502988"/>
            <a:chExt cx="500307" cy="493774"/>
          </a:xfrm>
        </p:grpSpPr>
        <p:sp>
          <p:nvSpPr>
            <p:cNvPr id="29" name="Freeform 28">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1" name="Group 30"/>
          <p:cNvGrpSpPr/>
          <p:nvPr userDrawn="1"/>
        </p:nvGrpSpPr>
        <p:grpSpPr>
          <a:xfrm flipH="1">
            <a:off x="933709" y="6409324"/>
            <a:ext cx="224082" cy="221156"/>
            <a:chOff x="4328868" y="5502988"/>
            <a:chExt cx="500307" cy="493774"/>
          </a:xfrm>
        </p:grpSpPr>
        <p:sp>
          <p:nvSpPr>
            <p:cNvPr id="32" name="Freeform 31">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4" name="Straight Connector 3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449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8" name="Picture Placeholder 3"/>
          <p:cNvSpPr>
            <a:spLocks noGrp="1"/>
          </p:cNvSpPr>
          <p:nvPr>
            <p:ph type="pic" sz="quarter" idx="10"/>
          </p:nvPr>
        </p:nvSpPr>
        <p:spPr>
          <a:xfrm>
            <a:off x="1045466" y="2283008"/>
            <a:ext cx="4969744" cy="3753338"/>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1"/>
          </p:nvPr>
        </p:nvSpPr>
        <p:spPr>
          <a:xfrm>
            <a:off x="6516763" y="2283008"/>
            <a:ext cx="4969744" cy="3753338"/>
          </a:xfrm>
        </p:spPr>
        <p:txBody>
          <a:bodyPr>
            <a:normAutofit/>
          </a:bodyPr>
          <a:lstStyle>
            <a:lvl1pPr>
              <a:defRPr sz="18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3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10" name="Picture Placeholder 3"/>
          <p:cNvSpPr>
            <a:spLocks noGrp="1"/>
          </p:cNvSpPr>
          <p:nvPr>
            <p:ph type="pic" sz="quarter" idx="10"/>
          </p:nvPr>
        </p:nvSpPr>
        <p:spPr>
          <a:xfrm>
            <a:off x="1045466" y="2283008"/>
            <a:ext cx="4969744" cy="3753338"/>
          </a:xfrm>
        </p:spPr>
        <p:txBody>
          <a:bodyPr>
            <a:normAutofit/>
          </a:bodyPr>
          <a:lstStyle>
            <a:lvl1pPr>
              <a:defRPr sz="20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715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3143250"/>
          </a:xfrm>
        </p:spPr>
        <p:txBody>
          <a:bodyPr>
            <a:normAutofit/>
          </a:bodyPr>
          <a:lstStyle>
            <a:lvl1pPr>
              <a:defRPr sz="2000">
                <a:solidFill>
                  <a:schemeClr val="accent2"/>
                </a:solidFill>
              </a:defRPr>
            </a:lvl1pPr>
          </a:lstStyle>
          <a:p>
            <a:endParaRPr lang="id-ID"/>
          </a:p>
        </p:txBody>
      </p:sp>
      <p:sp>
        <p:nvSpPr>
          <p:cNvPr id="8" name="Picture Placeholder 3"/>
          <p:cNvSpPr>
            <a:spLocks noGrp="1"/>
          </p:cNvSpPr>
          <p:nvPr>
            <p:ph type="pic" sz="quarter" idx="11"/>
          </p:nvPr>
        </p:nvSpPr>
        <p:spPr>
          <a:xfrm>
            <a:off x="1456589" y="1280867"/>
            <a:ext cx="1550340" cy="2598991"/>
          </a:xfrm>
        </p:spPr>
        <p:txBody>
          <a:bodyPr>
            <a:normAutofit/>
          </a:bodyPr>
          <a:lstStyle>
            <a:lvl1pPr>
              <a:defRPr sz="1800">
                <a:solidFill>
                  <a:schemeClr val="accent2"/>
                </a:solidFill>
              </a:defRPr>
            </a:lvl1pPr>
          </a:lstStyle>
          <a:p>
            <a:endParaRPr lang="id-ID" dirty="0"/>
          </a:p>
        </p:txBody>
      </p:sp>
      <p:sp>
        <p:nvSpPr>
          <p:cNvPr id="9" name="Picture Placeholder 3"/>
          <p:cNvSpPr>
            <a:spLocks noGrp="1"/>
          </p:cNvSpPr>
          <p:nvPr>
            <p:ph type="pic" sz="quarter" idx="10"/>
          </p:nvPr>
        </p:nvSpPr>
        <p:spPr>
          <a:xfrm>
            <a:off x="2855740" y="839411"/>
            <a:ext cx="1776413" cy="2977979"/>
          </a:xfrm>
        </p:spPr>
        <p:txBody>
          <a:bodyPr>
            <a:normAutofit/>
          </a:bodyPr>
          <a:lstStyle>
            <a:lvl1pPr>
              <a:defRPr sz="1800">
                <a:solidFill>
                  <a:schemeClr val="accent2"/>
                </a:solidFill>
              </a:defRPr>
            </a:lvl1pPr>
          </a:lstStyle>
          <a:p>
            <a:endParaRPr lang="id-ID" dirty="0"/>
          </a:p>
        </p:txBody>
      </p:sp>
      <p:sp>
        <p:nvSpPr>
          <p:cNvPr id="15" name="Rectangle 1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Rectangle 1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2085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0" name="Picture Placeholder 3"/>
          <p:cNvSpPr>
            <a:spLocks noGrp="1"/>
          </p:cNvSpPr>
          <p:nvPr>
            <p:ph type="pic" sz="quarter" idx="11"/>
          </p:nvPr>
        </p:nvSpPr>
        <p:spPr>
          <a:xfrm>
            <a:off x="5266299" y="3164617"/>
            <a:ext cx="6819990" cy="4020519"/>
          </a:xfrm>
        </p:spPr>
        <p:txBody>
          <a:bodyPr>
            <a:normAutofit/>
          </a:bodyPr>
          <a:lstStyle>
            <a:lvl1pPr>
              <a:defRPr sz="18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968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23813"/>
            <a:ext cx="12192000" cy="4117976"/>
          </a:xfrm>
        </p:spPr>
        <p:txBody>
          <a:bodyPr/>
          <a:lstStyle>
            <a:lvl1pPr>
              <a:defRPr>
                <a:solidFill>
                  <a:schemeClr val="accent2"/>
                </a:solidFill>
              </a:defRPr>
            </a:lvl1pPr>
          </a:lstStyle>
          <a:p>
            <a:endParaRPr lang="id-ID"/>
          </a:p>
        </p:txBody>
      </p:sp>
      <p:sp>
        <p:nvSpPr>
          <p:cNvPr id="8" name="Picture Placeholder 3"/>
          <p:cNvSpPr>
            <a:spLocks noGrp="1"/>
          </p:cNvSpPr>
          <p:nvPr>
            <p:ph type="pic" sz="quarter" idx="10"/>
          </p:nvPr>
        </p:nvSpPr>
        <p:spPr>
          <a:xfrm>
            <a:off x="6502324" y="662473"/>
            <a:ext cx="2734983" cy="2969860"/>
          </a:xfrm>
          <a:custGeom>
            <a:avLst/>
            <a:gdLst>
              <a:gd name="connsiteX0" fmla="*/ 0 w 2091170"/>
              <a:gd name="connsiteY0" fmla="*/ 0 h 3109819"/>
              <a:gd name="connsiteX1" fmla="*/ 2091170 w 2091170"/>
              <a:gd name="connsiteY1" fmla="*/ 0 h 3109819"/>
              <a:gd name="connsiteX2" fmla="*/ 2091170 w 2091170"/>
              <a:gd name="connsiteY2" fmla="*/ 3109819 h 3109819"/>
              <a:gd name="connsiteX3" fmla="*/ 0 w 2091170"/>
              <a:gd name="connsiteY3" fmla="*/ 3109819 h 3109819"/>
              <a:gd name="connsiteX4" fmla="*/ 0 w 2091170"/>
              <a:gd name="connsiteY4" fmla="*/ 0 h 3109819"/>
              <a:gd name="connsiteX0" fmla="*/ 0 w 2091170"/>
              <a:gd name="connsiteY0" fmla="*/ 317241 h 3427060"/>
              <a:gd name="connsiteX1" fmla="*/ 1363383 w 2091170"/>
              <a:gd name="connsiteY1" fmla="*/ 0 h 3427060"/>
              <a:gd name="connsiteX2" fmla="*/ 2091170 w 2091170"/>
              <a:gd name="connsiteY2" fmla="*/ 3427060 h 3427060"/>
              <a:gd name="connsiteX3" fmla="*/ 0 w 2091170"/>
              <a:gd name="connsiteY3" fmla="*/ 3427060 h 3427060"/>
              <a:gd name="connsiteX4" fmla="*/ 0 w 2091170"/>
              <a:gd name="connsiteY4" fmla="*/ 317241 h 3427060"/>
              <a:gd name="connsiteX0" fmla="*/ 0 w 2734983"/>
              <a:gd name="connsiteY0" fmla="*/ 317241 h 3427060"/>
              <a:gd name="connsiteX1" fmla="*/ 1363383 w 2734983"/>
              <a:gd name="connsiteY1" fmla="*/ 0 h 3427060"/>
              <a:gd name="connsiteX2" fmla="*/ 2734983 w 2734983"/>
              <a:gd name="connsiteY2" fmla="*/ 2521990 h 3427060"/>
              <a:gd name="connsiteX3" fmla="*/ 0 w 2734983"/>
              <a:gd name="connsiteY3" fmla="*/ 3427060 h 3427060"/>
              <a:gd name="connsiteX4" fmla="*/ 0 w 2734983"/>
              <a:gd name="connsiteY4" fmla="*/ 317241 h 3427060"/>
              <a:gd name="connsiteX0" fmla="*/ 0 w 2734983"/>
              <a:gd name="connsiteY0" fmla="*/ 317241 h 2969860"/>
              <a:gd name="connsiteX1" fmla="*/ 1363383 w 2734983"/>
              <a:gd name="connsiteY1" fmla="*/ 0 h 2969860"/>
              <a:gd name="connsiteX2" fmla="*/ 2734983 w 2734983"/>
              <a:gd name="connsiteY2" fmla="*/ 2521990 h 2969860"/>
              <a:gd name="connsiteX3" fmla="*/ 1408923 w 2734983"/>
              <a:gd name="connsiteY3" fmla="*/ 2969860 h 2969860"/>
              <a:gd name="connsiteX4" fmla="*/ 0 w 2734983"/>
              <a:gd name="connsiteY4" fmla="*/ 317241 h 2969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4983" h="2969860">
                <a:moveTo>
                  <a:pt x="0" y="317241"/>
                </a:moveTo>
                <a:lnTo>
                  <a:pt x="1363383" y="0"/>
                </a:lnTo>
                <a:lnTo>
                  <a:pt x="2734983" y="2521990"/>
                </a:lnTo>
                <a:lnTo>
                  <a:pt x="1408923" y="2969860"/>
                </a:lnTo>
                <a:lnTo>
                  <a:pt x="0" y="317241"/>
                </a:lnTo>
                <a:close/>
              </a:path>
            </a:pathLst>
          </a:custGeom>
        </p:spPr>
        <p:txBody>
          <a:bodyPr>
            <a:normAutofit/>
          </a:bodyPr>
          <a:lstStyle>
            <a:lvl1pPr>
              <a:defRPr sz="1600">
                <a:solidFill>
                  <a:schemeClr val="bg1"/>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8758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9" name="Rectangle 8"/>
          <p:cNvSpPr/>
          <p:nvPr userDrawn="1"/>
        </p:nvSpPr>
        <p:spPr>
          <a:xfrm>
            <a:off x="-2" y="0"/>
            <a:ext cx="12187314" cy="4000500"/>
          </a:xfrm>
          <a:prstGeom prst="rect">
            <a:avLst/>
          </a:prstGeom>
          <a:pattFill prst="pct90">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0"/>
          </p:nvPr>
        </p:nvSpPr>
        <p:spPr>
          <a:xfrm>
            <a:off x="4265098" y="1704098"/>
            <a:ext cx="3633145" cy="2288465"/>
          </a:xfrm>
        </p:spPr>
        <p:txBody>
          <a:bodyPr>
            <a:normAutofit/>
          </a:bodyPr>
          <a:lstStyle>
            <a:lvl1pPr>
              <a:defRPr sz="20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69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0" y="2140431"/>
            <a:ext cx="12192000" cy="3241193"/>
          </a:xfrm>
        </p:spPr>
        <p:txBody>
          <a:bodyPr/>
          <a:lstStyle>
            <a:lvl1pPr>
              <a:defRPr>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6692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516313"/>
            <a:ext cx="1366837" cy="1366837"/>
          </a:xfrm>
          <a:prstGeom prst="ellipse">
            <a:avLst/>
          </a:prstGeom>
          <a:ln w="57150">
            <a:solidFill>
              <a:schemeClr val="accent1"/>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823209"/>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Rectangle 22"/>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52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614791"/>
            <a:ext cx="1366837" cy="1366837"/>
          </a:xfrm>
          <a:prstGeom prst="ellipse">
            <a:avLst/>
          </a:prstGeom>
          <a:ln w="57150">
            <a:solidFill>
              <a:schemeClr val="accent5"/>
            </a:solidFill>
          </a:ln>
        </p:spPr>
        <p:txBody>
          <a:bodyPr>
            <a:normAutofit/>
          </a:bodyPr>
          <a:lstStyle>
            <a:lvl1pPr>
              <a:defRPr sz="1400">
                <a:solidFill>
                  <a:schemeClr val="accent2"/>
                </a:solidFill>
              </a:defRPr>
            </a:lvl1pPr>
          </a:lstStyle>
          <a:p>
            <a:endParaRPr lang="id-ID" dirty="0"/>
          </a:p>
        </p:txBody>
      </p:sp>
      <p:sp>
        <p:nvSpPr>
          <p:cNvPr id="16" name="Picture Placeholder 3"/>
          <p:cNvSpPr>
            <a:spLocks noGrp="1"/>
          </p:cNvSpPr>
          <p:nvPr>
            <p:ph type="pic" sz="quarter" idx="11"/>
          </p:nvPr>
        </p:nvSpPr>
        <p:spPr>
          <a:xfrm>
            <a:off x="9529057" y="4921687"/>
            <a:ext cx="1366837" cy="1366837"/>
          </a:xfrm>
          <a:prstGeom prst="ellipse">
            <a:avLst/>
          </a:prstGeom>
          <a:ln w="57150">
            <a:solidFill>
              <a:schemeClr val="accent6"/>
            </a:solidFill>
          </a:ln>
        </p:spPr>
        <p:txBody>
          <a:bodyPr>
            <a:normAutofit/>
          </a:bodyPr>
          <a:lstStyle>
            <a:lvl1pPr>
              <a:defRPr sz="1400">
                <a:solidFill>
                  <a:schemeClr val="accent2"/>
                </a:solidFill>
              </a:defRPr>
            </a:lvl1pPr>
          </a:lstStyle>
          <a:p>
            <a:endParaRPr lang="id-ID" dirty="0"/>
          </a:p>
        </p:txBody>
      </p:sp>
      <p:sp>
        <p:nvSpPr>
          <p:cNvPr id="49" name="Picture Placeholder 3"/>
          <p:cNvSpPr>
            <a:spLocks noGrp="1"/>
          </p:cNvSpPr>
          <p:nvPr>
            <p:ph type="pic" sz="quarter" idx="12"/>
          </p:nvPr>
        </p:nvSpPr>
        <p:spPr>
          <a:xfrm>
            <a:off x="1296106" y="971203"/>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50" name="Picture Placeholder 3"/>
          <p:cNvSpPr>
            <a:spLocks noGrp="1"/>
          </p:cNvSpPr>
          <p:nvPr>
            <p:ph type="pic" sz="quarter" idx="13"/>
          </p:nvPr>
        </p:nvSpPr>
        <p:spPr>
          <a:xfrm>
            <a:off x="9529057" y="2278099"/>
            <a:ext cx="1366837" cy="1366837"/>
          </a:xfrm>
          <a:prstGeom prst="ellipse">
            <a:avLst/>
          </a:prstGeom>
          <a:ln w="57150">
            <a:solidFill>
              <a:schemeClr val="accent4"/>
            </a:solidFill>
          </a:ln>
        </p:spPr>
        <p:txBody>
          <a:bodyPr>
            <a:normAutofit/>
          </a:bodyPr>
          <a:lstStyle>
            <a:lvl1pPr>
              <a:defRPr sz="1400">
                <a:solidFill>
                  <a:schemeClr val="accent2"/>
                </a:solidFill>
              </a:defRPr>
            </a:lvl1pPr>
          </a:lstStyle>
          <a:p>
            <a:endParaRPr lang="id-ID" dirty="0"/>
          </a:p>
        </p:txBody>
      </p:sp>
      <p:sp>
        <p:nvSpPr>
          <p:cNvPr id="24" name="Rectangle 2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Rectangle 2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TextBox 2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7" name="Group 26"/>
          <p:cNvGrpSpPr/>
          <p:nvPr userDrawn="1"/>
        </p:nvGrpSpPr>
        <p:grpSpPr>
          <a:xfrm>
            <a:off x="347419" y="6409324"/>
            <a:ext cx="224082" cy="221156"/>
            <a:chOff x="4328868" y="5502988"/>
            <a:chExt cx="500307" cy="493774"/>
          </a:xfrm>
        </p:grpSpPr>
        <p:sp>
          <p:nvSpPr>
            <p:cNvPr id="28" name="Freeform 2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0" name="Group 29"/>
          <p:cNvGrpSpPr/>
          <p:nvPr userDrawn="1"/>
        </p:nvGrpSpPr>
        <p:grpSpPr>
          <a:xfrm flipH="1">
            <a:off x="933709" y="6409324"/>
            <a:ext cx="224082" cy="221156"/>
            <a:chOff x="4328868" y="5502988"/>
            <a:chExt cx="500307" cy="493774"/>
          </a:xfrm>
        </p:grpSpPr>
        <p:sp>
          <p:nvSpPr>
            <p:cNvPr id="31" name="Freeform 3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2" name="Freeform 3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3" name="Straight Connector 3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1815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3"/>
          <p:cNvSpPr>
            <a:spLocks noGrp="1"/>
          </p:cNvSpPr>
          <p:nvPr>
            <p:ph type="pic" sz="quarter" idx="12"/>
          </p:nvPr>
        </p:nvSpPr>
        <p:spPr>
          <a:xfrm>
            <a:off x="1296106" y="971203"/>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0" name="Picture Placeholder 3"/>
          <p:cNvSpPr>
            <a:spLocks noGrp="1"/>
          </p:cNvSpPr>
          <p:nvPr>
            <p:ph type="pic" sz="quarter" idx="13"/>
          </p:nvPr>
        </p:nvSpPr>
        <p:spPr>
          <a:xfrm>
            <a:off x="9529057" y="2278099"/>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601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sz="quarter" idx="10"/>
          </p:nvPr>
        </p:nvSpPr>
        <p:spPr>
          <a:xfrm>
            <a:off x="4937125" y="3083109"/>
            <a:ext cx="2317750" cy="2317750"/>
          </a:xfrm>
          <a:prstGeom prst="ellipse">
            <a:avLst/>
          </a:prstGeom>
          <a:ln w="98425">
            <a:solidFill>
              <a:schemeClr val="accent6"/>
            </a:solidFill>
          </a:ln>
        </p:spPr>
        <p:txBody>
          <a:bodyPr>
            <a:normAutofit/>
          </a:bodyPr>
          <a:lstStyle>
            <a:lvl1pPr>
              <a:defRPr sz="2400">
                <a:solidFill>
                  <a:schemeClr val="accent2"/>
                </a:solidFill>
              </a:defRPr>
            </a:lvl1pPr>
          </a:lstStyle>
          <a:p>
            <a:endParaRPr lang="id-ID"/>
          </a:p>
        </p:txBody>
      </p:sp>
    </p:spTree>
    <p:extLst>
      <p:ext uri="{BB962C8B-B14F-4D97-AF65-F5344CB8AC3E}">
        <p14:creationId xmlns:p14="http://schemas.microsoft.com/office/powerpoint/2010/main" val="4168128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5399088"/>
          </a:xfrm>
        </p:spPr>
        <p:txBody>
          <a:bodyPr>
            <a:normAutofit/>
          </a:bodyPr>
          <a:lstStyle>
            <a:lvl1pPr>
              <a:defRPr sz="36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20876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Tree>
    <p:extLst>
      <p:ext uri="{BB962C8B-B14F-4D97-AF65-F5344CB8AC3E}">
        <p14:creationId xmlns:p14="http://schemas.microsoft.com/office/powerpoint/2010/main" val="3591627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3FBC63-C649-42C3-9C85-0F873F8F0B35}" type="datetimeFigureOut">
              <a:rPr lang="id-ID" smtClean="0"/>
              <a:t>10/03/2020</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6DFD3-2AF0-4B06-81C8-CF1C6F54D29C}" type="slidenum">
              <a:rPr lang="id-ID" smtClean="0"/>
              <a:t>‹#›</a:t>
            </a:fld>
            <a:endParaRPr lang="id-ID"/>
          </a:p>
        </p:txBody>
      </p:sp>
    </p:spTree>
    <p:extLst>
      <p:ext uri="{BB962C8B-B14F-4D97-AF65-F5344CB8AC3E}">
        <p14:creationId xmlns:p14="http://schemas.microsoft.com/office/powerpoint/2010/main" val="19886420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8"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hyperlink" Target="https://www.law.cornell.edu/uscode/text/9" TargetMode="External"/><Relationship Id="rId2" Type="http://schemas.openxmlformats.org/officeDocument/2006/relationships/hyperlink" Target="http://chamber.no/wp-content/uploads/2014/02/Norwegian_Arbitration_Act.pdf" TargetMode="External"/><Relationship Id="rId1" Type="http://schemas.openxmlformats.org/officeDocument/2006/relationships/slideLayout" Target="../slideLayouts/slideLayout26.xml"/><Relationship Id="rId4" Type="http://schemas.openxmlformats.org/officeDocument/2006/relationships/hyperlink" Target="http://www.legislation.gov.uk/ukpga/1996/23/content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hyperlink" Target="http://www.uncitral.org/uncitral/en/uncitral_texts/arbitration/NYConvention.html" TargetMode="Externa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3" name="Rectangle 62"/>
          <p:cNvSpPr/>
          <p:nvPr/>
        </p:nvSpPr>
        <p:spPr>
          <a:xfrm>
            <a:off x="0" y="-561"/>
            <a:ext cx="12192000" cy="6858561"/>
          </a:xfrm>
          <a:prstGeom prst="rect">
            <a:avLst/>
          </a:prstGeom>
          <a:solidFill>
            <a:schemeClr val="tx2">
              <a:lumMod val="50000"/>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TextBox 22"/>
          <p:cNvSpPr txBox="1"/>
          <p:nvPr/>
        </p:nvSpPr>
        <p:spPr>
          <a:xfrm>
            <a:off x="953947" y="1884608"/>
            <a:ext cx="1028410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solidFill>
                <a:effectLst/>
                <a:uLnTx/>
                <a:uFillTx/>
                <a:latin typeface="Source Sans Pro Light"/>
                <a:ea typeface="+mn-ea"/>
                <a:cs typeface="+mn-cs"/>
              </a:rPr>
              <a:t>International</a:t>
            </a:r>
            <a:r>
              <a:rPr kumimoji="0" lang="en-US" sz="4400" b="0" i="0" u="none" strike="noStrike" kern="1200" cap="none" spc="0" normalizeH="0" noProof="0" dirty="0">
                <a:ln>
                  <a:noFill/>
                </a:ln>
                <a:solidFill>
                  <a:prstClr val="white"/>
                </a:solidFill>
                <a:effectLst/>
                <a:uLnTx/>
                <a:uFillTx/>
                <a:latin typeface="Source Sans Pro Light"/>
                <a:ea typeface="+mn-ea"/>
                <a:cs typeface="+mn-cs"/>
              </a:rPr>
              <a:t> commercial law: Introduction to arbitration</a:t>
            </a:r>
            <a:endParaRPr kumimoji="0" lang="id-ID" sz="4400" b="0" i="0" u="none" strike="noStrike" kern="1200" cap="none" spc="0" normalizeH="0" baseline="0" noProof="0" dirty="0">
              <a:ln>
                <a:noFill/>
              </a:ln>
              <a:solidFill>
                <a:prstClr val="white"/>
              </a:solidFill>
              <a:effectLst/>
              <a:uLnTx/>
              <a:uFillTx/>
              <a:latin typeface="Source Sans Pro Light"/>
              <a:ea typeface="+mn-ea"/>
              <a:cs typeface="+mn-cs"/>
            </a:endParaRPr>
          </a:p>
        </p:txBody>
      </p:sp>
      <p:grpSp>
        <p:nvGrpSpPr>
          <p:cNvPr id="60" name="Group 59"/>
          <p:cNvGrpSpPr/>
          <p:nvPr/>
        </p:nvGrpSpPr>
        <p:grpSpPr>
          <a:xfrm>
            <a:off x="3942171" y="4068248"/>
            <a:ext cx="4307654" cy="872440"/>
            <a:chOff x="4886949" y="4433251"/>
            <a:chExt cx="4307654" cy="755248"/>
          </a:xfrm>
        </p:grpSpPr>
        <p:sp>
          <p:nvSpPr>
            <p:cNvPr id="4" name="TextBox 3"/>
            <p:cNvSpPr txBox="1"/>
            <p:nvPr/>
          </p:nvSpPr>
          <p:spPr>
            <a:xfrm>
              <a:off x="5712464" y="4433251"/>
              <a:ext cx="2656625" cy="3996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r-HR" sz="2400" b="1" i="0" u="none" strike="noStrike" kern="1200" cap="none" spc="0" normalizeH="0" baseline="0" dirty="0">
                  <a:ln>
                    <a:noFill/>
                  </a:ln>
                  <a:solidFill>
                    <a:srgbClr val="2D8AC9"/>
                  </a:solidFill>
                  <a:effectLst/>
                  <a:uLnTx/>
                  <a:uFillTx/>
                  <a:latin typeface="Calibri"/>
                  <a:ea typeface="+mn-ea"/>
                  <a:cs typeface="+mn-cs"/>
                </a:rPr>
                <a:t>Miloš Novović, PhD</a:t>
              </a:r>
            </a:p>
          </p:txBody>
        </p:sp>
        <p:sp>
          <p:nvSpPr>
            <p:cNvPr id="26" name="TextBox 25"/>
            <p:cNvSpPr txBox="1"/>
            <p:nvPr/>
          </p:nvSpPr>
          <p:spPr>
            <a:xfrm>
              <a:off x="4886949" y="4922065"/>
              <a:ext cx="4307654" cy="26643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dirty="0">
                  <a:ln>
                    <a:noFill/>
                  </a:ln>
                  <a:solidFill>
                    <a:prstClr val="white"/>
                  </a:solidFill>
                  <a:effectLst/>
                  <a:uLnTx/>
                  <a:uFillTx/>
                  <a:latin typeface="Calibri"/>
                  <a:ea typeface="+mn-ea"/>
                  <a:cs typeface="+mn-cs"/>
                </a:rPr>
                <a:t>Associate Professor of Law, BI Norwegian Business School</a:t>
              </a:r>
              <a:endParaRPr kumimoji="0" lang="en-US" sz="1400" b="0" i="0" u="none" strike="noStrike" kern="1200" cap="none" spc="0" normalizeH="0" baseline="0" dirty="0">
                <a:ln>
                  <a:noFill/>
                </a:ln>
                <a:solidFill>
                  <a:srgbClr val="2D8AC9"/>
                </a:solidFill>
                <a:effectLst/>
                <a:uLnTx/>
                <a:uFillTx/>
                <a:latin typeface="Calibri"/>
                <a:ea typeface="+mn-ea"/>
                <a:cs typeface="+mn-cs"/>
              </a:endParaRPr>
            </a:p>
          </p:txBody>
        </p:sp>
      </p:grpSp>
      <p:cxnSp>
        <p:nvCxnSpPr>
          <p:cNvPr id="75" name="Straight Connector 74"/>
          <p:cNvCxnSpPr/>
          <p:nvPr/>
        </p:nvCxnSpPr>
        <p:spPr>
          <a:xfrm>
            <a:off x="5074636" y="3748304"/>
            <a:ext cx="2042729" cy="0"/>
          </a:xfrm>
          <a:prstGeom prst="line">
            <a:avLst/>
          </a:prstGeom>
          <a:ln w="15875">
            <a:solidFill>
              <a:schemeClr val="bg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15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barn(outVertical)">
                                      <p:cBhvr>
                                        <p:cTn id="11" dur="500"/>
                                        <p:tgtEl>
                                          <p:spTgt spid="7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1304345" y="1671893"/>
            <a:ext cx="1719381" cy="369332"/>
          </a:xfrm>
          <a:prstGeom prst="rect">
            <a:avLst/>
          </a:prstGeom>
        </p:spPr>
        <p:txBody>
          <a:bodyPr wrap="none">
            <a:spAutoFit/>
          </a:bodyPr>
          <a:lstStyle/>
          <a:p>
            <a:r>
              <a:rPr lang="en-US" dirty="0">
                <a:solidFill>
                  <a:schemeClr val="accent2"/>
                </a:solidFill>
                <a:latin typeface="+mj-lt"/>
              </a:rPr>
              <a:t>Today’s lecture</a:t>
            </a:r>
          </a:p>
        </p:txBody>
      </p:sp>
      <p:sp>
        <p:nvSpPr>
          <p:cNvPr id="24" name="TextBox 23"/>
          <p:cNvSpPr txBox="1"/>
          <p:nvPr/>
        </p:nvSpPr>
        <p:spPr>
          <a:xfrm>
            <a:off x="1285491" y="902452"/>
            <a:ext cx="2683235"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Welcome!</a:t>
            </a:r>
          </a:p>
        </p:txBody>
      </p:sp>
      <p:sp>
        <p:nvSpPr>
          <p:cNvPr id="25" name="Rectangle 24"/>
          <p:cNvSpPr/>
          <p:nvPr/>
        </p:nvSpPr>
        <p:spPr>
          <a:xfrm>
            <a:off x="1304344" y="2228807"/>
            <a:ext cx="8149621" cy="2585323"/>
          </a:xfrm>
          <a:prstGeom prst="rect">
            <a:avLst/>
          </a:prstGeom>
        </p:spPr>
        <p:txBody>
          <a:bodyPr wrap="square">
            <a:spAutoFit/>
          </a:bodyPr>
          <a:lstStyle/>
          <a:p>
            <a:r>
              <a:rPr lang="en-US" dirty="0">
                <a:solidFill>
                  <a:schemeClr val="bg1">
                    <a:lumMod val="65000"/>
                  </a:schemeClr>
                </a:solidFill>
              </a:rPr>
              <a:t>We will introduce </a:t>
            </a:r>
            <a:r>
              <a:rPr lang="en-US" b="1" dirty="0">
                <a:solidFill>
                  <a:schemeClr val="bg1">
                    <a:lumMod val="65000"/>
                  </a:schemeClr>
                </a:solidFill>
              </a:rPr>
              <a:t>arbitration</a:t>
            </a:r>
            <a:r>
              <a:rPr lang="en-US" dirty="0">
                <a:solidFill>
                  <a:schemeClr val="bg1">
                    <a:lumMod val="65000"/>
                  </a:schemeClr>
                </a:solidFill>
              </a:rPr>
              <a:t> as an alternative to litigation</a:t>
            </a:r>
          </a:p>
          <a:p>
            <a:br>
              <a:rPr lang="en-US" dirty="0">
                <a:solidFill>
                  <a:schemeClr val="bg1">
                    <a:lumMod val="65000"/>
                  </a:schemeClr>
                </a:solidFill>
              </a:rPr>
            </a:br>
            <a:r>
              <a:rPr lang="en-US" dirty="0">
                <a:solidFill>
                  <a:schemeClr val="bg1">
                    <a:lumMod val="65000"/>
                  </a:schemeClr>
                </a:solidFill>
              </a:rPr>
              <a:t>We will talk about </a:t>
            </a:r>
            <a:r>
              <a:rPr lang="en-US" b="1" dirty="0">
                <a:solidFill>
                  <a:schemeClr val="bg1">
                    <a:lumMod val="65000"/>
                  </a:schemeClr>
                </a:solidFill>
              </a:rPr>
              <a:t>key characteristics </a:t>
            </a:r>
            <a:r>
              <a:rPr lang="en-US" dirty="0">
                <a:solidFill>
                  <a:schemeClr val="bg1">
                    <a:lumMod val="65000"/>
                  </a:schemeClr>
                </a:solidFill>
              </a:rPr>
              <a:t>of arbitration as an ADR mechanism</a:t>
            </a:r>
          </a:p>
          <a:p>
            <a:endParaRPr lang="en-US" dirty="0">
              <a:solidFill>
                <a:schemeClr val="bg1">
                  <a:lumMod val="65000"/>
                </a:schemeClr>
              </a:solidFill>
            </a:endParaRPr>
          </a:p>
          <a:p>
            <a:r>
              <a:rPr lang="en-US" dirty="0">
                <a:solidFill>
                  <a:schemeClr val="bg1">
                    <a:lumMod val="65000"/>
                  </a:schemeClr>
                </a:solidFill>
              </a:rPr>
              <a:t>We will try to understand the basic </a:t>
            </a:r>
            <a:r>
              <a:rPr lang="en-US" b="1" dirty="0">
                <a:solidFill>
                  <a:schemeClr val="bg1">
                    <a:lumMod val="65000"/>
                  </a:schemeClr>
                </a:solidFill>
              </a:rPr>
              <a:t>legal framework</a:t>
            </a:r>
            <a:r>
              <a:rPr lang="en-US" dirty="0">
                <a:solidFill>
                  <a:schemeClr val="bg1">
                    <a:lumMod val="65000"/>
                  </a:schemeClr>
                </a:solidFill>
              </a:rPr>
              <a:t> the arbitration operates in</a:t>
            </a:r>
            <a:endParaRPr lang="en-US" b="1" dirty="0">
              <a:solidFill>
                <a:schemeClr val="bg1">
                  <a:lumMod val="65000"/>
                </a:schemeClr>
              </a:solidFill>
            </a:endParaRPr>
          </a:p>
          <a:p>
            <a:endParaRPr lang="en-US" dirty="0">
              <a:solidFill>
                <a:schemeClr val="bg1">
                  <a:lumMod val="65000"/>
                </a:schemeClr>
              </a:solidFill>
            </a:endParaRPr>
          </a:p>
          <a:p>
            <a:r>
              <a:rPr lang="en-US" dirty="0">
                <a:solidFill>
                  <a:schemeClr val="bg1">
                    <a:lumMod val="65000"/>
                  </a:schemeClr>
                </a:solidFill>
              </a:rPr>
              <a:t>We will introduce new legal sources, such as </a:t>
            </a:r>
            <a:r>
              <a:rPr lang="en-US" b="1" dirty="0">
                <a:solidFill>
                  <a:schemeClr val="bg1">
                    <a:lumMod val="65000"/>
                  </a:schemeClr>
                </a:solidFill>
              </a:rPr>
              <a:t>New York Convention</a:t>
            </a:r>
          </a:p>
          <a:p>
            <a:endParaRPr lang="en-US" dirty="0">
              <a:solidFill>
                <a:schemeClr val="bg1">
                  <a:lumMod val="65000"/>
                </a:schemeClr>
              </a:solidFill>
            </a:endParaRPr>
          </a:p>
          <a:p>
            <a:r>
              <a:rPr lang="en-US" dirty="0">
                <a:solidFill>
                  <a:schemeClr val="bg1">
                    <a:lumMod val="65000"/>
                  </a:schemeClr>
                </a:solidFill>
              </a:rPr>
              <a:t>We will discuss options for </a:t>
            </a:r>
            <a:r>
              <a:rPr lang="en-US" b="1" dirty="0">
                <a:solidFill>
                  <a:schemeClr val="bg1">
                    <a:lumMod val="65000"/>
                  </a:schemeClr>
                </a:solidFill>
              </a:rPr>
              <a:t>challenging</a:t>
            </a:r>
            <a:r>
              <a:rPr lang="en-US" dirty="0">
                <a:solidFill>
                  <a:schemeClr val="bg1">
                    <a:lumMod val="65000"/>
                  </a:schemeClr>
                </a:solidFill>
              </a:rPr>
              <a:t> arbitral awards</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439347" y="5137346"/>
            <a:ext cx="140930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a:cxnSpLocks/>
          </p:cNvCxnSpPr>
          <p:nvPr/>
        </p:nvCxnSpPr>
        <p:spPr>
          <a:xfrm>
            <a:off x="669303" y="5510618"/>
            <a:ext cx="4493324"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162627" y="5510618"/>
            <a:ext cx="0" cy="62632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2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xEl>
                                              <p:pRg st="0" end="0"/>
                                            </p:txEl>
                                          </p:spTgt>
                                        </p:tgtEl>
                                        <p:attrNameLst>
                                          <p:attrName>style.visibility</p:attrName>
                                        </p:attrNameLst>
                                      </p:cBhvr>
                                      <p:to>
                                        <p:strVal val="visible"/>
                                      </p:to>
                                    </p:set>
                                    <p:animEffect transition="in" filter="fade">
                                      <p:cBhvr>
                                        <p:cTn id="14" dur="500"/>
                                        <p:tgtEl>
                                          <p:spTgt spid="2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animEffect transition="in" filter="fade">
                                      <p:cBhvr>
                                        <p:cTn id="19" dur="500"/>
                                        <p:tgtEl>
                                          <p:spTgt spid="2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5">
                                            <p:txEl>
                                              <p:pRg st="3" end="3"/>
                                            </p:txEl>
                                          </p:spTgt>
                                        </p:tgtEl>
                                        <p:attrNameLst>
                                          <p:attrName>style.visibility</p:attrName>
                                        </p:attrNameLst>
                                      </p:cBhvr>
                                      <p:to>
                                        <p:strVal val="visible"/>
                                      </p:to>
                                    </p:set>
                                    <p:animEffect transition="in" filter="fade">
                                      <p:cBhvr>
                                        <p:cTn id="24" dur="500"/>
                                        <p:tgtEl>
                                          <p:spTgt spid="2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xEl>
                                              <p:pRg st="5" end="5"/>
                                            </p:txEl>
                                          </p:spTgt>
                                        </p:tgtEl>
                                        <p:attrNameLst>
                                          <p:attrName>style.visibility</p:attrName>
                                        </p:attrNameLst>
                                      </p:cBhvr>
                                      <p:to>
                                        <p:strVal val="visible"/>
                                      </p:to>
                                    </p:set>
                                    <p:animEffect transition="in" filter="fade">
                                      <p:cBhvr>
                                        <p:cTn id="29" dur="500"/>
                                        <p:tgtEl>
                                          <p:spTgt spid="2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5">
                                            <p:txEl>
                                              <p:pRg st="7" end="7"/>
                                            </p:txEl>
                                          </p:spTgt>
                                        </p:tgtEl>
                                        <p:attrNameLst>
                                          <p:attrName>style.visibility</p:attrName>
                                        </p:attrNameLst>
                                      </p:cBhvr>
                                      <p:to>
                                        <p:strVal val="visible"/>
                                      </p:to>
                                    </p:set>
                                    <p:animEffect transition="in" filter="fade">
                                      <p:cBhvr>
                                        <p:cTn id="34" dur="500"/>
                                        <p:tgtEl>
                                          <p:spTgt spid="2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285491" y="902452"/>
            <a:ext cx="4733988"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Reading materials</a:t>
            </a:r>
          </a:p>
        </p:txBody>
      </p:sp>
      <p:sp>
        <p:nvSpPr>
          <p:cNvPr id="25" name="Rectangle 24"/>
          <p:cNvSpPr/>
          <p:nvPr/>
        </p:nvSpPr>
        <p:spPr>
          <a:xfrm>
            <a:off x="1331588" y="2205673"/>
            <a:ext cx="9375782" cy="1015663"/>
          </a:xfrm>
          <a:prstGeom prst="rect">
            <a:avLst/>
          </a:prstGeom>
        </p:spPr>
        <p:txBody>
          <a:bodyPr wrap="square">
            <a:spAutoFit/>
          </a:bodyPr>
          <a:lstStyle/>
          <a:p>
            <a:r>
              <a:rPr lang="en-US" sz="2000" b="1" dirty="0">
                <a:solidFill>
                  <a:schemeClr val="bg1">
                    <a:lumMod val="65000"/>
                  </a:schemeClr>
                </a:solidFill>
              </a:rPr>
              <a:t>You should read Chapter 5 in GCM textbook.</a:t>
            </a:r>
            <a:r>
              <a:rPr lang="en-US" sz="2000" dirty="0">
                <a:solidFill>
                  <a:schemeClr val="bg1">
                    <a:lumMod val="65000"/>
                  </a:schemeClr>
                </a:solidFill>
              </a:rPr>
              <a:t> Some of the discussions there might be too detailed for this course. Additional material on arbitration will be posted on </a:t>
            </a:r>
            <a:r>
              <a:rPr lang="en-US" sz="2000" dirty="0" err="1">
                <a:solidFill>
                  <a:schemeClr val="bg1">
                    <a:lumMod val="65000"/>
                  </a:schemeClr>
                </a:solidFill>
              </a:rPr>
              <a:t>itsLearning</a:t>
            </a:r>
            <a:r>
              <a:rPr lang="en-US" sz="2000" dirty="0">
                <a:solidFill>
                  <a:schemeClr val="bg1">
                    <a:lumMod val="65000"/>
                  </a:schemeClr>
                </a:solidFill>
              </a:rPr>
              <a:t>.</a:t>
            </a:r>
            <a:endParaRPr lang="en-US" sz="2000" b="1" dirty="0">
              <a:solidFill>
                <a:schemeClr val="bg1">
                  <a:lumMod val="65000"/>
                </a:schemeClr>
              </a:solidFill>
            </a:endParaRPr>
          </a:p>
          <a:p>
            <a:endParaRPr lang="en-US" sz="2000" b="1" dirty="0">
              <a:solidFill>
                <a:schemeClr val="bg1">
                  <a:lumMod val="65000"/>
                </a:schemeClr>
              </a:solidFill>
            </a:endParaRP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89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765887" y="2584987"/>
            <a:ext cx="8517075" cy="769441"/>
          </a:xfrm>
          <a:prstGeom prst="rect">
            <a:avLst/>
          </a:prstGeom>
          <a:noFill/>
        </p:spPr>
        <p:txBody>
          <a:bodyPr wrap="none" rtlCol="0">
            <a:spAutoFit/>
          </a:bodyPr>
          <a:lstStyle/>
          <a:p>
            <a:pPr algn="ctr"/>
            <a:r>
              <a:rPr lang="en-US" sz="4400" dirty="0">
                <a:solidFill>
                  <a:schemeClr val="bg1">
                    <a:lumMod val="50000"/>
                  </a:schemeClr>
                </a:solidFill>
                <a:latin typeface="+mj-lt"/>
                <a:ea typeface="Open Sans" panose="020B0606030504020204" pitchFamily="34" charset="0"/>
                <a:cs typeface="Open Sans" panose="020B0606030504020204" pitchFamily="34" charset="0"/>
              </a:rPr>
              <a:t>International commercial arbitration</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53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149540" y="2584987"/>
            <a:ext cx="9749785" cy="1446550"/>
          </a:xfrm>
          <a:prstGeom prst="rect">
            <a:avLst/>
          </a:prstGeom>
          <a:noFill/>
        </p:spPr>
        <p:txBody>
          <a:bodyPr wrap="none" rtlCol="0">
            <a:spAutoFit/>
          </a:bodyPr>
          <a:lstStyle/>
          <a:p>
            <a:pPr algn="ctr"/>
            <a:r>
              <a:rPr lang="en-US" sz="4400" dirty="0">
                <a:solidFill>
                  <a:schemeClr val="bg1">
                    <a:lumMod val="50000"/>
                  </a:schemeClr>
                </a:solidFill>
                <a:latin typeface="+mj-lt"/>
                <a:ea typeface="Open Sans" panose="020B0606030504020204" pitchFamily="34" charset="0"/>
                <a:cs typeface="Open Sans" panose="020B0606030504020204" pitchFamily="34" charset="0"/>
              </a:rPr>
              <a:t>Material (substantive) law: CISG</a:t>
            </a:r>
          </a:p>
          <a:p>
            <a:pPr algn="ctr"/>
            <a:r>
              <a:rPr lang="en-US" sz="4400" b="1" dirty="0">
                <a:solidFill>
                  <a:schemeClr val="bg1">
                    <a:lumMod val="50000"/>
                  </a:schemeClr>
                </a:solidFill>
                <a:latin typeface="+mj-lt"/>
                <a:ea typeface="Open Sans" panose="020B0606030504020204" pitchFamily="34" charset="0"/>
                <a:cs typeface="Open Sans" panose="020B0606030504020204" pitchFamily="34" charset="0"/>
              </a:rPr>
              <a:t>Procedural law: Norwegian Arbitration Act</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4172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What is arbitration?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763085" y="5493084"/>
            <a:ext cx="69783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40697" y="2169973"/>
            <a:ext cx="921231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Arbitration is a form of </a:t>
            </a:r>
            <a:r>
              <a:rPr lang="en-US" altLang="en-US" b="1" dirty="0"/>
              <a:t>alternative dispute resolution </a:t>
            </a:r>
            <a:r>
              <a:rPr lang="en-US" altLang="en-US" dirty="0"/>
              <a:t>(ADR).</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There are many ADR mechanisms, where parties try to avoid taking their dispute to court.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Why?</a:t>
            </a:r>
          </a:p>
        </p:txBody>
      </p:sp>
    </p:spTree>
    <p:extLst>
      <p:ext uri="{BB962C8B-B14F-4D97-AF65-F5344CB8AC3E}">
        <p14:creationId xmlns:p14="http://schemas.microsoft.com/office/powerpoint/2010/main" val="155256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Chinese proverb (allegedly)</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763085" y="5493084"/>
            <a:ext cx="69783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40697" y="3247191"/>
            <a:ext cx="92123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“In death, avoid Hell. In life, avoid courts of law.”</a:t>
            </a:r>
          </a:p>
        </p:txBody>
      </p:sp>
    </p:spTree>
    <p:extLst>
      <p:ext uri="{BB962C8B-B14F-4D97-AF65-F5344CB8AC3E}">
        <p14:creationId xmlns:p14="http://schemas.microsoft.com/office/powerpoint/2010/main" val="146840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What is arbitration?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763085" y="5493084"/>
            <a:ext cx="69783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40697" y="2493138"/>
            <a:ext cx="921231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t>“A process by which parties </a:t>
            </a:r>
            <a:r>
              <a:rPr lang="en-US" b="1" dirty="0"/>
              <a:t>consensually</a:t>
            </a:r>
            <a:r>
              <a:rPr lang="en-US" dirty="0"/>
              <a:t> submit a dispute to a </a:t>
            </a:r>
            <a:r>
              <a:rPr lang="en-US" b="1" dirty="0"/>
              <a:t>non-governmental decision-maker</a:t>
            </a:r>
            <a:r>
              <a:rPr lang="en-US" dirty="0"/>
              <a:t>, selected by or for the parties, to render a </a:t>
            </a:r>
            <a:r>
              <a:rPr lang="en-US" b="1" dirty="0"/>
              <a:t>binding decision </a:t>
            </a:r>
            <a:r>
              <a:rPr lang="en-US" dirty="0"/>
              <a:t>resolving a dispute in accordance with </a:t>
            </a:r>
            <a:r>
              <a:rPr lang="en-US" b="1" dirty="0"/>
              <a:t>neutral, adjudicatory procedures </a:t>
            </a:r>
            <a:r>
              <a:rPr lang="en-US" dirty="0"/>
              <a:t>affording each party an </a:t>
            </a:r>
            <a:r>
              <a:rPr lang="en-US" b="1" dirty="0"/>
              <a:t>opportunity to present its case</a:t>
            </a:r>
            <a:r>
              <a:rPr lang="en-US" dirty="0"/>
              <a:t>”.</a:t>
            </a:r>
            <a:endParaRPr lang="sr-Latn-ME" dirty="0"/>
          </a:p>
        </p:txBody>
      </p:sp>
    </p:spTree>
    <p:extLst>
      <p:ext uri="{BB962C8B-B14F-4D97-AF65-F5344CB8AC3E}">
        <p14:creationId xmlns:p14="http://schemas.microsoft.com/office/powerpoint/2010/main" val="265487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Content Placeholder 3">
            <a:extLst>
              <a:ext uri="{FF2B5EF4-FFF2-40B4-BE49-F238E27FC236}">
                <a16:creationId xmlns:a16="http://schemas.microsoft.com/office/drawing/2014/main" id="{3481B833-1445-4CDA-8414-06960581B30C}"/>
              </a:ext>
            </a:extLst>
          </p:cNvPr>
          <p:cNvGraphicFramePr>
            <a:graphicFrameLocks noGrp="1"/>
          </p:cNvGraphicFramePr>
          <p:nvPr>
            <p:ph idx="1"/>
            <p:extLst>
              <p:ext uri="{D42A27DB-BD31-4B8C-83A1-F6EECF244321}">
                <p14:modId xmlns:p14="http://schemas.microsoft.com/office/powerpoint/2010/main" val="4075800366"/>
              </p:ext>
            </p:extLst>
          </p:nvPr>
        </p:nvGraphicFramePr>
        <p:xfrm>
          <a:off x="731240" y="444487"/>
          <a:ext cx="10729520" cy="59690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744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graphicEl>
                                              <a:dgm id="{CD483B22-2110-4005-A0D4-D211BDBD061B}"/>
                                            </p:graphicEl>
                                          </p:spTgt>
                                        </p:tgtEl>
                                        <p:attrNameLst>
                                          <p:attrName>style.visibility</p:attrName>
                                        </p:attrNameLst>
                                      </p:cBhvr>
                                      <p:to>
                                        <p:strVal val="visible"/>
                                      </p:to>
                                    </p:set>
                                    <p:animEffect transition="in" filter="fade">
                                      <p:cBhvr>
                                        <p:cTn id="7" dur="500"/>
                                        <p:tgtEl>
                                          <p:spTgt spid="23">
                                            <p:graphicEl>
                                              <a:dgm id="{CD483B22-2110-4005-A0D4-D211BDBD061B}"/>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graphicEl>
                                              <a:dgm id="{8AE9EECA-B324-424F-AE3B-F6915DEE4D57}"/>
                                            </p:graphicEl>
                                          </p:spTgt>
                                        </p:tgtEl>
                                        <p:attrNameLst>
                                          <p:attrName>style.visibility</p:attrName>
                                        </p:attrNameLst>
                                      </p:cBhvr>
                                      <p:to>
                                        <p:strVal val="visible"/>
                                      </p:to>
                                    </p:set>
                                    <p:animEffect transition="in" filter="fade">
                                      <p:cBhvr>
                                        <p:cTn id="10" dur="500"/>
                                        <p:tgtEl>
                                          <p:spTgt spid="23">
                                            <p:graphicEl>
                                              <a:dgm id="{8AE9EECA-B324-424F-AE3B-F6915DEE4D57}"/>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graphicEl>
                                              <a:dgm id="{F083DF05-7C41-40B9-BD17-D2E6C0E1D39B}"/>
                                            </p:graphicEl>
                                          </p:spTgt>
                                        </p:tgtEl>
                                        <p:attrNameLst>
                                          <p:attrName>style.visibility</p:attrName>
                                        </p:attrNameLst>
                                      </p:cBhvr>
                                      <p:to>
                                        <p:strVal val="visible"/>
                                      </p:to>
                                    </p:set>
                                    <p:animEffect transition="in" filter="fade">
                                      <p:cBhvr>
                                        <p:cTn id="15" dur="500"/>
                                        <p:tgtEl>
                                          <p:spTgt spid="23">
                                            <p:graphicEl>
                                              <a:dgm id="{F083DF05-7C41-40B9-BD17-D2E6C0E1D39B}"/>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graphicEl>
                                              <a:dgm id="{40800B6A-036C-4ADA-AF02-BF3BFEA00FCF}"/>
                                            </p:graphicEl>
                                          </p:spTgt>
                                        </p:tgtEl>
                                        <p:attrNameLst>
                                          <p:attrName>style.visibility</p:attrName>
                                        </p:attrNameLst>
                                      </p:cBhvr>
                                      <p:to>
                                        <p:strVal val="visible"/>
                                      </p:to>
                                    </p:set>
                                    <p:animEffect transition="in" filter="fade">
                                      <p:cBhvr>
                                        <p:cTn id="18" dur="500"/>
                                        <p:tgtEl>
                                          <p:spTgt spid="23">
                                            <p:graphicEl>
                                              <a:dgm id="{40800B6A-036C-4ADA-AF02-BF3BFEA00FCF}"/>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graphicEl>
                                              <a:dgm id="{7971C6C1-F69D-4565-A988-154B99F604D4}"/>
                                            </p:graphicEl>
                                          </p:spTgt>
                                        </p:tgtEl>
                                        <p:attrNameLst>
                                          <p:attrName>style.visibility</p:attrName>
                                        </p:attrNameLst>
                                      </p:cBhvr>
                                      <p:to>
                                        <p:strVal val="visible"/>
                                      </p:to>
                                    </p:set>
                                    <p:animEffect transition="in" filter="fade">
                                      <p:cBhvr>
                                        <p:cTn id="23" dur="500"/>
                                        <p:tgtEl>
                                          <p:spTgt spid="23">
                                            <p:graphicEl>
                                              <a:dgm id="{7971C6C1-F69D-4565-A988-154B99F604D4}"/>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graphicEl>
                                              <a:dgm id="{D457D9DF-B077-4672-99B2-52ED1DE0ECA1}"/>
                                            </p:graphicEl>
                                          </p:spTgt>
                                        </p:tgtEl>
                                        <p:attrNameLst>
                                          <p:attrName>style.visibility</p:attrName>
                                        </p:attrNameLst>
                                      </p:cBhvr>
                                      <p:to>
                                        <p:strVal val="visible"/>
                                      </p:to>
                                    </p:set>
                                    <p:animEffect transition="in" filter="fade">
                                      <p:cBhvr>
                                        <p:cTn id="26" dur="500"/>
                                        <p:tgtEl>
                                          <p:spTgt spid="23">
                                            <p:graphicEl>
                                              <a:dgm id="{D457D9DF-B077-4672-99B2-52ED1DE0ECA1}"/>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graphicEl>
                                              <a:dgm id="{B797ED20-FD45-43C0-A432-96549CB9777B}"/>
                                            </p:graphicEl>
                                          </p:spTgt>
                                        </p:tgtEl>
                                        <p:attrNameLst>
                                          <p:attrName>style.visibility</p:attrName>
                                        </p:attrNameLst>
                                      </p:cBhvr>
                                      <p:to>
                                        <p:strVal val="visible"/>
                                      </p:to>
                                    </p:set>
                                    <p:animEffect transition="in" filter="fade">
                                      <p:cBhvr>
                                        <p:cTn id="31" dur="500"/>
                                        <p:tgtEl>
                                          <p:spTgt spid="23">
                                            <p:graphicEl>
                                              <a:dgm id="{B797ED20-FD45-43C0-A432-96549CB9777B}"/>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graphicEl>
                                              <a:dgm id="{76469FD6-C80F-4AD0-B0CF-DF8B9533751B}"/>
                                            </p:graphicEl>
                                          </p:spTgt>
                                        </p:tgtEl>
                                        <p:attrNameLst>
                                          <p:attrName>style.visibility</p:attrName>
                                        </p:attrNameLst>
                                      </p:cBhvr>
                                      <p:to>
                                        <p:strVal val="visible"/>
                                      </p:to>
                                    </p:set>
                                    <p:animEffect transition="in" filter="fade">
                                      <p:cBhvr>
                                        <p:cTn id="34" dur="500"/>
                                        <p:tgtEl>
                                          <p:spTgt spid="23">
                                            <p:graphicEl>
                                              <a:dgm id="{76469FD6-C80F-4AD0-B0CF-DF8B9533751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Arbitration agreement 1</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763085" y="5493084"/>
            <a:ext cx="69783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40697" y="2105340"/>
            <a:ext cx="9212314" cy="2806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t>“Any dispute, controversy or claim arising out of or relating to this contract, or the breach, termination or invalidity thereof, shall be settled by Arbitration in accordance with the UNCITRAL Arbitration Rules in effect on the date of this contract. The appointing authority shall be the Arbitration and Dispute Resolution Institute of the Oslo Chamber of Commerce.”</a:t>
            </a:r>
            <a:endParaRPr lang="sr-Latn-ME" dirty="0"/>
          </a:p>
        </p:txBody>
      </p:sp>
    </p:spTree>
    <p:extLst>
      <p:ext uri="{BB962C8B-B14F-4D97-AF65-F5344CB8AC3E}">
        <p14:creationId xmlns:p14="http://schemas.microsoft.com/office/powerpoint/2010/main" val="377077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Arbitration agreement 2 - invalid</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763085" y="5493084"/>
            <a:ext cx="69783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40697" y="2493138"/>
            <a:ext cx="921231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t>“Any and all disputes arising out of this contract shall be resolved by a panel of three arbitrators, seated in London, who shall investigate the necessary facts and render an award which, upon being endorsed by all the parties, shall become binding and enforceable.”</a:t>
            </a:r>
          </a:p>
        </p:txBody>
      </p:sp>
    </p:spTree>
    <p:extLst>
      <p:ext uri="{BB962C8B-B14F-4D97-AF65-F5344CB8AC3E}">
        <p14:creationId xmlns:p14="http://schemas.microsoft.com/office/powerpoint/2010/main" val="411801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nb-NO" dirty="0" err="1"/>
              <a:t>Litigation</a:t>
            </a:r>
            <a:r>
              <a:rPr lang="nb-NO" dirty="0"/>
              <a:t> vs. </a:t>
            </a:r>
            <a:r>
              <a:rPr lang="nb-NO" dirty="0" err="1"/>
              <a:t>arbitration</a:t>
            </a:r>
            <a:r>
              <a:rPr lang="nb-NO" dirty="0"/>
              <a:t> - terms</a:t>
            </a:r>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763085" y="5493084"/>
            <a:ext cx="69783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49644" y="2043400"/>
            <a:ext cx="9212314"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b="1" dirty="0"/>
              <a:t>Litigation</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Judge</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Court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Judgement</a:t>
            </a:r>
          </a:p>
        </p:txBody>
      </p:sp>
      <p:sp>
        <p:nvSpPr>
          <p:cNvPr id="19" name="Rectangle 1">
            <a:extLst>
              <a:ext uri="{FF2B5EF4-FFF2-40B4-BE49-F238E27FC236}">
                <a16:creationId xmlns:a16="http://schemas.microsoft.com/office/drawing/2014/main" id="{D1B07CBD-CAE9-446C-8799-1A6E0DE830FC}"/>
              </a:ext>
            </a:extLst>
          </p:cNvPr>
          <p:cNvSpPr txBox="1">
            <a:spLocks noChangeArrowheads="1"/>
          </p:cNvSpPr>
          <p:nvPr/>
        </p:nvSpPr>
        <p:spPr bwMode="auto">
          <a:xfrm>
            <a:off x="6342749" y="2023579"/>
            <a:ext cx="9212314"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 typeface="Arial" panose="020B0604020202020204" pitchFamily="34" charset="0"/>
              <a:buNone/>
            </a:pPr>
            <a:r>
              <a:rPr lang="en-US" altLang="en-US" b="1" dirty="0"/>
              <a:t>Arbitration</a:t>
            </a:r>
          </a:p>
          <a:p>
            <a:pPr marL="0" indent="0" eaLnBrk="0" fontAlgn="base" hangingPunct="0">
              <a:lnSpc>
                <a:spcPct val="100000"/>
              </a:lnSpc>
              <a:spcBef>
                <a:spcPct val="0"/>
              </a:spcBef>
              <a:spcAft>
                <a:spcPct val="0"/>
              </a:spcAft>
              <a:buFont typeface="Arial" panose="020B0604020202020204" pitchFamily="34" charset="0"/>
              <a:buNone/>
            </a:pPr>
            <a:endParaRPr lang="en-US" altLang="en-US" dirty="0"/>
          </a:p>
          <a:p>
            <a:pPr marL="0" indent="0" eaLnBrk="0" fontAlgn="base" hangingPunct="0">
              <a:lnSpc>
                <a:spcPct val="100000"/>
              </a:lnSpc>
              <a:spcBef>
                <a:spcPct val="0"/>
              </a:spcBef>
              <a:spcAft>
                <a:spcPct val="0"/>
              </a:spcAft>
              <a:buFont typeface="Arial" panose="020B0604020202020204" pitchFamily="34" charset="0"/>
              <a:buNone/>
            </a:pPr>
            <a:r>
              <a:rPr lang="en-US" altLang="en-US" dirty="0"/>
              <a:t>Arbitrator</a:t>
            </a:r>
          </a:p>
          <a:p>
            <a:pPr marL="0" indent="0" eaLnBrk="0" fontAlgn="base" hangingPunct="0">
              <a:lnSpc>
                <a:spcPct val="100000"/>
              </a:lnSpc>
              <a:spcBef>
                <a:spcPct val="0"/>
              </a:spcBef>
              <a:spcAft>
                <a:spcPct val="0"/>
              </a:spcAft>
              <a:buFont typeface="Arial" panose="020B0604020202020204" pitchFamily="34" charset="0"/>
              <a:buNone/>
            </a:pPr>
            <a:endParaRPr lang="en-US" altLang="en-US" dirty="0"/>
          </a:p>
          <a:p>
            <a:pPr marL="0" indent="0" eaLnBrk="0" fontAlgn="base" hangingPunct="0">
              <a:lnSpc>
                <a:spcPct val="100000"/>
              </a:lnSpc>
              <a:spcBef>
                <a:spcPct val="0"/>
              </a:spcBef>
              <a:spcAft>
                <a:spcPct val="0"/>
              </a:spcAft>
              <a:buFont typeface="Arial" panose="020B0604020202020204" pitchFamily="34" charset="0"/>
              <a:buNone/>
            </a:pPr>
            <a:r>
              <a:rPr lang="en-US" altLang="en-US" dirty="0"/>
              <a:t>Arbitral tribunal</a:t>
            </a:r>
          </a:p>
          <a:p>
            <a:pPr marL="0" indent="0" eaLnBrk="0" fontAlgn="base" hangingPunct="0">
              <a:lnSpc>
                <a:spcPct val="100000"/>
              </a:lnSpc>
              <a:spcBef>
                <a:spcPct val="0"/>
              </a:spcBef>
              <a:spcAft>
                <a:spcPct val="0"/>
              </a:spcAft>
              <a:buFont typeface="Arial" panose="020B0604020202020204" pitchFamily="34" charset="0"/>
              <a:buNone/>
            </a:pPr>
            <a:endParaRPr lang="en-US" altLang="en-US" dirty="0"/>
          </a:p>
          <a:p>
            <a:pPr marL="0" indent="0" eaLnBrk="0" fontAlgn="base" hangingPunct="0">
              <a:lnSpc>
                <a:spcPct val="100000"/>
              </a:lnSpc>
              <a:spcBef>
                <a:spcPct val="0"/>
              </a:spcBef>
              <a:spcAft>
                <a:spcPct val="0"/>
              </a:spcAft>
              <a:buFont typeface="Arial" panose="020B0604020202020204" pitchFamily="34" charset="0"/>
              <a:buNone/>
            </a:pPr>
            <a:r>
              <a:rPr lang="en-US" altLang="en-US" dirty="0"/>
              <a:t>Arbitral award</a:t>
            </a:r>
          </a:p>
        </p:txBody>
      </p:sp>
    </p:spTree>
    <p:extLst>
      <p:ext uri="{BB962C8B-B14F-4D97-AF65-F5344CB8AC3E}">
        <p14:creationId xmlns:p14="http://schemas.microsoft.com/office/powerpoint/2010/main" val="2694281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6" end="6"/>
                                            </p:txEl>
                                          </p:spTgt>
                                        </p:tgtEl>
                                        <p:attrNameLst>
                                          <p:attrName>style.visibility</p:attrName>
                                        </p:attrNameLst>
                                      </p:cBhvr>
                                      <p:to>
                                        <p:strVal val="visible"/>
                                      </p:to>
                                    </p:set>
                                    <p:animEffect transition="in" filter="fade">
                                      <p:cBhvr>
                                        <p:cTn id="22" dur="500"/>
                                        <p:tgtEl>
                                          <p:spTgt spid="1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Effect transition="in" filter="fade">
                                      <p:cBhvr>
                                        <p:cTn id="27" dur="500"/>
                                        <p:tgtEl>
                                          <p:spTgt spid="1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xEl>
                                              <p:pRg st="2" end="2"/>
                                            </p:txEl>
                                          </p:spTgt>
                                        </p:tgtEl>
                                        <p:attrNameLst>
                                          <p:attrName>style.visibility</p:attrName>
                                        </p:attrNameLst>
                                      </p:cBhvr>
                                      <p:to>
                                        <p:strVal val="visible"/>
                                      </p:to>
                                    </p:set>
                                    <p:animEffect transition="in" filter="fade">
                                      <p:cBhvr>
                                        <p:cTn id="32" dur="500"/>
                                        <p:tgtEl>
                                          <p:spTgt spid="19">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xEl>
                                              <p:pRg st="4" end="4"/>
                                            </p:txEl>
                                          </p:spTgt>
                                        </p:tgtEl>
                                        <p:attrNameLst>
                                          <p:attrName>style.visibility</p:attrName>
                                        </p:attrNameLst>
                                      </p:cBhvr>
                                      <p:to>
                                        <p:strVal val="visible"/>
                                      </p:to>
                                    </p:set>
                                    <p:animEffect transition="in" filter="fade">
                                      <p:cBhvr>
                                        <p:cTn id="37" dur="500"/>
                                        <p:tgtEl>
                                          <p:spTgt spid="19">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xEl>
                                              <p:pRg st="6" end="6"/>
                                            </p:txEl>
                                          </p:spTgt>
                                        </p:tgtEl>
                                        <p:attrNameLst>
                                          <p:attrName>style.visibility</p:attrName>
                                        </p:attrNameLst>
                                      </p:cBhvr>
                                      <p:to>
                                        <p:strVal val="visible"/>
                                      </p:to>
                                    </p:set>
                                    <p:animEffect transition="in" filter="fade">
                                      <p:cBhvr>
                                        <p:cTn id="42" dur="500"/>
                                        <p:tgtEl>
                                          <p:spTgt spid="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1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Goal of arbitration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763085" y="5493084"/>
            <a:ext cx="69783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600473" y="1760802"/>
            <a:ext cx="9212314" cy="3707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t>Ultimate goal is for an arbitral tribunal to “render” (make) an “arbitral award” (their ruling)</a:t>
            </a:r>
          </a:p>
          <a:p>
            <a:pPr marL="0" indent="0" algn="just">
              <a:buNone/>
            </a:pPr>
            <a:endParaRPr lang="en-US" dirty="0"/>
          </a:p>
          <a:p>
            <a:pPr marL="0" indent="0" algn="just">
              <a:buNone/>
            </a:pPr>
            <a:r>
              <a:rPr lang="en-US" dirty="0"/>
              <a:t>Most parties comply voluntarily with these rulings (why?)</a:t>
            </a:r>
          </a:p>
          <a:p>
            <a:pPr marL="0" indent="0" algn="just">
              <a:buNone/>
            </a:pPr>
            <a:endParaRPr lang="en-US" dirty="0"/>
          </a:p>
          <a:p>
            <a:pPr marL="0" indent="0" algn="just">
              <a:buNone/>
            </a:pPr>
            <a:r>
              <a:rPr lang="en-US" dirty="0"/>
              <a:t>If the parties do not comply with arbitral awards, courts will force them to do so, without really reviewing the reasoning behind the award (courts trust arbitrators – why?)</a:t>
            </a:r>
            <a:endParaRPr lang="sr-Latn-ME" dirty="0"/>
          </a:p>
        </p:txBody>
      </p:sp>
    </p:spTree>
    <p:extLst>
      <p:ext uri="{BB962C8B-B14F-4D97-AF65-F5344CB8AC3E}">
        <p14:creationId xmlns:p14="http://schemas.microsoft.com/office/powerpoint/2010/main" val="422533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4033347" y="2584987"/>
            <a:ext cx="3982179" cy="1446550"/>
          </a:xfrm>
          <a:prstGeom prst="rect">
            <a:avLst/>
          </a:prstGeom>
          <a:noFill/>
        </p:spPr>
        <p:txBody>
          <a:bodyPr wrap="none" rtlCol="0">
            <a:spAutoFit/>
          </a:bodyPr>
          <a:lstStyle/>
          <a:p>
            <a:pPr algn="ctr"/>
            <a:r>
              <a:rPr lang="en-US" sz="4400" dirty="0">
                <a:solidFill>
                  <a:schemeClr val="bg1">
                    <a:lumMod val="50000"/>
                  </a:schemeClr>
                </a:solidFill>
                <a:latin typeface="+mj-lt"/>
                <a:ea typeface="Open Sans" panose="020B0606030504020204" pitchFamily="34" charset="0"/>
                <a:cs typeface="Open Sans" panose="020B0606030504020204" pitchFamily="34" charset="0"/>
              </a:rPr>
              <a:t>Legal framework</a:t>
            </a:r>
          </a:p>
          <a:p>
            <a:pPr algn="ctr"/>
            <a:r>
              <a:rPr lang="en-US" sz="4400" b="1" dirty="0">
                <a:solidFill>
                  <a:schemeClr val="bg1">
                    <a:lumMod val="50000"/>
                  </a:schemeClr>
                </a:solidFill>
                <a:latin typeface="+mj-lt"/>
                <a:ea typeface="Open Sans" panose="020B0606030504020204" pitchFamily="34" charset="0"/>
                <a:cs typeface="Open Sans" panose="020B0606030504020204" pitchFamily="34" charset="0"/>
              </a:rPr>
              <a:t>(important)</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3512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a:extLst>
              <a:ext uri="{FF2B5EF4-FFF2-40B4-BE49-F238E27FC236}">
                <a16:creationId xmlns:a16="http://schemas.microsoft.com/office/drawing/2014/main" id="{5AAE2A7C-F0E6-4380-84DD-0B18D7C4D1C6}"/>
              </a:ext>
            </a:extLst>
          </p:cNvPr>
          <p:cNvGraphicFramePr>
            <a:graphicFrameLocks noGrp="1"/>
          </p:cNvGraphicFramePr>
          <p:nvPr>
            <p:ph idx="1"/>
            <p:extLst>
              <p:ext uri="{D42A27DB-BD31-4B8C-83A1-F6EECF244321}">
                <p14:modId xmlns:p14="http://schemas.microsoft.com/office/powerpoint/2010/main" val="2963520521"/>
              </p:ext>
            </p:extLst>
          </p:nvPr>
        </p:nvGraphicFramePr>
        <p:xfrm>
          <a:off x="1070198" y="319550"/>
          <a:ext cx="10386924" cy="6058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040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42825143-18FC-4AC3-BA46-556AA69E48D7}"/>
                                            </p:graphicEl>
                                          </p:spTgt>
                                        </p:tgtEl>
                                        <p:attrNameLst>
                                          <p:attrName>style.visibility</p:attrName>
                                        </p:attrNameLst>
                                      </p:cBhvr>
                                      <p:to>
                                        <p:strVal val="visible"/>
                                      </p:to>
                                    </p:set>
                                    <p:animEffect transition="in" filter="fade">
                                      <p:cBhvr>
                                        <p:cTn id="7" dur="500"/>
                                        <p:tgtEl>
                                          <p:spTgt spid="5">
                                            <p:graphicEl>
                                              <a:dgm id="{42825143-18FC-4AC3-BA46-556AA69E48D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graphicEl>
                                              <a:dgm id="{0A983D08-FD27-42D3-8630-EE34A7579BD2}"/>
                                            </p:graphicEl>
                                          </p:spTgt>
                                        </p:tgtEl>
                                        <p:attrNameLst>
                                          <p:attrName>style.visibility</p:attrName>
                                        </p:attrNameLst>
                                      </p:cBhvr>
                                      <p:to>
                                        <p:strVal val="visible"/>
                                      </p:to>
                                    </p:set>
                                    <p:animEffect transition="in" filter="fade">
                                      <p:cBhvr>
                                        <p:cTn id="12" dur="500"/>
                                        <p:tgtEl>
                                          <p:spTgt spid="5">
                                            <p:graphicEl>
                                              <a:dgm id="{0A983D08-FD27-42D3-8630-EE34A7579BD2}"/>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graphicEl>
                                              <a:dgm id="{55B45C5B-65E3-4A20-AA36-43FF4F2E3B18}"/>
                                            </p:graphicEl>
                                          </p:spTgt>
                                        </p:tgtEl>
                                        <p:attrNameLst>
                                          <p:attrName>style.visibility</p:attrName>
                                        </p:attrNameLst>
                                      </p:cBhvr>
                                      <p:to>
                                        <p:strVal val="visible"/>
                                      </p:to>
                                    </p:set>
                                    <p:animEffect transition="in" filter="fade">
                                      <p:cBhvr>
                                        <p:cTn id="17" dur="500"/>
                                        <p:tgtEl>
                                          <p:spTgt spid="5">
                                            <p:graphicEl>
                                              <a:dgm id="{55B45C5B-65E3-4A20-AA36-43FF4F2E3B18}"/>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graphicEl>
                                              <a:dgm id="{04A6243B-4478-4339-AD9A-4C5115938ED4}"/>
                                            </p:graphicEl>
                                          </p:spTgt>
                                        </p:tgtEl>
                                        <p:attrNameLst>
                                          <p:attrName>style.visibility</p:attrName>
                                        </p:attrNameLst>
                                      </p:cBhvr>
                                      <p:to>
                                        <p:strVal val="visible"/>
                                      </p:to>
                                    </p:set>
                                    <p:animEffect transition="in" filter="fade">
                                      <p:cBhvr>
                                        <p:cTn id="22" dur="500"/>
                                        <p:tgtEl>
                                          <p:spTgt spid="5">
                                            <p:graphicEl>
                                              <a:dgm id="{04A6243B-4478-4339-AD9A-4C5115938ED4}"/>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graphicEl>
                                              <a:dgm id="{23F5F9D7-FB1B-4521-97C2-1A524984C568}"/>
                                            </p:graphicEl>
                                          </p:spTgt>
                                        </p:tgtEl>
                                        <p:attrNameLst>
                                          <p:attrName>style.visibility</p:attrName>
                                        </p:attrNameLst>
                                      </p:cBhvr>
                                      <p:to>
                                        <p:strVal val="visible"/>
                                      </p:to>
                                    </p:set>
                                    <p:animEffect transition="in" filter="fade">
                                      <p:cBhvr>
                                        <p:cTn id="27" dur="500"/>
                                        <p:tgtEl>
                                          <p:spTgt spid="5">
                                            <p:graphicEl>
                                              <a:dgm id="{23F5F9D7-FB1B-4521-97C2-1A524984C568}"/>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graphicEl>
                                              <a:dgm id="{C77A6A4B-5FB5-40C0-80B6-59A8084720E0}"/>
                                            </p:graphicEl>
                                          </p:spTgt>
                                        </p:tgtEl>
                                        <p:attrNameLst>
                                          <p:attrName>style.visibility</p:attrName>
                                        </p:attrNameLst>
                                      </p:cBhvr>
                                      <p:to>
                                        <p:strVal val="visible"/>
                                      </p:to>
                                    </p:set>
                                    <p:animEffect transition="in" filter="fade">
                                      <p:cBhvr>
                                        <p:cTn id="32" dur="500"/>
                                        <p:tgtEl>
                                          <p:spTgt spid="5">
                                            <p:graphicEl>
                                              <a:dgm id="{C77A6A4B-5FB5-40C0-80B6-59A8084720E0}"/>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graphicEl>
                                              <a:dgm id="{27EEC70F-612C-4A6B-926A-6703DDB7667C}"/>
                                            </p:graphicEl>
                                          </p:spTgt>
                                        </p:tgtEl>
                                        <p:attrNameLst>
                                          <p:attrName>style.visibility</p:attrName>
                                        </p:attrNameLst>
                                      </p:cBhvr>
                                      <p:to>
                                        <p:strVal val="visible"/>
                                      </p:to>
                                    </p:set>
                                    <p:animEffect transition="in" filter="fade">
                                      <p:cBhvr>
                                        <p:cTn id="37" dur="500"/>
                                        <p:tgtEl>
                                          <p:spTgt spid="5">
                                            <p:graphicEl>
                                              <a:dgm id="{27EEC70F-612C-4A6B-926A-6703DDB7667C}"/>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graphicEl>
                                              <a:dgm id="{507FF0D0-E094-4C77-B43F-03B10A63F62F}"/>
                                            </p:graphicEl>
                                          </p:spTgt>
                                        </p:tgtEl>
                                        <p:attrNameLst>
                                          <p:attrName>style.visibility</p:attrName>
                                        </p:attrNameLst>
                                      </p:cBhvr>
                                      <p:to>
                                        <p:strVal val="visible"/>
                                      </p:to>
                                    </p:set>
                                    <p:animEffect transition="in" filter="fade">
                                      <p:cBhvr>
                                        <p:cTn id="42" dur="500"/>
                                        <p:tgtEl>
                                          <p:spTgt spid="5">
                                            <p:graphicEl>
                                              <a:dgm id="{507FF0D0-E094-4C77-B43F-03B10A63F62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917" y="198301"/>
            <a:ext cx="10515600" cy="1325563"/>
          </a:xfrm>
        </p:spPr>
        <p:txBody>
          <a:bodyPr/>
          <a:lstStyle/>
          <a:p>
            <a:r>
              <a:rPr lang="en-US" dirty="0"/>
              <a:t>Arbitration agreement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73706" y="1419466"/>
            <a:ext cx="952689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dirty="0"/>
              <a:t>Without agreement of the parties, there is no arbitration (they would just go to court)</a:t>
            </a:r>
          </a:p>
          <a:p>
            <a:pPr marL="0" indent="0" eaLnBrk="0" fontAlgn="base" hangingPunct="0">
              <a:lnSpc>
                <a:spcPct val="100000"/>
              </a:lnSpc>
              <a:spcBef>
                <a:spcPct val="0"/>
              </a:spcBef>
              <a:spcAft>
                <a:spcPct val="0"/>
              </a:spcAft>
              <a:buNone/>
            </a:pPr>
            <a:endParaRPr lang="en-US" altLang="en-US" dirty="0"/>
          </a:p>
          <a:p>
            <a:pPr marL="0" indent="0" eaLnBrk="0" fontAlgn="base" hangingPunct="0">
              <a:lnSpc>
                <a:spcPct val="100000"/>
              </a:lnSpc>
              <a:spcBef>
                <a:spcPct val="0"/>
              </a:spcBef>
              <a:spcAft>
                <a:spcPct val="0"/>
              </a:spcAft>
              <a:buNone/>
            </a:pPr>
            <a:r>
              <a:rPr lang="en-US" altLang="en-US" dirty="0"/>
              <a:t>Must be drafted precisely, and can include a number of specific provisions on how arbitration is to be carried out</a:t>
            </a:r>
          </a:p>
          <a:p>
            <a:pPr marL="0" indent="0" eaLnBrk="0" fontAlgn="base" hangingPunct="0">
              <a:lnSpc>
                <a:spcPct val="100000"/>
              </a:lnSpc>
              <a:spcBef>
                <a:spcPct val="0"/>
              </a:spcBef>
              <a:spcAft>
                <a:spcPct val="0"/>
              </a:spcAft>
              <a:buNone/>
            </a:pPr>
            <a:endParaRPr lang="en-US" altLang="en-US" dirty="0"/>
          </a:p>
          <a:p>
            <a:pPr marL="0" indent="0" eaLnBrk="0" fontAlgn="base" hangingPunct="0">
              <a:lnSpc>
                <a:spcPct val="100000"/>
              </a:lnSpc>
              <a:spcBef>
                <a:spcPct val="0"/>
              </a:spcBef>
              <a:spcAft>
                <a:spcPct val="0"/>
              </a:spcAft>
              <a:buNone/>
            </a:pPr>
            <a:r>
              <a:rPr lang="en-US" altLang="en-US" dirty="0"/>
              <a:t>Principle of separability: arbitration agreement’s validity is independent of the validity of the main contract</a:t>
            </a:r>
          </a:p>
          <a:p>
            <a:pPr marL="457200" lvl="1" indent="0" eaLnBrk="0" fontAlgn="base" hangingPunct="0">
              <a:lnSpc>
                <a:spcPct val="100000"/>
              </a:lnSpc>
              <a:spcBef>
                <a:spcPct val="0"/>
              </a:spcBef>
              <a:spcAft>
                <a:spcPct val="0"/>
              </a:spcAft>
              <a:buNone/>
            </a:pPr>
            <a:r>
              <a:rPr lang="en-US" altLang="en-US" b="1" dirty="0"/>
              <a:t>Example</a:t>
            </a:r>
            <a:r>
              <a:rPr lang="en-US" altLang="en-US" dirty="0"/>
              <a:t>: You terminate a contract under CISG, but the arbitration clause is still valid. You therefore can’t go to court instead of arbitration.</a:t>
            </a:r>
          </a:p>
        </p:txBody>
      </p:sp>
    </p:spTree>
    <p:extLst>
      <p:ext uri="{BB962C8B-B14F-4D97-AF65-F5344CB8AC3E}">
        <p14:creationId xmlns:p14="http://schemas.microsoft.com/office/powerpoint/2010/main" val="320793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xEl>
                                              <p:pRg st="5" end="5"/>
                                            </p:txEl>
                                          </p:spTgt>
                                        </p:tgtEl>
                                        <p:attrNameLst>
                                          <p:attrName>style.visibility</p:attrName>
                                        </p:attrNameLst>
                                      </p:cBhvr>
                                      <p:to>
                                        <p:strVal val="visible"/>
                                      </p:to>
                                    </p:set>
                                    <p:animEffect transition="in" filter="fade">
                                      <p:cBhvr>
                                        <p:cTn id="20" dur="500"/>
                                        <p:tgtEl>
                                          <p:spTgt spid="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464" y="149197"/>
            <a:ext cx="10515600" cy="1325563"/>
          </a:xfrm>
        </p:spPr>
        <p:txBody>
          <a:bodyPr/>
          <a:lstStyle/>
          <a:p>
            <a:r>
              <a:rPr lang="en-US" dirty="0"/>
              <a:t>Arbitration agreement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43380" y="5605378"/>
            <a:ext cx="473242"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17308" y="1313150"/>
            <a:ext cx="10373125" cy="444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t>Presumptively valid</a:t>
            </a:r>
          </a:p>
          <a:p>
            <a:pPr marL="457200" lvl="1" indent="0" algn="just">
              <a:buNone/>
            </a:pPr>
            <a:r>
              <a:rPr lang="en-US" dirty="0"/>
              <a:t>NYC 2(1): “Each Contracting State </a:t>
            </a:r>
            <a:r>
              <a:rPr lang="en-US" u="sng" dirty="0"/>
              <a:t>shall recognize</a:t>
            </a:r>
            <a:r>
              <a:rPr lang="en-US" dirty="0"/>
              <a:t> </a:t>
            </a:r>
            <a:r>
              <a:rPr lang="en-US" u="sng" dirty="0"/>
              <a:t>an agreement in writing</a:t>
            </a:r>
            <a:r>
              <a:rPr lang="en-US" dirty="0"/>
              <a:t> under which the parties undertake to </a:t>
            </a:r>
            <a:r>
              <a:rPr lang="en-US" u="sng" dirty="0"/>
              <a:t>submit to arbitration all or any differences which have arisen or which may arise </a:t>
            </a:r>
            <a:r>
              <a:rPr lang="en-US" dirty="0"/>
              <a:t>between them in respect of a </a:t>
            </a:r>
            <a:r>
              <a:rPr lang="en-US" u="sng" dirty="0"/>
              <a:t>defined legal relationship</a:t>
            </a:r>
            <a:r>
              <a:rPr lang="en-US" dirty="0"/>
              <a:t>, whether contractual or not, concerning a subject matter </a:t>
            </a:r>
            <a:r>
              <a:rPr lang="en-US" u="sng" dirty="0"/>
              <a:t>capable of settlement by arbitration</a:t>
            </a:r>
            <a:r>
              <a:rPr lang="en-US" dirty="0"/>
              <a:t>.” </a:t>
            </a:r>
          </a:p>
          <a:p>
            <a:pPr marL="0" indent="0" algn="just">
              <a:buNone/>
            </a:pPr>
            <a:r>
              <a:rPr lang="en-US" dirty="0"/>
              <a:t>But what if one of the parties refuses to comply?</a:t>
            </a:r>
          </a:p>
          <a:p>
            <a:pPr marL="457200" lvl="1" indent="0" algn="just">
              <a:buNone/>
            </a:pPr>
            <a:r>
              <a:rPr lang="en-US" dirty="0"/>
              <a:t>Specific performance mandated by the NYC 2(3): “The court of a Contracting State, when seized of an action in a matter in respect of which the parties have made an </a:t>
            </a:r>
            <a:r>
              <a:rPr lang="en-US" u="sng" dirty="0"/>
              <a:t>agreement</a:t>
            </a:r>
            <a:r>
              <a:rPr lang="en-US" dirty="0"/>
              <a:t> within the meaning of this article, shall, at the request of one of the parties, </a:t>
            </a:r>
            <a:r>
              <a:rPr lang="en-US" u="sng" dirty="0"/>
              <a:t>refer the parties to arbitration</a:t>
            </a:r>
            <a:r>
              <a:rPr lang="en-US" dirty="0"/>
              <a:t>, </a:t>
            </a:r>
            <a:r>
              <a:rPr lang="en-US" u="sng" dirty="0"/>
              <a:t>unless it finds</a:t>
            </a:r>
            <a:r>
              <a:rPr lang="en-US" dirty="0"/>
              <a:t> that the said agreement is null and void, inoperative or incapable of being performed.”</a:t>
            </a:r>
            <a:endParaRPr lang="sr-Latn-ME" dirty="0"/>
          </a:p>
        </p:txBody>
      </p:sp>
    </p:spTree>
    <p:extLst>
      <p:ext uri="{BB962C8B-B14F-4D97-AF65-F5344CB8AC3E}">
        <p14:creationId xmlns:p14="http://schemas.microsoft.com/office/powerpoint/2010/main" val="325342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fade">
                                      <p:cBhvr>
                                        <p:cTn id="10" dur="500"/>
                                        <p:tgtEl>
                                          <p:spTgt spid="1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animEffect transition="in" filter="fade">
                                      <p:cBhvr>
                                        <p:cTn id="15" dur="500"/>
                                        <p:tgtEl>
                                          <p:spTgt spid="1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xEl>
                                              <p:pRg st="3" end="3"/>
                                            </p:txEl>
                                          </p:spTgt>
                                        </p:tgtEl>
                                        <p:attrNameLst>
                                          <p:attrName>style.visibility</p:attrName>
                                        </p:attrNameLst>
                                      </p:cBhvr>
                                      <p:to>
                                        <p:strVal val="visible"/>
                                      </p:to>
                                    </p:set>
                                    <p:animEffect transition="in" filter="fade">
                                      <p:cBhvr>
                                        <p:cTn id="18"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917" y="198301"/>
            <a:ext cx="10515600" cy="1325563"/>
          </a:xfrm>
        </p:spPr>
        <p:txBody>
          <a:bodyPr/>
          <a:lstStyle/>
          <a:p>
            <a:r>
              <a:rPr lang="en-US" dirty="0"/>
              <a:t>Arbitration agreement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73706" y="1788801"/>
            <a:ext cx="952689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dirty="0"/>
              <a:t>Parties can agree on any and all procedural aspects of arbitration in their agreement, as long as this is in line with the (typically rare) mandatory provisions of </a:t>
            </a:r>
            <a:r>
              <a:rPr lang="en-US" altLang="en-US" i="1" dirty="0" err="1"/>
              <a:t>lex</a:t>
            </a:r>
            <a:r>
              <a:rPr lang="en-US" altLang="en-US" i="1" dirty="0"/>
              <a:t> </a:t>
            </a:r>
            <a:r>
              <a:rPr lang="en-US" altLang="en-US" i="1" dirty="0" err="1"/>
              <a:t>arbitri</a:t>
            </a:r>
            <a:endParaRPr lang="en-US" altLang="en-US" i="1" dirty="0"/>
          </a:p>
          <a:p>
            <a:pPr marL="0" indent="0" eaLnBrk="0" fontAlgn="base" hangingPunct="0">
              <a:lnSpc>
                <a:spcPct val="100000"/>
              </a:lnSpc>
              <a:spcBef>
                <a:spcPct val="0"/>
              </a:spcBef>
              <a:spcAft>
                <a:spcPct val="0"/>
              </a:spcAft>
              <a:buNone/>
            </a:pPr>
            <a:endParaRPr lang="en-US" altLang="en-US" dirty="0"/>
          </a:p>
          <a:p>
            <a:pPr marL="0" indent="0" eaLnBrk="0" fontAlgn="base" hangingPunct="0">
              <a:lnSpc>
                <a:spcPct val="100000"/>
              </a:lnSpc>
              <a:spcBef>
                <a:spcPct val="0"/>
              </a:spcBef>
              <a:spcAft>
                <a:spcPct val="0"/>
              </a:spcAft>
              <a:buNone/>
            </a:pPr>
            <a:r>
              <a:rPr lang="en-US" altLang="en-US" dirty="0"/>
              <a:t>Example: “Buyer and seller agree to resolve all disputes in mandatory arbitration, held in Oslo. Number of arbitrators shall be three. Parties undertake to cover their own costs of evidence discovery. Buyer reserves the right to present the case first.”</a:t>
            </a:r>
          </a:p>
        </p:txBody>
      </p:sp>
    </p:spTree>
    <p:extLst>
      <p:ext uri="{BB962C8B-B14F-4D97-AF65-F5344CB8AC3E}">
        <p14:creationId xmlns:p14="http://schemas.microsoft.com/office/powerpoint/2010/main" val="274354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917" y="198301"/>
            <a:ext cx="10515600" cy="1325563"/>
          </a:xfrm>
        </p:spPr>
        <p:txBody>
          <a:bodyPr/>
          <a:lstStyle/>
          <a:p>
            <a:r>
              <a:rPr lang="en-US" dirty="0"/>
              <a:t>Institutional rules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73706" y="1788800"/>
            <a:ext cx="952689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nb-NO" altLang="en-US" dirty="0" err="1"/>
              <a:t>Some</a:t>
            </a:r>
            <a:r>
              <a:rPr lang="nb-NO" altLang="en-US" dirty="0"/>
              <a:t> </a:t>
            </a:r>
            <a:r>
              <a:rPr lang="nb-NO" altLang="en-US" dirty="0" err="1"/>
              <a:t>international</a:t>
            </a:r>
            <a:r>
              <a:rPr lang="nb-NO" altLang="en-US" dirty="0"/>
              <a:t> </a:t>
            </a:r>
            <a:r>
              <a:rPr lang="nb-NO" altLang="en-US" dirty="0" err="1"/>
              <a:t>institutions</a:t>
            </a:r>
            <a:r>
              <a:rPr lang="nb-NO" altLang="en-US" dirty="0"/>
              <a:t> </a:t>
            </a:r>
            <a:r>
              <a:rPr lang="nb-NO" altLang="en-US" dirty="0" err="1"/>
              <a:t>specialize</a:t>
            </a:r>
            <a:r>
              <a:rPr lang="nb-NO" altLang="en-US" dirty="0"/>
              <a:t> in providing </a:t>
            </a:r>
            <a:r>
              <a:rPr lang="nb-NO" altLang="en-US" dirty="0" err="1"/>
              <a:t>internatitonal</a:t>
            </a:r>
            <a:r>
              <a:rPr lang="nb-NO" altLang="en-US" dirty="0"/>
              <a:t> </a:t>
            </a:r>
            <a:r>
              <a:rPr lang="nb-NO" altLang="en-US" dirty="0" err="1"/>
              <a:t>commercial</a:t>
            </a:r>
            <a:r>
              <a:rPr lang="nb-NO" altLang="en-US" dirty="0"/>
              <a:t> </a:t>
            </a:r>
            <a:r>
              <a:rPr lang="nb-NO" altLang="en-US" dirty="0" err="1"/>
              <a:t>arbitration</a:t>
            </a:r>
            <a:r>
              <a:rPr lang="nb-NO" altLang="en-US" dirty="0"/>
              <a:t> services</a:t>
            </a:r>
          </a:p>
          <a:p>
            <a:pPr marL="0" indent="0" eaLnBrk="0" fontAlgn="base" hangingPunct="0">
              <a:lnSpc>
                <a:spcPct val="100000"/>
              </a:lnSpc>
              <a:spcBef>
                <a:spcPct val="0"/>
              </a:spcBef>
              <a:spcAft>
                <a:spcPct val="0"/>
              </a:spcAft>
              <a:buNone/>
            </a:pPr>
            <a:endParaRPr lang="nb-NO" altLang="en-US" dirty="0"/>
          </a:p>
          <a:p>
            <a:pPr marL="0" indent="0" eaLnBrk="0" fontAlgn="base" hangingPunct="0">
              <a:lnSpc>
                <a:spcPct val="100000"/>
              </a:lnSpc>
              <a:spcBef>
                <a:spcPct val="0"/>
              </a:spcBef>
              <a:spcAft>
                <a:spcPct val="0"/>
              </a:spcAft>
              <a:buNone/>
            </a:pPr>
            <a:r>
              <a:rPr lang="nb-NO" altLang="en-US" dirty="0" err="1"/>
              <a:t>They</a:t>
            </a:r>
            <a:r>
              <a:rPr lang="nb-NO" altLang="en-US" dirty="0"/>
              <a:t> offer </a:t>
            </a:r>
            <a:r>
              <a:rPr lang="nb-NO" altLang="en-US" dirty="0" err="1"/>
              <a:t>help</a:t>
            </a:r>
            <a:r>
              <a:rPr lang="nb-NO" altLang="en-US" dirty="0"/>
              <a:t> </a:t>
            </a:r>
            <a:r>
              <a:rPr lang="nb-NO" altLang="en-US" dirty="0" err="1"/>
              <a:t>finding</a:t>
            </a:r>
            <a:r>
              <a:rPr lang="nb-NO" altLang="en-US" dirty="0"/>
              <a:t> </a:t>
            </a:r>
            <a:r>
              <a:rPr lang="nb-NO" altLang="en-US" dirty="0" err="1"/>
              <a:t>arbitrators</a:t>
            </a:r>
            <a:r>
              <a:rPr lang="nb-NO" altLang="en-US" dirty="0"/>
              <a:t>, setting up </a:t>
            </a:r>
            <a:r>
              <a:rPr lang="nb-NO" altLang="en-US" dirty="0" err="1"/>
              <a:t>meetings</a:t>
            </a:r>
            <a:r>
              <a:rPr lang="nb-NO" altLang="en-US" dirty="0"/>
              <a:t>, </a:t>
            </a:r>
            <a:r>
              <a:rPr lang="nb-NO" altLang="en-US" dirty="0" err="1"/>
              <a:t>presenting</a:t>
            </a:r>
            <a:r>
              <a:rPr lang="nb-NO" altLang="en-US" dirty="0"/>
              <a:t> </a:t>
            </a:r>
            <a:r>
              <a:rPr lang="nb-NO" altLang="en-US" dirty="0" err="1"/>
              <a:t>evidence</a:t>
            </a:r>
            <a:r>
              <a:rPr lang="nb-NO" altLang="en-US" dirty="0"/>
              <a:t>…</a:t>
            </a:r>
          </a:p>
          <a:p>
            <a:pPr marL="0" indent="0" eaLnBrk="0" fontAlgn="base" hangingPunct="0">
              <a:lnSpc>
                <a:spcPct val="100000"/>
              </a:lnSpc>
              <a:spcBef>
                <a:spcPct val="0"/>
              </a:spcBef>
              <a:spcAft>
                <a:spcPct val="0"/>
              </a:spcAft>
              <a:buNone/>
            </a:pPr>
            <a:br>
              <a:rPr lang="nb-NO" altLang="en-US" dirty="0"/>
            </a:br>
            <a:r>
              <a:rPr lang="nb-NO" altLang="en-US" dirty="0" err="1"/>
              <a:t>They</a:t>
            </a:r>
            <a:r>
              <a:rPr lang="nb-NO" altLang="en-US" dirty="0"/>
              <a:t> </a:t>
            </a:r>
            <a:r>
              <a:rPr lang="nb-NO" altLang="en-US" dirty="0" err="1"/>
              <a:t>also</a:t>
            </a:r>
            <a:r>
              <a:rPr lang="nb-NO" altLang="en-US" dirty="0"/>
              <a:t> offer </a:t>
            </a:r>
            <a:r>
              <a:rPr lang="nb-NO" altLang="en-US" b="1" dirty="0" err="1"/>
              <a:t>procedural</a:t>
            </a:r>
            <a:r>
              <a:rPr lang="nb-NO" altLang="en-US" b="1" dirty="0"/>
              <a:t> </a:t>
            </a:r>
            <a:r>
              <a:rPr lang="nb-NO" altLang="en-US" b="1" dirty="0" err="1"/>
              <a:t>framework</a:t>
            </a:r>
            <a:r>
              <a:rPr lang="nb-NO" altLang="en-US" b="1" dirty="0"/>
              <a:t> </a:t>
            </a:r>
            <a:r>
              <a:rPr lang="nb-NO" altLang="en-US" dirty="0"/>
              <a:t>for </a:t>
            </a:r>
            <a:r>
              <a:rPr lang="nb-NO" altLang="en-US" dirty="0" err="1"/>
              <a:t>carrying</a:t>
            </a:r>
            <a:r>
              <a:rPr lang="nb-NO" altLang="en-US" dirty="0"/>
              <a:t> </a:t>
            </a:r>
            <a:r>
              <a:rPr lang="nb-NO" altLang="en-US" dirty="0" err="1"/>
              <a:t>out</a:t>
            </a:r>
            <a:r>
              <a:rPr lang="nb-NO" altLang="en-US" dirty="0"/>
              <a:t> </a:t>
            </a:r>
            <a:r>
              <a:rPr lang="nb-NO" altLang="en-US" dirty="0" err="1"/>
              <a:t>the</a:t>
            </a:r>
            <a:r>
              <a:rPr lang="nb-NO" altLang="en-US" dirty="0"/>
              <a:t> </a:t>
            </a:r>
            <a:r>
              <a:rPr lang="nb-NO" altLang="en-US" dirty="0" err="1"/>
              <a:t>arbitration</a:t>
            </a:r>
            <a:r>
              <a:rPr lang="nb-NO" altLang="en-US" dirty="0"/>
              <a:t>, via </a:t>
            </a:r>
            <a:r>
              <a:rPr lang="nb-NO" altLang="en-US" dirty="0" err="1"/>
              <a:t>their</a:t>
            </a:r>
            <a:r>
              <a:rPr lang="nb-NO" altLang="en-US" dirty="0"/>
              <a:t> </a:t>
            </a:r>
            <a:r>
              <a:rPr lang="nb-NO" altLang="en-US" dirty="0" err="1"/>
              <a:t>rules</a:t>
            </a:r>
            <a:endParaRPr lang="en-US" altLang="en-US" dirty="0"/>
          </a:p>
        </p:txBody>
      </p:sp>
    </p:spTree>
    <p:extLst>
      <p:ext uri="{BB962C8B-B14F-4D97-AF65-F5344CB8AC3E}">
        <p14:creationId xmlns:p14="http://schemas.microsoft.com/office/powerpoint/2010/main" val="275488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721" y="2620168"/>
            <a:ext cx="10515600" cy="1325563"/>
          </a:xfrm>
        </p:spPr>
        <p:txBody>
          <a:bodyPr/>
          <a:lstStyle/>
          <a:p>
            <a:r>
              <a:rPr lang="en-US" dirty="0"/>
              <a:t>Example: ICC rules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DAFCA6D3-E861-478A-ADFA-8A6A991AF721}"/>
              </a:ext>
            </a:extLst>
          </p:cNvPr>
          <p:cNvPicPr>
            <a:picLocks noChangeAspect="1"/>
          </p:cNvPicPr>
          <p:nvPr/>
        </p:nvPicPr>
        <p:blipFill>
          <a:blip r:embed="rId2"/>
          <a:stretch>
            <a:fillRect/>
          </a:stretch>
        </p:blipFill>
        <p:spPr>
          <a:xfrm>
            <a:off x="5951361" y="310702"/>
            <a:ext cx="2489059" cy="5498619"/>
          </a:xfrm>
          <a:prstGeom prst="rect">
            <a:avLst/>
          </a:prstGeom>
        </p:spPr>
      </p:pic>
      <p:pic>
        <p:nvPicPr>
          <p:cNvPr id="20" name="Picture 19">
            <a:extLst>
              <a:ext uri="{FF2B5EF4-FFF2-40B4-BE49-F238E27FC236}">
                <a16:creationId xmlns:a16="http://schemas.microsoft.com/office/drawing/2014/main" id="{8D434083-56C8-47CD-B5E8-6E5D02C12967}"/>
              </a:ext>
            </a:extLst>
          </p:cNvPr>
          <p:cNvPicPr>
            <a:picLocks noChangeAspect="1"/>
          </p:cNvPicPr>
          <p:nvPr/>
        </p:nvPicPr>
        <p:blipFill>
          <a:blip r:embed="rId3"/>
          <a:stretch>
            <a:fillRect/>
          </a:stretch>
        </p:blipFill>
        <p:spPr>
          <a:xfrm>
            <a:off x="9044268" y="310702"/>
            <a:ext cx="2490053" cy="2536165"/>
          </a:xfrm>
          <a:prstGeom prst="rect">
            <a:avLst/>
          </a:prstGeom>
        </p:spPr>
      </p:pic>
    </p:spTree>
    <p:extLst>
      <p:ext uri="{BB962C8B-B14F-4D97-AF65-F5344CB8AC3E}">
        <p14:creationId xmlns:p14="http://schemas.microsoft.com/office/powerpoint/2010/main" val="901496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43" y="72625"/>
            <a:ext cx="11256983" cy="1325563"/>
          </a:xfrm>
        </p:spPr>
        <p:txBody>
          <a:bodyPr/>
          <a:lstStyle/>
          <a:p>
            <a:r>
              <a:rPr lang="en-US" dirty="0"/>
              <a:t>Institutional rules: Oslo Chamber of Commerce</a:t>
            </a:r>
            <a:endParaRPr lang="nb-NO" dirty="0"/>
          </a:p>
        </p:txBody>
      </p:sp>
      <p:pic>
        <p:nvPicPr>
          <p:cNvPr id="19" name="Picture 18">
            <a:extLst>
              <a:ext uri="{FF2B5EF4-FFF2-40B4-BE49-F238E27FC236}">
                <a16:creationId xmlns:a16="http://schemas.microsoft.com/office/drawing/2014/main" id="{1CEDB66F-33B5-45D6-9398-B486D23EB2E1}"/>
              </a:ext>
            </a:extLst>
          </p:cNvPr>
          <p:cNvPicPr>
            <a:picLocks noChangeAspect="1"/>
          </p:cNvPicPr>
          <p:nvPr/>
        </p:nvPicPr>
        <p:blipFill>
          <a:blip r:embed="rId2"/>
          <a:stretch>
            <a:fillRect/>
          </a:stretch>
        </p:blipFill>
        <p:spPr>
          <a:xfrm>
            <a:off x="2977217" y="1460439"/>
            <a:ext cx="5948948" cy="5051933"/>
          </a:xfrm>
          <a:prstGeom prst="rect">
            <a:avLst/>
          </a:prstGeom>
        </p:spPr>
      </p:pic>
    </p:spTree>
    <p:extLst>
      <p:ext uri="{BB962C8B-B14F-4D97-AF65-F5344CB8AC3E}">
        <p14:creationId xmlns:p14="http://schemas.microsoft.com/office/powerpoint/2010/main" val="2975420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917" y="198301"/>
            <a:ext cx="10515600" cy="1325563"/>
          </a:xfrm>
        </p:spPr>
        <p:txBody>
          <a:bodyPr/>
          <a:lstStyle/>
          <a:p>
            <a:r>
              <a:rPr lang="en-US" dirty="0"/>
              <a:t>Institutional rules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73706" y="1788803"/>
            <a:ext cx="952689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dirty="0"/>
              <a:t>Arbitration rules are contractual in nature – they have the same effect as if the parties wrote them into their contract</a:t>
            </a:r>
          </a:p>
          <a:p>
            <a:pPr marL="0" indent="0" eaLnBrk="0" fontAlgn="base" hangingPunct="0">
              <a:lnSpc>
                <a:spcPct val="100000"/>
              </a:lnSpc>
              <a:spcBef>
                <a:spcPct val="0"/>
              </a:spcBef>
              <a:spcAft>
                <a:spcPct val="0"/>
              </a:spcAft>
              <a:buNone/>
            </a:pPr>
            <a:endParaRPr lang="en-US" altLang="en-US" dirty="0"/>
          </a:p>
          <a:p>
            <a:pPr marL="0" indent="0" eaLnBrk="0" fontAlgn="base" hangingPunct="0">
              <a:lnSpc>
                <a:spcPct val="100000"/>
              </a:lnSpc>
              <a:spcBef>
                <a:spcPct val="0"/>
              </a:spcBef>
              <a:spcAft>
                <a:spcPct val="0"/>
              </a:spcAft>
              <a:buNone/>
            </a:pPr>
            <a:r>
              <a:rPr lang="en-US" altLang="en-US" dirty="0"/>
              <a:t>We also find some rules for ad-hoc arbitrations, such as UNCITRAL Rules on Arbitration</a:t>
            </a:r>
          </a:p>
          <a:p>
            <a:pPr marL="0" indent="0" eaLnBrk="0" fontAlgn="base" hangingPunct="0">
              <a:lnSpc>
                <a:spcPct val="100000"/>
              </a:lnSpc>
              <a:spcBef>
                <a:spcPct val="0"/>
              </a:spcBef>
              <a:spcAft>
                <a:spcPct val="0"/>
              </a:spcAft>
              <a:buNone/>
            </a:pPr>
            <a:br>
              <a:rPr lang="en-US" altLang="en-US" dirty="0"/>
            </a:br>
            <a:r>
              <a:rPr lang="en-US" altLang="en-US" dirty="0"/>
              <a:t>Rules are contractual, so they can’t contradict mandatory norms of </a:t>
            </a:r>
            <a:r>
              <a:rPr lang="en-US" altLang="en-US" dirty="0" err="1"/>
              <a:t>lex</a:t>
            </a:r>
            <a:r>
              <a:rPr lang="en-US" altLang="en-US" dirty="0"/>
              <a:t> </a:t>
            </a:r>
            <a:r>
              <a:rPr lang="en-US" altLang="en-US" dirty="0" err="1"/>
              <a:t>arbitri</a:t>
            </a:r>
            <a:r>
              <a:rPr lang="en-US" altLang="en-US" dirty="0"/>
              <a:t> (but can change default ones)</a:t>
            </a:r>
          </a:p>
        </p:txBody>
      </p:sp>
    </p:spTree>
    <p:extLst>
      <p:ext uri="{BB962C8B-B14F-4D97-AF65-F5344CB8AC3E}">
        <p14:creationId xmlns:p14="http://schemas.microsoft.com/office/powerpoint/2010/main" val="308183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a:t>N</a:t>
            </a:r>
            <a:r>
              <a:rPr lang="en-US" dirty="0" err="1"/>
              <a:t>ational</a:t>
            </a:r>
            <a:r>
              <a:rPr lang="en-US" dirty="0"/>
              <a:t> legislation (</a:t>
            </a:r>
            <a:r>
              <a:rPr lang="en-US" dirty="0" err="1"/>
              <a:t>lex</a:t>
            </a:r>
            <a:r>
              <a:rPr lang="en-US" dirty="0"/>
              <a:t> </a:t>
            </a:r>
            <a:r>
              <a:rPr lang="en-US" dirty="0" err="1"/>
              <a:t>arbitri</a:t>
            </a:r>
            <a:r>
              <a:rPr lang="en-US" dirty="0"/>
              <a: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83909" y="1363898"/>
            <a:ext cx="10113489" cy="4697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altLang="en-US" dirty="0"/>
              <a:t>Law of the country where arbitration is taking place (“seat of arbitration”), dealing with questions of arbitration</a:t>
            </a:r>
          </a:p>
          <a:p>
            <a:pPr marL="0" indent="0">
              <a:buNone/>
            </a:pPr>
            <a:r>
              <a:rPr lang="en-US" dirty="0">
                <a:hlinkClick r:id="rId2"/>
              </a:rPr>
              <a:t>Norwegian Arbitration Act</a:t>
            </a:r>
            <a:endParaRPr lang="en-US" dirty="0"/>
          </a:p>
          <a:p>
            <a:pPr marL="0" indent="0">
              <a:buNone/>
            </a:pPr>
            <a:r>
              <a:rPr lang="en-US" dirty="0">
                <a:hlinkClick r:id="rId3"/>
              </a:rPr>
              <a:t>US FAA</a:t>
            </a:r>
            <a:endParaRPr lang="en-US" dirty="0"/>
          </a:p>
          <a:p>
            <a:pPr marL="0" indent="0">
              <a:buNone/>
            </a:pPr>
            <a:r>
              <a:rPr lang="en-US" dirty="0">
                <a:hlinkClick r:id="rId4"/>
              </a:rPr>
              <a:t>UK Arbitration Act</a:t>
            </a:r>
            <a:endParaRPr lang="en-US" dirty="0"/>
          </a:p>
          <a:p>
            <a:pPr marL="0" indent="0">
              <a:buNone/>
            </a:pPr>
            <a:endParaRPr lang="en-US" dirty="0"/>
          </a:p>
          <a:p>
            <a:pPr marL="0" indent="0">
              <a:buNone/>
            </a:pPr>
            <a:r>
              <a:rPr lang="en-US" dirty="0"/>
              <a:t>Regulates “internal” procedures of arbitration and “external” relationship with the courts of the seat</a:t>
            </a:r>
          </a:p>
          <a:p>
            <a:pPr marL="0" indent="0" eaLnBrk="0" fontAlgn="base" hangingPunct="0">
              <a:lnSpc>
                <a:spcPct val="100000"/>
              </a:lnSpc>
              <a:spcBef>
                <a:spcPct val="0"/>
              </a:spcBef>
              <a:spcAft>
                <a:spcPct val="0"/>
              </a:spcAft>
              <a:buNone/>
            </a:pPr>
            <a:r>
              <a:rPr lang="en-US" altLang="en-US" dirty="0"/>
              <a:t>Few mandatory “internal” rules; but “external” ones are important!</a:t>
            </a:r>
          </a:p>
          <a:p>
            <a:pPr marL="0" indent="0" eaLnBrk="0" fontAlgn="base" hangingPunct="0">
              <a:lnSpc>
                <a:spcPct val="100000"/>
              </a:lnSpc>
              <a:spcBef>
                <a:spcPct val="0"/>
              </a:spcBef>
              <a:spcAft>
                <a:spcPct val="0"/>
              </a:spcAft>
              <a:buNone/>
            </a:pPr>
            <a:endParaRPr lang="en-US" altLang="en-US" dirty="0"/>
          </a:p>
        </p:txBody>
      </p:sp>
    </p:spTree>
    <p:extLst>
      <p:ext uri="{BB962C8B-B14F-4D97-AF65-F5344CB8AC3E}">
        <p14:creationId xmlns:p14="http://schemas.microsoft.com/office/powerpoint/2010/main" val="334267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animEffect transition="in" filter="fade">
                                      <p:cBhvr>
                                        <p:cTn id="27" dur="500"/>
                                        <p:tgtEl>
                                          <p:spTgt spid="1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xEl>
                                              <p:pRg st="6" end="6"/>
                                            </p:txEl>
                                          </p:spTgt>
                                        </p:tgtEl>
                                        <p:attrNameLst>
                                          <p:attrName>style.visibility</p:attrName>
                                        </p:attrNameLst>
                                      </p:cBhvr>
                                      <p:to>
                                        <p:strVal val="visible"/>
                                      </p:to>
                                    </p:set>
                                    <p:animEffect transition="in" filter="fade">
                                      <p:cBhvr>
                                        <p:cTn id="32" dur="500"/>
                                        <p:tgtEl>
                                          <p:spTgt spid="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a:t>N</a:t>
            </a:r>
            <a:r>
              <a:rPr lang="en-US" dirty="0" err="1"/>
              <a:t>ational</a:t>
            </a:r>
            <a:r>
              <a:rPr lang="en-US" dirty="0"/>
              <a:t> legislation (</a:t>
            </a:r>
            <a:r>
              <a:rPr lang="en-US" dirty="0" err="1"/>
              <a:t>lex</a:t>
            </a:r>
            <a:r>
              <a:rPr lang="en-US" dirty="0"/>
              <a:t> </a:t>
            </a:r>
            <a:r>
              <a:rPr lang="en-US" dirty="0" err="1"/>
              <a:t>arbitri</a:t>
            </a:r>
            <a:r>
              <a:rPr lang="en-US" dirty="0"/>
              <a:t>): validity</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33269" y="5563268"/>
            <a:ext cx="55746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83909" y="1493670"/>
            <a:ext cx="10113489" cy="432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600" dirty="0"/>
              <a:t>Most awards are voluntarily complied with</a:t>
            </a:r>
          </a:p>
          <a:p>
            <a:pPr marL="0" indent="0" algn="just">
              <a:buNone/>
            </a:pPr>
            <a:r>
              <a:rPr lang="en-US" sz="2600" dirty="0"/>
              <a:t>Court review of awards is typically very limited</a:t>
            </a:r>
          </a:p>
          <a:p>
            <a:pPr marL="0" indent="0" algn="just">
              <a:buNone/>
            </a:pPr>
            <a:r>
              <a:rPr lang="en-US" sz="2600" dirty="0"/>
              <a:t>Still, most national laws contain some limited grounds for “setting aside”/”invalidating”/”annulling” arbitral awards – </a:t>
            </a:r>
            <a:r>
              <a:rPr lang="en-US" sz="2600" b="1" dirty="0"/>
              <a:t>“validity challenge”</a:t>
            </a:r>
          </a:p>
          <a:p>
            <a:pPr marL="0" indent="0" algn="just">
              <a:buNone/>
            </a:pPr>
            <a:endParaRPr lang="en-US" sz="2600" dirty="0"/>
          </a:p>
          <a:p>
            <a:pPr marL="0" indent="0" algn="just">
              <a:buNone/>
            </a:pPr>
            <a:r>
              <a:rPr lang="en-US" sz="2600" dirty="0"/>
              <a:t>Before the courts of the seat, and under </a:t>
            </a:r>
            <a:r>
              <a:rPr lang="en-US" sz="2600" i="1" dirty="0" err="1"/>
              <a:t>lex</a:t>
            </a:r>
            <a:r>
              <a:rPr lang="en-US" sz="2600" i="1" dirty="0"/>
              <a:t> </a:t>
            </a:r>
            <a:r>
              <a:rPr lang="en-US" sz="2600" i="1" dirty="0" err="1"/>
              <a:t>arbitri</a:t>
            </a:r>
            <a:r>
              <a:rPr lang="en-US" sz="2600" i="1" dirty="0"/>
              <a:t>, </a:t>
            </a:r>
            <a:r>
              <a:rPr lang="en-US" sz="2600" dirty="0"/>
              <a:t>which gives courts grounds to set the award aside</a:t>
            </a:r>
          </a:p>
          <a:p>
            <a:pPr marL="0" indent="0" eaLnBrk="0" fontAlgn="base" hangingPunct="0">
              <a:lnSpc>
                <a:spcPct val="100000"/>
              </a:lnSpc>
              <a:spcBef>
                <a:spcPct val="0"/>
              </a:spcBef>
              <a:spcAft>
                <a:spcPct val="0"/>
              </a:spcAft>
              <a:buNone/>
            </a:pPr>
            <a:r>
              <a:rPr lang="en-US" altLang="en-US" sz="2600" dirty="0"/>
              <a:t>Example: In Norway, under Norwegian AA, you can ask the court to set the award aside if the arbitral award is “contrary to Norwegian public policy”</a:t>
            </a:r>
          </a:p>
        </p:txBody>
      </p:sp>
    </p:spTree>
    <p:extLst>
      <p:ext uri="{BB962C8B-B14F-4D97-AF65-F5344CB8AC3E}">
        <p14:creationId xmlns:p14="http://schemas.microsoft.com/office/powerpoint/2010/main" val="52096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4" end="4"/>
                                            </p:txEl>
                                          </p:spTgt>
                                        </p:tgtEl>
                                        <p:attrNameLst>
                                          <p:attrName>style.visibility</p:attrName>
                                        </p:attrNameLst>
                                      </p:cBhvr>
                                      <p:to>
                                        <p:strVal val="visible"/>
                                      </p:to>
                                    </p:set>
                                    <p:animEffect transition="in" filter="fade">
                                      <p:cBhvr>
                                        <p:cTn id="22" dur="500"/>
                                        <p:tgtEl>
                                          <p:spTgt spid="1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animEffect transition="in" filter="fade">
                                      <p:cBhvr>
                                        <p:cTn id="27" dur="500"/>
                                        <p:tgtEl>
                                          <p:spTgt spid="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a:t>International </a:t>
            </a:r>
            <a:r>
              <a:rPr lang="en-US" dirty="0"/>
              <a:t>framework: NYC</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844129" y="5638126"/>
            <a:ext cx="40774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21322" y="5583320"/>
            <a:ext cx="51735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100" y="5649098"/>
            <a:ext cx="38580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17292" y="5615290"/>
            <a:ext cx="45341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949290" y="5615290"/>
            <a:ext cx="453419"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717529" y="5543527"/>
            <a:ext cx="596944"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93724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83909" y="1208207"/>
            <a:ext cx="10113489" cy="489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hlinkClick r:id="rId2"/>
              </a:rPr>
              <a:t>Convention on the Recognition and Enforcement of Foreign Arbitral Awards (New York, 1958) (the "New York Convention")</a:t>
            </a:r>
            <a:endParaRPr lang="en-US" sz="2400" dirty="0"/>
          </a:p>
          <a:p>
            <a:pPr marL="0" indent="0">
              <a:buNone/>
            </a:pPr>
            <a:r>
              <a:rPr lang="en-US" sz="2400" dirty="0"/>
              <a:t>“A single set of international legal standards for the enforcement of arbitration agreements and awards”.</a:t>
            </a:r>
          </a:p>
          <a:p>
            <a:pPr marL="0" indent="0">
              <a:buNone/>
            </a:pPr>
            <a:r>
              <a:rPr lang="en-US" sz="2400" dirty="0"/>
              <a:t>As such, it does not cover </a:t>
            </a:r>
            <a:r>
              <a:rPr lang="en-US" sz="2400" u="sng" dirty="0"/>
              <a:t>all</a:t>
            </a:r>
            <a:r>
              <a:rPr lang="en-US" sz="2400" dirty="0"/>
              <a:t> the aspects of arbitral proceedings – but is still immensely important</a:t>
            </a:r>
          </a:p>
          <a:p>
            <a:pPr marL="0" indent="0">
              <a:buNone/>
            </a:pPr>
            <a:r>
              <a:rPr lang="en-US" sz="2400" dirty="0"/>
              <a:t>Effects:</a:t>
            </a:r>
          </a:p>
          <a:p>
            <a:pPr marL="457200" lvl="1" indent="0">
              <a:buNone/>
            </a:pPr>
            <a:r>
              <a:rPr lang="en-US" sz="2000" dirty="0"/>
              <a:t>Requires national courts to recognize and enforce </a:t>
            </a:r>
            <a:r>
              <a:rPr lang="en-US" sz="2000" b="1" dirty="0"/>
              <a:t>foreign awards</a:t>
            </a:r>
            <a:r>
              <a:rPr lang="en-US" sz="2000" dirty="0"/>
              <a:t>, subject to a limited set of exceptions</a:t>
            </a:r>
          </a:p>
          <a:p>
            <a:pPr marL="457200" lvl="1" indent="0">
              <a:buNone/>
            </a:pPr>
            <a:r>
              <a:rPr lang="en-US" sz="2000" dirty="0"/>
              <a:t>Requires national courts to </a:t>
            </a:r>
            <a:r>
              <a:rPr lang="en-US" sz="2000" b="1" dirty="0"/>
              <a:t>recognize and enforce arbitration agreements</a:t>
            </a:r>
            <a:r>
              <a:rPr lang="en-US" sz="2000" dirty="0"/>
              <a:t>, subject to a limited set of exceptions</a:t>
            </a:r>
          </a:p>
          <a:p>
            <a:pPr marL="457200" lvl="1" indent="0">
              <a:buNone/>
            </a:pPr>
            <a:r>
              <a:rPr lang="en-US" sz="2000" dirty="0"/>
              <a:t>Requires national courts to </a:t>
            </a:r>
            <a:r>
              <a:rPr lang="en-US" sz="2000" b="1" dirty="0"/>
              <a:t>refer parties to arbitration</a:t>
            </a:r>
            <a:r>
              <a:rPr lang="en-US" sz="2000" dirty="0"/>
              <a:t>, when there is a valid agreement</a:t>
            </a:r>
          </a:p>
          <a:p>
            <a:pPr marL="0" indent="0">
              <a:buNone/>
            </a:pPr>
            <a:r>
              <a:rPr lang="en-US" sz="2400" dirty="0"/>
              <a:t>Courts don’t get to review the merits before enforcing an award!</a:t>
            </a:r>
          </a:p>
        </p:txBody>
      </p:sp>
    </p:spTree>
    <p:extLst>
      <p:ext uri="{BB962C8B-B14F-4D97-AF65-F5344CB8AC3E}">
        <p14:creationId xmlns:p14="http://schemas.microsoft.com/office/powerpoint/2010/main" val="316381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xEl>
                                              <p:pRg st="4" end="4"/>
                                            </p:txEl>
                                          </p:spTgt>
                                        </p:tgtEl>
                                        <p:attrNameLst>
                                          <p:attrName>style.visibility</p:attrName>
                                        </p:attrNameLst>
                                      </p:cBhvr>
                                      <p:to>
                                        <p:strVal val="visible"/>
                                      </p:to>
                                    </p:set>
                                    <p:animEffect transition="in" filter="fade">
                                      <p:cBhvr>
                                        <p:cTn id="25" dur="500"/>
                                        <p:tgtEl>
                                          <p:spTgt spid="18">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xEl>
                                              <p:pRg st="5" end="5"/>
                                            </p:txEl>
                                          </p:spTgt>
                                        </p:tgtEl>
                                        <p:attrNameLst>
                                          <p:attrName>style.visibility</p:attrName>
                                        </p:attrNameLst>
                                      </p:cBhvr>
                                      <p:to>
                                        <p:strVal val="visible"/>
                                      </p:to>
                                    </p:set>
                                    <p:animEffect transition="in" filter="fade">
                                      <p:cBhvr>
                                        <p:cTn id="28" dur="500"/>
                                        <p:tgtEl>
                                          <p:spTgt spid="18">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animEffect transition="in" filter="fade">
                                      <p:cBhvr>
                                        <p:cTn id="31" dur="500"/>
                                        <p:tgtEl>
                                          <p:spTgt spid="18">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xEl>
                                              <p:pRg st="7" end="7"/>
                                            </p:txEl>
                                          </p:spTgt>
                                        </p:tgtEl>
                                        <p:attrNameLst>
                                          <p:attrName>style.visibility</p:attrName>
                                        </p:attrNameLst>
                                      </p:cBhvr>
                                      <p:to>
                                        <p:strVal val="visible"/>
                                      </p:to>
                                    </p:set>
                                    <p:animEffect transition="in" filter="fade">
                                      <p:cBhvr>
                                        <p:cTn id="36"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a:t>NYC: </a:t>
            </a:r>
            <a:r>
              <a:rPr lang="nb-NO" dirty="0" err="1"/>
              <a:t>Grounds</a:t>
            </a:r>
            <a:r>
              <a:rPr lang="nb-NO" dirty="0"/>
              <a:t> for </a:t>
            </a:r>
            <a:r>
              <a:rPr lang="nb-NO" dirty="0" err="1"/>
              <a:t>denying</a:t>
            </a:r>
            <a:r>
              <a:rPr lang="nb-NO" dirty="0"/>
              <a:t> </a:t>
            </a:r>
            <a:r>
              <a:rPr lang="nb-NO" dirty="0" err="1"/>
              <a:t>recognition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844129" y="5638126"/>
            <a:ext cx="40774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21322" y="5583320"/>
            <a:ext cx="51735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100" y="5649098"/>
            <a:ext cx="38580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17292" y="5615290"/>
            <a:ext cx="45341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949290" y="5615290"/>
            <a:ext cx="453419"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717529" y="5543527"/>
            <a:ext cx="596944"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93724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83909" y="2062543"/>
            <a:ext cx="10113489" cy="3188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dirty="0"/>
              <a:t>Arbitration agreement invalid; no capacity</a:t>
            </a:r>
          </a:p>
          <a:p>
            <a:pPr algn="just"/>
            <a:r>
              <a:rPr lang="en-US" sz="2400" dirty="0"/>
              <a:t>Party denied opportunity to present its case</a:t>
            </a:r>
          </a:p>
          <a:p>
            <a:pPr algn="just"/>
            <a:r>
              <a:rPr lang="en-US" sz="2400" dirty="0"/>
              <a:t>Award deals with matters outside the scope of agreement</a:t>
            </a:r>
          </a:p>
          <a:p>
            <a:pPr algn="just"/>
            <a:r>
              <a:rPr lang="en-US" sz="2400" dirty="0"/>
              <a:t>Composition of tribunal or procedure is not in line with the agreement</a:t>
            </a:r>
          </a:p>
          <a:p>
            <a:pPr algn="just"/>
            <a:r>
              <a:rPr lang="en-US" sz="2400" i="1" dirty="0"/>
              <a:t>Award not binding or annulled in seat</a:t>
            </a:r>
          </a:p>
          <a:p>
            <a:pPr algn="just"/>
            <a:r>
              <a:rPr lang="en-US" sz="2400" dirty="0"/>
              <a:t>Disputes were not arbitrable</a:t>
            </a:r>
          </a:p>
          <a:p>
            <a:pPr algn="just"/>
            <a:r>
              <a:rPr lang="en-US" sz="2400" dirty="0"/>
              <a:t>Award violates public policy</a:t>
            </a:r>
          </a:p>
        </p:txBody>
      </p:sp>
    </p:spTree>
    <p:extLst>
      <p:ext uri="{BB962C8B-B14F-4D97-AF65-F5344CB8AC3E}">
        <p14:creationId xmlns:p14="http://schemas.microsoft.com/office/powerpoint/2010/main" val="269794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xEl>
                                              <p:pRg st="5" end="5"/>
                                            </p:txEl>
                                          </p:spTgt>
                                        </p:tgtEl>
                                        <p:attrNameLst>
                                          <p:attrName>style.visibility</p:attrName>
                                        </p:attrNameLst>
                                      </p:cBhvr>
                                      <p:to>
                                        <p:strVal val="visible"/>
                                      </p:to>
                                    </p:set>
                                    <p:animEffect transition="in" filter="fade">
                                      <p:cBhvr>
                                        <p:cTn id="32" dur="500"/>
                                        <p:tgtEl>
                                          <p:spTgt spid="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xEl>
                                              <p:pRg st="6" end="6"/>
                                            </p:txEl>
                                          </p:spTgt>
                                        </p:tgtEl>
                                        <p:attrNameLst>
                                          <p:attrName>style.visibility</p:attrName>
                                        </p:attrNameLst>
                                      </p:cBhvr>
                                      <p:to>
                                        <p:strVal val="visible"/>
                                      </p:to>
                                    </p:set>
                                    <p:animEffect transition="in" filter="fade">
                                      <p:cBhvr>
                                        <p:cTn id="37" dur="500"/>
                                        <p:tgtEl>
                                          <p:spTgt spid="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err="1"/>
              <a:t>Litigate</a:t>
            </a:r>
            <a:r>
              <a:rPr lang="nb-NO" dirty="0"/>
              <a:t> or </a:t>
            </a:r>
            <a:r>
              <a:rPr lang="nb-NO" dirty="0" err="1"/>
              <a:t>arbitrate</a:t>
            </a:r>
            <a:r>
              <a:rPr lang="nb-NO" dirty="0"/>
              <a:t>?</a:t>
            </a:r>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844129" y="5638126"/>
            <a:ext cx="40774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21322" y="5583320"/>
            <a:ext cx="51735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100" y="5649098"/>
            <a:ext cx="38580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17292" y="5615290"/>
            <a:ext cx="45341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949290" y="5615290"/>
            <a:ext cx="453419"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717529" y="5543527"/>
            <a:ext cx="596944"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93724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83909" y="2319023"/>
            <a:ext cx="10113489" cy="2675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(May 20, 1751)</a:t>
            </a:r>
          </a:p>
          <a:p>
            <a:endParaRPr lang="en-US" sz="2400" dirty="0"/>
          </a:p>
          <a:p>
            <a:pPr marL="0" indent="0">
              <a:buNone/>
            </a:pPr>
            <a:r>
              <a:rPr lang="en-US" sz="2400" dirty="0"/>
              <a:t>[L]et me tell you that after you have expended large Sums of Money, and </a:t>
            </a:r>
            <a:r>
              <a:rPr lang="en-US" sz="2400" dirty="0" err="1"/>
              <a:t>squander'd</a:t>
            </a:r>
            <a:r>
              <a:rPr lang="en-US" sz="2400" dirty="0"/>
              <a:t> away a deal of Time &amp; Attendance on your lawyers, and Preparations for Hearings one Term after another, you will probably be of another Mind, and be glad </a:t>
            </a:r>
            <a:r>
              <a:rPr lang="en-US" sz="2400" i="1" dirty="0"/>
              <a:t>Seven Years hence </a:t>
            </a:r>
            <a:r>
              <a:rPr lang="en-US" sz="2400" dirty="0"/>
              <a:t>to leave it to that Arbitration which you now refuse.</a:t>
            </a:r>
            <a:endParaRPr lang="nb-NO" sz="2400" dirty="0"/>
          </a:p>
        </p:txBody>
      </p:sp>
    </p:spTree>
    <p:extLst>
      <p:ext uri="{BB962C8B-B14F-4D97-AF65-F5344CB8AC3E}">
        <p14:creationId xmlns:p14="http://schemas.microsoft.com/office/powerpoint/2010/main" val="148405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err="1"/>
              <a:t>Litigate</a:t>
            </a:r>
            <a:r>
              <a:rPr lang="nb-NO" dirty="0"/>
              <a:t> or </a:t>
            </a:r>
            <a:r>
              <a:rPr lang="nb-NO" dirty="0" err="1"/>
              <a:t>arbitrate</a:t>
            </a:r>
            <a:r>
              <a:rPr lang="nb-NO" dirty="0"/>
              <a:t>?</a:t>
            </a:r>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844129" y="5638126"/>
            <a:ext cx="40774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21322" y="5583320"/>
            <a:ext cx="51735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100" y="5649098"/>
            <a:ext cx="38580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17292" y="5615290"/>
            <a:ext cx="45341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949290" y="5615290"/>
            <a:ext cx="453419"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717529" y="5543527"/>
            <a:ext cx="596944"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93724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83909" y="1832223"/>
            <a:ext cx="10113489" cy="3649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Neutrality </a:t>
            </a:r>
          </a:p>
          <a:p>
            <a:pPr marL="0" indent="0">
              <a:buNone/>
            </a:pPr>
            <a:r>
              <a:rPr lang="en-US" sz="2400" dirty="0"/>
              <a:t>Centralized dispute resolution</a:t>
            </a:r>
          </a:p>
          <a:p>
            <a:pPr marL="0" indent="0">
              <a:buNone/>
            </a:pPr>
            <a:r>
              <a:rPr lang="en-US" sz="2400" dirty="0"/>
              <a:t>Enforceability of agreements and awards</a:t>
            </a:r>
          </a:p>
          <a:p>
            <a:pPr marL="0" indent="0">
              <a:buNone/>
            </a:pPr>
            <a:r>
              <a:rPr lang="en-US" sz="2400" dirty="0"/>
              <a:t>Commercial competence and expertise</a:t>
            </a:r>
          </a:p>
          <a:p>
            <a:pPr marL="0" indent="0">
              <a:buNone/>
            </a:pPr>
            <a:r>
              <a:rPr lang="en-US" sz="2400" dirty="0"/>
              <a:t>Finality of decisions</a:t>
            </a:r>
          </a:p>
          <a:p>
            <a:pPr marL="0" indent="0">
              <a:buNone/>
            </a:pPr>
            <a:r>
              <a:rPr lang="en-US" sz="2400" dirty="0"/>
              <a:t>Party autonomy and procedural flexibility</a:t>
            </a:r>
          </a:p>
          <a:p>
            <a:pPr marL="0" indent="0">
              <a:buNone/>
            </a:pPr>
            <a:r>
              <a:rPr lang="en-US" sz="2400" dirty="0"/>
              <a:t>Confidentiality</a:t>
            </a:r>
          </a:p>
          <a:p>
            <a:pPr marL="0" indent="0">
              <a:buNone/>
            </a:pPr>
            <a:r>
              <a:rPr lang="en-US" sz="2400" dirty="0"/>
              <a:t>Cost and speed</a:t>
            </a:r>
          </a:p>
        </p:txBody>
      </p:sp>
    </p:spTree>
    <p:extLst>
      <p:ext uri="{BB962C8B-B14F-4D97-AF65-F5344CB8AC3E}">
        <p14:creationId xmlns:p14="http://schemas.microsoft.com/office/powerpoint/2010/main" val="56564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xEl>
                                              <p:pRg st="5" end="5"/>
                                            </p:txEl>
                                          </p:spTgt>
                                        </p:tgtEl>
                                        <p:attrNameLst>
                                          <p:attrName>style.visibility</p:attrName>
                                        </p:attrNameLst>
                                      </p:cBhvr>
                                      <p:to>
                                        <p:strVal val="visible"/>
                                      </p:to>
                                    </p:set>
                                    <p:animEffect transition="in" filter="fade">
                                      <p:cBhvr>
                                        <p:cTn id="32" dur="500"/>
                                        <p:tgtEl>
                                          <p:spTgt spid="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xEl>
                                              <p:pRg st="6" end="6"/>
                                            </p:txEl>
                                          </p:spTgt>
                                        </p:tgtEl>
                                        <p:attrNameLst>
                                          <p:attrName>style.visibility</p:attrName>
                                        </p:attrNameLst>
                                      </p:cBhvr>
                                      <p:to>
                                        <p:strVal val="visible"/>
                                      </p:to>
                                    </p:set>
                                    <p:animEffect transition="in" filter="fade">
                                      <p:cBhvr>
                                        <p:cTn id="37" dur="500"/>
                                        <p:tgtEl>
                                          <p:spTgt spid="1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8">
                                            <p:txEl>
                                              <p:pRg st="7" end="7"/>
                                            </p:txEl>
                                          </p:spTgt>
                                        </p:tgtEl>
                                        <p:attrNameLst>
                                          <p:attrName>style.visibility</p:attrName>
                                        </p:attrNameLst>
                                      </p:cBhvr>
                                      <p:to>
                                        <p:strVal val="visible"/>
                                      </p:to>
                                    </p:set>
                                    <p:animEffect transition="in" filter="fade">
                                      <p:cBhvr>
                                        <p:cTn id="42"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268452" y="2584987"/>
            <a:ext cx="1511952" cy="769441"/>
          </a:xfrm>
          <a:prstGeom prst="rect">
            <a:avLst/>
          </a:prstGeom>
          <a:noFill/>
        </p:spPr>
        <p:txBody>
          <a:bodyPr wrap="none" rtlCol="0">
            <a:spAutoFit/>
          </a:bodyPr>
          <a:lstStyle/>
          <a:p>
            <a:pPr algn="ctr"/>
            <a:r>
              <a:rPr lang="en-US" sz="4400" dirty="0">
                <a:solidFill>
                  <a:schemeClr val="bg1">
                    <a:lumMod val="50000"/>
                  </a:schemeClr>
                </a:solidFill>
                <a:latin typeface="+mj-lt"/>
                <a:ea typeface="Open Sans" panose="020B0606030504020204" pitchFamily="34" charset="0"/>
                <a:cs typeface="Open Sans" panose="020B0606030504020204" pitchFamily="34" charset="0"/>
              </a:rPr>
              <a:t>Cases</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314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a:t>Case 1</a:t>
            </a:r>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844129" y="5638126"/>
            <a:ext cx="40774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21322" y="5583320"/>
            <a:ext cx="51735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100" y="5649098"/>
            <a:ext cx="38580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17292" y="5615290"/>
            <a:ext cx="45341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949290" y="5615290"/>
            <a:ext cx="453419"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717529" y="5543527"/>
            <a:ext cx="596944"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93724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420832" y="1367850"/>
            <a:ext cx="10113489" cy="4334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You receive the following clause in seller’s model contract:</a:t>
            </a:r>
          </a:p>
          <a:p>
            <a:pPr marL="0" indent="0">
              <a:buNone/>
            </a:pPr>
            <a:endParaRPr lang="en-US" sz="2000" dirty="0"/>
          </a:p>
          <a:p>
            <a:pPr marL="0" indent="0">
              <a:buNone/>
            </a:pPr>
            <a:r>
              <a:rPr lang="en-US" sz="2400" dirty="0"/>
              <a:t>“13. Settlement of disputes – … any disputes or difference… shall be adjudicated upon under the Rules of Conciliation and Arbitration of the International Chamber of Commerce by one or more Arbitrators appointed in accordance with those Rules.</a:t>
            </a:r>
          </a:p>
          <a:p>
            <a:pPr marL="0" indent="0">
              <a:buNone/>
            </a:pPr>
            <a:r>
              <a:rPr lang="en-US" sz="2400" dirty="0"/>
              <a:t>14. Language and law – This Agreement is written in the English language and shall be interpreted according to English law. The Courts of England shall have exclusive jurisdiction over it to which jurisdiction the parties hereby submit.”</a:t>
            </a:r>
          </a:p>
          <a:p>
            <a:pPr marL="0" indent="0">
              <a:buNone/>
            </a:pPr>
            <a:endParaRPr lang="nb-NO" sz="2400" b="1" dirty="0"/>
          </a:p>
          <a:p>
            <a:pPr marL="0" indent="0">
              <a:buNone/>
            </a:pPr>
            <a:r>
              <a:rPr lang="nb-NO" sz="2400" b="1" dirty="0"/>
              <a:t>Do </a:t>
            </a:r>
            <a:r>
              <a:rPr lang="nb-NO" sz="2400" b="1" dirty="0" err="1"/>
              <a:t>you</a:t>
            </a:r>
            <a:r>
              <a:rPr lang="nb-NO" sz="2400" b="1" dirty="0"/>
              <a:t> </a:t>
            </a:r>
            <a:r>
              <a:rPr lang="nb-NO" sz="2400" b="1" dirty="0" err="1"/>
              <a:t>sign</a:t>
            </a:r>
            <a:r>
              <a:rPr lang="nb-NO" sz="2400" b="1" dirty="0"/>
              <a:t>? </a:t>
            </a:r>
            <a:r>
              <a:rPr lang="nb-NO" sz="2400" b="1" dirty="0" err="1"/>
              <a:t>Why</a:t>
            </a:r>
            <a:r>
              <a:rPr lang="nb-NO" sz="2400" b="1" dirty="0"/>
              <a:t>?</a:t>
            </a:r>
          </a:p>
        </p:txBody>
      </p:sp>
    </p:spTree>
    <p:extLst>
      <p:ext uri="{BB962C8B-B14F-4D97-AF65-F5344CB8AC3E}">
        <p14:creationId xmlns:p14="http://schemas.microsoft.com/office/powerpoint/2010/main" val="295285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5" end="5"/>
                                            </p:txEl>
                                          </p:spTgt>
                                        </p:tgtEl>
                                        <p:attrNameLst>
                                          <p:attrName>style.visibility</p:attrName>
                                        </p:attrNameLst>
                                      </p:cBhvr>
                                      <p:to>
                                        <p:strVal val="visible"/>
                                      </p:to>
                                    </p:set>
                                    <p:animEffect transition="in" filter="fade">
                                      <p:cBhvr>
                                        <p:cTn id="22" dur="500"/>
                                        <p:tgtEl>
                                          <p:spTgt spid="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a:t>Case 2</a:t>
            </a:r>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844129" y="5638126"/>
            <a:ext cx="40774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21322" y="5583320"/>
            <a:ext cx="51735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100" y="5649098"/>
            <a:ext cx="38580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17292" y="5615290"/>
            <a:ext cx="45341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949290" y="5615290"/>
            <a:ext cx="453419"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717529" y="5543527"/>
            <a:ext cx="596944"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93724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420832" y="1819768"/>
            <a:ext cx="10113489" cy="3430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You receive the following clause in seller’s model contract:</a:t>
            </a:r>
          </a:p>
          <a:p>
            <a:pPr marL="0" indent="0">
              <a:buNone/>
            </a:pPr>
            <a:endParaRPr lang="en-US" sz="2000" dirty="0"/>
          </a:p>
          <a:p>
            <a:pPr marL="0" indent="0">
              <a:buNone/>
            </a:pPr>
            <a:r>
              <a:rPr lang="en-US" dirty="0"/>
              <a:t>“Any and all such disputes shall be finally resolved by arbitration before the Singapore International Arbitration Centre in accordance with the Rules of Arbitration of the International Chamber of Commerce …”</a:t>
            </a:r>
            <a:endParaRPr lang="en-US" sz="2400" dirty="0"/>
          </a:p>
          <a:p>
            <a:pPr marL="0" indent="0">
              <a:buNone/>
            </a:pPr>
            <a:endParaRPr lang="nb-NO" sz="2400" b="1" dirty="0"/>
          </a:p>
          <a:p>
            <a:pPr marL="0" indent="0">
              <a:buNone/>
            </a:pPr>
            <a:r>
              <a:rPr lang="nb-NO" sz="2400" b="1" dirty="0"/>
              <a:t>Do </a:t>
            </a:r>
            <a:r>
              <a:rPr lang="nb-NO" sz="2400" b="1" dirty="0" err="1"/>
              <a:t>you</a:t>
            </a:r>
            <a:r>
              <a:rPr lang="nb-NO" sz="2400" b="1" dirty="0"/>
              <a:t> </a:t>
            </a:r>
            <a:r>
              <a:rPr lang="nb-NO" sz="2400" b="1" dirty="0" err="1"/>
              <a:t>sign</a:t>
            </a:r>
            <a:r>
              <a:rPr lang="nb-NO" sz="2400" b="1" dirty="0"/>
              <a:t>? </a:t>
            </a:r>
            <a:r>
              <a:rPr lang="nb-NO" sz="2400" b="1" dirty="0" err="1"/>
              <a:t>Why</a:t>
            </a:r>
            <a:r>
              <a:rPr lang="nb-NO" sz="2400" b="1" dirty="0"/>
              <a:t>?</a:t>
            </a:r>
          </a:p>
        </p:txBody>
      </p:sp>
    </p:spTree>
    <p:extLst>
      <p:ext uri="{BB962C8B-B14F-4D97-AF65-F5344CB8AC3E}">
        <p14:creationId xmlns:p14="http://schemas.microsoft.com/office/powerpoint/2010/main" val="4014481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854" y="-1749"/>
            <a:ext cx="10515600" cy="1325563"/>
          </a:xfrm>
        </p:spPr>
        <p:txBody>
          <a:bodyPr/>
          <a:lstStyle/>
          <a:p>
            <a:r>
              <a:rPr lang="nb-NO" dirty="0"/>
              <a:t>Case 3</a:t>
            </a:r>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844129" y="5638126"/>
            <a:ext cx="40774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821322" y="5583320"/>
            <a:ext cx="51735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19100" y="5649098"/>
            <a:ext cx="38580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917292" y="5615290"/>
            <a:ext cx="45341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949290" y="5615290"/>
            <a:ext cx="453419"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717529" y="5543527"/>
            <a:ext cx="596944"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93724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420832" y="1736670"/>
            <a:ext cx="10113489" cy="3596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Your contract provides: “Any and all disputes shall be resolved by mandatory arbitration under the rules of Oslo Chamber of Commerce. The tribunal may not order any interim measures.”</a:t>
            </a:r>
          </a:p>
          <a:p>
            <a:pPr marL="0" indent="0">
              <a:buNone/>
            </a:pPr>
            <a:endParaRPr lang="en-US" sz="2400" b="1" dirty="0"/>
          </a:p>
          <a:p>
            <a:pPr marL="0" indent="0">
              <a:buNone/>
            </a:pPr>
            <a:r>
              <a:rPr lang="en-US" sz="2400" dirty="0"/>
              <a:t>OCC Rules provide: “The arbitral tribunal may, at the request of a party, order any party to take such interim and conservatory measures as the arbitral tribunal considers necessary based on the subject matter of the dispute.”</a:t>
            </a:r>
          </a:p>
          <a:p>
            <a:pPr marL="0" indent="0">
              <a:buNone/>
            </a:pPr>
            <a:endParaRPr lang="en-US" sz="2400" dirty="0"/>
          </a:p>
          <a:p>
            <a:pPr marL="0" indent="0">
              <a:buNone/>
            </a:pPr>
            <a:r>
              <a:rPr lang="en-US" sz="2400" b="1" dirty="0"/>
              <a:t>May you file for an interim measure before the tribunal?</a:t>
            </a:r>
          </a:p>
        </p:txBody>
      </p:sp>
    </p:spTree>
    <p:extLst>
      <p:ext uri="{BB962C8B-B14F-4D97-AF65-F5344CB8AC3E}">
        <p14:creationId xmlns:p14="http://schemas.microsoft.com/office/powerpoint/2010/main" val="212885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fade">
                                      <p:cBhvr>
                                        <p:cTn id="1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13"/>
          <p:cNvSpPr>
            <a:spLocks/>
          </p:cNvSpPr>
          <p:nvPr/>
        </p:nvSpPr>
        <p:spPr bwMode="auto">
          <a:xfrm>
            <a:off x="10164502" y="3431366"/>
            <a:ext cx="2027498"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5" name="Freeform 14"/>
          <p:cNvSpPr>
            <a:spLocks noEditPoints="1"/>
          </p:cNvSpPr>
          <p:nvPr/>
        </p:nvSpPr>
        <p:spPr bwMode="auto">
          <a:xfrm>
            <a:off x="8129058" y="2409672"/>
            <a:ext cx="2035444" cy="2504183"/>
          </a:xfrm>
          <a:custGeom>
            <a:avLst/>
            <a:gdLst>
              <a:gd name="T0" fmla="*/ 1247 w 1281"/>
              <a:gd name="T1" fmla="*/ 1059 h 1576"/>
              <a:gd name="T2" fmla="*/ 1063 w 1281"/>
              <a:gd name="T3" fmla="*/ 1107 h 1576"/>
              <a:gd name="T4" fmla="*/ 1010 w 1281"/>
              <a:gd name="T5" fmla="*/ 634 h 1576"/>
              <a:gd name="T6" fmla="*/ 879 w 1281"/>
              <a:gd name="T7" fmla="*/ 801 h 1576"/>
              <a:gd name="T8" fmla="*/ 831 w 1281"/>
              <a:gd name="T9" fmla="*/ 306 h 1576"/>
              <a:gd name="T10" fmla="*/ 882 w 1281"/>
              <a:gd name="T11" fmla="*/ 296 h 1576"/>
              <a:gd name="T12" fmla="*/ 882 w 1281"/>
              <a:gd name="T13" fmla="*/ 264 h 1576"/>
              <a:gd name="T14" fmla="*/ 884 w 1281"/>
              <a:gd name="T15" fmla="*/ 245 h 1576"/>
              <a:gd name="T16" fmla="*/ 879 w 1281"/>
              <a:gd name="T17" fmla="*/ 89 h 1576"/>
              <a:gd name="T18" fmla="*/ 877 w 1281"/>
              <a:gd name="T19" fmla="*/ 143 h 1576"/>
              <a:gd name="T20" fmla="*/ 795 w 1281"/>
              <a:gd name="T21" fmla="*/ 111 h 1576"/>
              <a:gd name="T22" fmla="*/ 790 w 1281"/>
              <a:gd name="T23" fmla="*/ 145 h 1576"/>
              <a:gd name="T24" fmla="*/ 710 w 1281"/>
              <a:gd name="T25" fmla="*/ 114 h 1576"/>
              <a:gd name="T26" fmla="*/ 703 w 1281"/>
              <a:gd name="T27" fmla="*/ 89 h 1576"/>
              <a:gd name="T28" fmla="*/ 623 w 1281"/>
              <a:gd name="T29" fmla="*/ 153 h 1576"/>
              <a:gd name="T30" fmla="*/ 615 w 1281"/>
              <a:gd name="T31" fmla="*/ 153 h 1576"/>
              <a:gd name="T32" fmla="*/ 615 w 1281"/>
              <a:gd name="T33" fmla="*/ 89 h 1576"/>
              <a:gd name="T34" fmla="*/ 536 w 1281"/>
              <a:gd name="T35" fmla="*/ 153 h 1576"/>
              <a:gd name="T36" fmla="*/ 528 w 1281"/>
              <a:gd name="T37" fmla="*/ 153 h 1576"/>
              <a:gd name="T38" fmla="*/ 526 w 1281"/>
              <a:gd name="T39" fmla="*/ 0 h 1576"/>
              <a:gd name="T40" fmla="*/ 521 w 1281"/>
              <a:gd name="T41" fmla="*/ 145 h 1576"/>
              <a:gd name="T42" fmla="*/ 499 w 1281"/>
              <a:gd name="T43" fmla="*/ 189 h 1576"/>
              <a:gd name="T44" fmla="*/ 468 w 1281"/>
              <a:gd name="T45" fmla="*/ 191 h 1576"/>
              <a:gd name="T46" fmla="*/ 448 w 1281"/>
              <a:gd name="T47" fmla="*/ 191 h 1576"/>
              <a:gd name="T48" fmla="*/ 429 w 1281"/>
              <a:gd name="T49" fmla="*/ 194 h 1576"/>
              <a:gd name="T50" fmla="*/ 412 w 1281"/>
              <a:gd name="T51" fmla="*/ 196 h 1576"/>
              <a:gd name="T52" fmla="*/ 395 w 1281"/>
              <a:gd name="T53" fmla="*/ 199 h 1576"/>
              <a:gd name="T54" fmla="*/ 366 w 1281"/>
              <a:gd name="T55" fmla="*/ 206 h 1576"/>
              <a:gd name="T56" fmla="*/ 354 w 1281"/>
              <a:gd name="T57" fmla="*/ 208 h 1576"/>
              <a:gd name="T58" fmla="*/ 347 w 1281"/>
              <a:gd name="T59" fmla="*/ 213 h 1576"/>
              <a:gd name="T60" fmla="*/ 342 w 1281"/>
              <a:gd name="T61" fmla="*/ 216 h 1576"/>
              <a:gd name="T62" fmla="*/ 342 w 1281"/>
              <a:gd name="T63" fmla="*/ 216 h 1576"/>
              <a:gd name="T64" fmla="*/ 337 w 1281"/>
              <a:gd name="T65" fmla="*/ 221 h 1576"/>
              <a:gd name="T66" fmla="*/ 339 w 1281"/>
              <a:gd name="T67" fmla="*/ 228 h 1576"/>
              <a:gd name="T68" fmla="*/ 337 w 1281"/>
              <a:gd name="T69" fmla="*/ 223 h 1576"/>
              <a:gd name="T70" fmla="*/ 337 w 1281"/>
              <a:gd name="T71" fmla="*/ 228 h 1576"/>
              <a:gd name="T72" fmla="*/ 339 w 1281"/>
              <a:gd name="T73" fmla="*/ 230 h 1576"/>
              <a:gd name="T74" fmla="*/ 342 w 1281"/>
              <a:gd name="T75" fmla="*/ 233 h 1576"/>
              <a:gd name="T76" fmla="*/ 344 w 1281"/>
              <a:gd name="T77" fmla="*/ 238 h 1576"/>
              <a:gd name="T78" fmla="*/ 352 w 1281"/>
              <a:gd name="T79" fmla="*/ 240 h 1576"/>
              <a:gd name="T80" fmla="*/ 359 w 1281"/>
              <a:gd name="T81" fmla="*/ 242 h 1576"/>
              <a:gd name="T82" fmla="*/ 368 w 1281"/>
              <a:gd name="T83" fmla="*/ 245 h 1576"/>
              <a:gd name="T84" fmla="*/ 378 w 1281"/>
              <a:gd name="T85" fmla="*/ 247 h 1576"/>
              <a:gd name="T86" fmla="*/ 390 w 1281"/>
              <a:gd name="T87" fmla="*/ 250 h 1576"/>
              <a:gd name="T88" fmla="*/ 400 w 1281"/>
              <a:gd name="T89" fmla="*/ 252 h 1576"/>
              <a:gd name="T90" fmla="*/ 402 w 1281"/>
              <a:gd name="T91" fmla="*/ 310 h 1576"/>
              <a:gd name="T92" fmla="*/ 402 w 1281"/>
              <a:gd name="T93" fmla="*/ 371 h 1576"/>
              <a:gd name="T94" fmla="*/ 402 w 1281"/>
              <a:gd name="T95" fmla="*/ 400 h 1576"/>
              <a:gd name="T96" fmla="*/ 400 w 1281"/>
              <a:gd name="T97" fmla="*/ 1260 h 1576"/>
              <a:gd name="T98" fmla="*/ 90 w 1281"/>
              <a:gd name="T99" fmla="*/ 383 h 1576"/>
              <a:gd name="T100" fmla="*/ 10 w 1281"/>
              <a:gd name="T101" fmla="*/ 1224 h 1576"/>
              <a:gd name="T102" fmla="*/ 1281 w 1281"/>
              <a:gd name="T103" fmla="*/ 1576 h 1576"/>
              <a:gd name="T104" fmla="*/ 352 w 1281"/>
              <a:gd name="T105" fmla="*/ 228 h 1576"/>
              <a:gd name="T106" fmla="*/ 342 w 1281"/>
              <a:gd name="T107" fmla="*/ 225 h 1576"/>
              <a:gd name="T108" fmla="*/ 342 w 1281"/>
              <a:gd name="T109" fmla="*/ 228 h 1576"/>
              <a:gd name="T110" fmla="*/ 410 w 1281"/>
              <a:gd name="T111" fmla="*/ 199 h 1576"/>
              <a:gd name="T112" fmla="*/ 412 w 1281"/>
              <a:gd name="T113" fmla="*/ 206 h 1576"/>
              <a:gd name="T114" fmla="*/ 419 w 1281"/>
              <a:gd name="T115" fmla="*/ 211 h 1576"/>
              <a:gd name="T116" fmla="*/ 427 w 1281"/>
              <a:gd name="T117" fmla="*/ 196 h 1576"/>
              <a:gd name="T118" fmla="*/ 429 w 1281"/>
              <a:gd name="T119" fmla="*/ 204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6" name="Freeform 15"/>
          <p:cNvSpPr>
            <a:spLocks/>
          </p:cNvSpPr>
          <p:nvPr/>
        </p:nvSpPr>
        <p:spPr bwMode="auto">
          <a:xfrm>
            <a:off x="6098382" y="3018240"/>
            <a:ext cx="2030676"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7" name="Freeform 16"/>
          <p:cNvSpPr>
            <a:spLocks/>
          </p:cNvSpPr>
          <p:nvPr/>
        </p:nvSpPr>
        <p:spPr bwMode="auto">
          <a:xfrm>
            <a:off x="4070883" y="2652781"/>
            <a:ext cx="202749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8" name="Freeform 17"/>
          <p:cNvSpPr>
            <a:spLocks/>
          </p:cNvSpPr>
          <p:nvPr/>
        </p:nvSpPr>
        <p:spPr bwMode="auto">
          <a:xfrm>
            <a:off x="2035441" y="2169741"/>
            <a:ext cx="2035444"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18"/>
          <p:cNvSpPr>
            <a:spLocks noEditPoints="1"/>
          </p:cNvSpPr>
          <p:nvPr/>
        </p:nvSpPr>
        <p:spPr bwMode="auto">
          <a:xfrm>
            <a:off x="3175" y="2258722"/>
            <a:ext cx="2032266"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10" name="Rectangle 9"/>
          <p:cNvSpPr/>
          <p:nvPr/>
        </p:nvSpPr>
        <p:spPr>
          <a:xfrm>
            <a:off x="0" y="4913855"/>
            <a:ext cx="12192000" cy="194414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cxnSp>
        <p:nvCxnSpPr>
          <p:cNvPr id="25" name="Straight Connector 24"/>
          <p:cNvCxnSpPr/>
          <p:nvPr/>
        </p:nvCxnSpPr>
        <p:spPr>
          <a:xfrm>
            <a:off x="7979275" y="4931231"/>
            <a:ext cx="0" cy="1562907"/>
          </a:xfrm>
          <a:prstGeom prst="line">
            <a:avLst/>
          </a:prstGeom>
          <a:ln>
            <a:solidFill>
              <a:schemeClr val="bg1"/>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7114" y="5034600"/>
            <a:ext cx="3453440" cy="338554"/>
          </a:xfrm>
          <a:prstGeom prst="rect">
            <a:avLst/>
          </a:prstGeom>
          <a:noFill/>
        </p:spPr>
        <p:txBody>
          <a:bodyPr wrap="square" rtlCol="0">
            <a:spAutoFit/>
          </a:bodyPr>
          <a:lstStyle/>
          <a:p>
            <a:r>
              <a:rPr lang="nb-NO" sz="1600" b="1" dirty="0">
                <a:solidFill>
                  <a:schemeClr val="bg1"/>
                </a:solidFill>
              </a:rPr>
              <a:t>Milos Novovic</a:t>
            </a:r>
            <a:endParaRPr lang="id-ID" sz="1600" b="1" dirty="0">
              <a:solidFill>
                <a:schemeClr val="bg1"/>
              </a:solidFill>
            </a:endParaRPr>
          </a:p>
        </p:txBody>
      </p:sp>
      <p:grpSp>
        <p:nvGrpSpPr>
          <p:cNvPr id="64" name="Group 63"/>
          <p:cNvGrpSpPr/>
          <p:nvPr/>
        </p:nvGrpSpPr>
        <p:grpSpPr>
          <a:xfrm>
            <a:off x="8335983" y="5689358"/>
            <a:ext cx="3515775" cy="327652"/>
            <a:chOff x="8335983" y="5689358"/>
            <a:chExt cx="3515775" cy="327652"/>
          </a:xfrm>
        </p:grpSpPr>
        <p:sp>
          <p:nvSpPr>
            <p:cNvPr id="34" name="TextBox 33"/>
            <p:cNvSpPr txBox="1"/>
            <p:nvPr/>
          </p:nvSpPr>
          <p:spPr>
            <a:xfrm>
              <a:off x="8637080" y="5689358"/>
              <a:ext cx="3214678" cy="307777"/>
            </a:xfrm>
            <a:prstGeom prst="rect">
              <a:avLst/>
            </a:prstGeom>
            <a:noFill/>
          </p:spPr>
          <p:txBody>
            <a:bodyPr wrap="square" rtlCol="0">
              <a:spAutoFit/>
            </a:bodyPr>
            <a:lstStyle/>
            <a:p>
              <a:r>
                <a:rPr lang="nb-NO" sz="1400" dirty="0">
                  <a:solidFill>
                    <a:schemeClr val="bg1"/>
                  </a:solidFill>
                </a:rPr>
                <a:t>milos.novovic@bi.no</a:t>
              </a:r>
              <a:endParaRPr lang="id-ID" sz="1400" dirty="0">
                <a:solidFill>
                  <a:schemeClr val="bg1"/>
                </a:solidFill>
              </a:endParaRPr>
            </a:p>
          </p:txBody>
        </p:sp>
        <p:grpSp>
          <p:nvGrpSpPr>
            <p:cNvPr id="38" name="Group 37"/>
            <p:cNvGrpSpPr/>
            <p:nvPr/>
          </p:nvGrpSpPr>
          <p:grpSpPr>
            <a:xfrm>
              <a:off x="8335983" y="5733107"/>
              <a:ext cx="283903" cy="283903"/>
              <a:chOff x="4752975" y="3660776"/>
              <a:chExt cx="365125" cy="365125"/>
            </a:xfrm>
            <a:solidFill>
              <a:schemeClr val="bg1"/>
            </a:solidFill>
          </p:grpSpPr>
          <p:sp>
            <p:nvSpPr>
              <p:cNvPr id="36" name="Freeform 51"/>
              <p:cNvSpPr>
                <a:spLocks/>
              </p:cNvSpPr>
              <p:nvPr/>
            </p:nvSpPr>
            <p:spPr bwMode="auto">
              <a:xfrm>
                <a:off x="4843463" y="3775076"/>
                <a:ext cx="274637" cy="250825"/>
              </a:xfrm>
              <a:custGeom>
                <a:avLst/>
                <a:gdLst>
                  <a:gd name="T0" fmla="*/ 40 w 48"/>
                  <a:gd name="T1" fmla="*/ 0 h 44"/>
                  <a:gd name="T2" fmla="*/ 36 w 48"/>
                  <a:gd name="T3" fmla="*/ 0 h 44"/>
                  <a:gd name="T4" fmla="*/ 36 w 48"/>
                  <a:gd name="T5" fmla="*/ 4 h 44"/>
                  <a:gd name="T6" fmla="*/ 24 w 48"/>
                  <a:gd name="T7" fmla="*/ 16 h 44"/>
                  <a:gd name="T8" fmla="*/ 6 w 48"/>
                  <a:gd name="T9" fmla="*/ 16 h 44"/>
                  <a:gd name="T10" fmla="*/ 0 w 48"/>
                  <a:gd name="T11" fmla="*/ 22 h 44"/>
                  <a:gd name="T12" fmla="*/ 0 w 48"/>
                  <a:gd name="T13" fmla="*/ 24 h 44"/>
                  <a:gd name="T14" fmla="*/ 8 w 48"/>
                  <a:gd name="T15" fmla="*/ 32 h 44"/>
                  <a:gd name="T16" fmla="*/ 28 w 48"/>
                  <a:gd name="T17" fmla="*/ 32 h 44"/>
                  <a:gd name="T18" fmla="*/ 40 w 48"/>
                  <a:gd name="T19" fmla="*/ 44 h 44"/>
                  <a:gd name="T20" fmla="*/ 40 w 48"/>
                  <a:gd name="T21" fmla="*/ 32 h 44"/>
                  <a:gd name="T22" fmla="*/ 48 w 48"/>
                  <a:gd name="T23" fmla="*/ 24 h 44"/>
                  <a:gd name="T24" fmla="*/ 48 w 48"/>
                  <a:gd name="T25" fmla="*/ 8 h 44"/>
                  <a:gd name="T26" fmla="*/ 40 w 48"/>
                  <a:gd name="T2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4">
                    <a:moveTo>
                      <a:pt x="40" y="0"/>
                    </a:moveTo>
                    <a:cubicBezTo>
                      <a:pt x="36" y="0"/>
                      <a:pt x="36" y="0"/>
                      <a:pt x="36" y="0"/>
                    </a:cubicBezTo>
                    <a:cubicBezTo>
                      <a:pt x="36" y="4"/>
                      <a:pt x="36" y="4"/>
                      <a:pt x="36" y="4"/>
                    </a:cubicBezTo>
                    <a:cubicBezTo>
                      <a:pt x="36" y="10"/>
                      <a:pt x="30" y="16"/>
                      <a:pt x="24" y="16"/>
                    </a:cubicBezTo>
                    <a:cubicBezTo>
                      <a:pt x="6" y="16"/>
                      <a:pt x="6" y="16"/>
                      <a:pt x="6" y="16"/>
                    </a:cubicBezTo>
                    <a:cubicBezTo>
                      <a:pt x="0" y="22"/>
                      <a:pt x="0" y="22"/>
                      <a:pt x="0" y="22"/>
                    </a:cubicBezTo>
                    <a:cubicBezTo>
                      <a:pt x="0" y="24"/>
                      <a:pt x="0" y="24"/>
                      <a:pt x="0" y="24"/>
                    </a:cubicBezTo>
                    <a:cubicBezTo>
                      <a:pt x="0" y="28"/>
                      <a:pt x="4" y="32"/>
                      <a:pt x="8" y="32"/>
                    </a:cubicBezTo>
                    <a:cubicBezTo>
                      <a:pt x="28" y="32"/>
                      <a:pt x="28" y="32"/>
                      <a:pt x="28" y="32"/>
                    </a:cubicBezTo>
                    <a:cubicBezTo>
                      <a:pt x="40" y="44"/>
                      <a:pt x="40" y="44"/>
                      <a:pt x="40" y="44"/>
                    </a:cubicBezTo>
                    <a:cubicBezTo>
                      <a:pt x="40" y="32"/>
                      <a:pt x="40" y="32"/>
                      <a:pt x="40" y="32"/>
                    </a:cubicBezTo>
                    <a:cubicBezTo>
                      <a:pt x="44" y="32"/>
                      <a:pt x="48" y="28"/>
                      <a:pt x="48" y="24"/>
                    </a:cubicBezTo>
                    <a:cubicBezTo>
                      <a:pt x="48" y="8"/>
                      <a:pt x="48" y="8"/>
                      <a:pt x="48" y="8"/>
                    </a:cubicBezTo>
                    <a:cubicBezTo>
                      <a:pt x="48" y="4"/>
                      <a:pt x="44" y="0"/>
                      <a:pt x="4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7" name="Freeform 52"/>
              <p:cNvSpPr>
                <a:spLocks/>
              </p:cNvSpPr>
              <p:nvPr/>
            </p:nvSpPr>
            <p:spPr bwMode="auto">
              <a:xfrm>
                <a:off x="4752975" y="3660776"/>
                <a:ext cx="273050" cy="250825"/>
              </a:xfrm>
              <a:custGeom>
                <a:avLst/>
                <a:gdLst>
                  <a:gd name="T0" fmla="*/ 20 w 48"/>
                  <a:gd name="T1" fmla="*/ 32 h 44"/>
                  <a:gd name="T2" fmla="*/ 40 w 48"/>
                  <a:gd name="T3" fmla="*/ 32 h 44"/>
                  <a:gd name="T4" fmla="*/ 48 w 48"/>
                  <a:gd name="T5" fmla="*/ 24 h 44"/>
                  <a:gd name="T6" fmla="*/ 48 w 48"/>
                  <a:gd name="T7" fmla="*/ 8 h 44"/>
                  <a:gd name="T8" fmla="*/ 40 w 48"/>
                  <a:gd name="T9" fmla="*/ 0 h 44"/>
                  <a:gd name="T10" fmla="*/ 8 w 48"/>
                  <a:gd name="T11" fmla="*/ 0 h 44"/>
                  <a:gd name="T12" fmla="*/ 0 w 48"/>
                  <a:gd name="T13" fmla="*/ 8 h 44"/>
                  <a:gd name="T14" fmla="*/ 0 w 48"/>
                  <a:gd name="T15" fmla="*/ 24 h 44"/>
                  <a:gd name="T16" fmla="*/ 8 w 48"/>
                  <a:gd name="T17" fmla="*/ 32 h 44"/>
                  <a:gd name="T18" fmla="*/ 8 w 48"/>
                  <a:gd name="T19" fmla="*/ 44 h 44"/>
                  <a:gd name="T20" fmla="*/ 20 w 48"/>
                  <a:gd name="T21"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4">
                    <a:moveTo>
                      <a:pt x="20" y="32"/>
                    </a:moveTo>
                    <a:cubicBezTo>
                      <a:pt x="40" y="32"/>
                      <a:pt x="40" y="32"/>
                      <a:pt x="40" y="32"/>
                    </a:cubicBezTo>
                    <a:cubicBezTo>
                      <a:pt x="44" y="32"/>
                      <a:pt x="48" y="28"/>
                      <a:pt x="48" y="24"/>
                    </a:cubicBezTo>
                    <a:cubicBezTo>
                      <a:pt x="48" y="8"/>
                      <a:pt x="48" y="8"/>
                      <a:pt x="48" y="8"/>
                    </a:cubicBezTo>
                    <a:cubicBezTo>
                      <a:pt x="48" y="4"/>
                      <a:pt x="44" y="0"/>
                      <a:pt x="40" y="0"/>
                    </a:cubicBezTo>
                    <a:cubicBezTo>
                      <a:pt x="8" y="0"/>
                      <a:pt x="8" y="0"/>
                      <a:pt x="8" y="0"/>
                    </a:cubicBezTo>
                    <a:cubicBezTo>
                      <a:pt x="4" y="0"/>
                      <a:pt x="0" y="4"/>
                      <a:pt x="0" y="8"/>
                    </a:cubicBezTo>
                    <a:cubicBezTo>
                      <a:pt x="0" y="24"/>
                      <a:pt x="0" y="24"/>
                      <a:pt x="0" y="24"/>
                    </a:cubicBezTo>
                    <a:cubicBezTo>
                      <a:pt x="0" y="28"/>
                      <a:pt x="4" y="32"/>
                      <a:pt x="8" y="32"/>
                    </a:cubicBezTo>
                    <a:cubicBezTo>
                      <a:pt x="8" y="44"/>
                      <a:pt x="8" y="44"/>
                      <a:pt x="8" y="44"/>
                    </a:cubicBezTo>
                    <a:lnTo>
                      <a:pt x="20"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3" name="Group 62"/>
          <p:cNvGrpSpPr/>
          <p:nvPr/>
        </p:nvGrpSpPr>
        <p:grpSpPr>
          <a:xfrm>
            <a:off x="8333567" y="6079046"/>
            <a:ext cx="3518191" cy="307777"/>
            <a:chOff x="8333567" y="6079046"/>
            <a:chExt cx="3518191" cy="307777"/>
          </a:xfrm>
        </p:grpSpPr>
        <p:sp>
          <p:nvSpPr>
            <p:cNvPr id="35" name="TextBox 34"/>
            <p:cNvSpPr txBox="1"/>
            <p:nvPr/>
          </p:nvSpPr>
          <p:spPr>
            <a:xfrm>
              <a:off x="8637080" y="6079046"/>
              <a:ext cx="3214678" cy="307777"/>
            </a:xfrm>
            <a:prstGeom prst="rect">
              <a:avLst/>
            </a:prstGeom>
            <a:noFill/>
          </p:spPr>
          <p:txBody>
            <a:bodyPr wrap="square" rtlCol="0">
              <a:spAutoFit/>
            </a:bodyPr>
            <a:lstStyle/>
            <a:p>
              <a:r>
                <a:rPr lang="id-ID" sz="1400" dirty="0">
                  <a:solidFill>
                    <a:schemeClr val="bg1"/>
                  </a:solidFill>
                </a:rPr>
                <a:t>+</a:t>
              </a:r>
              <a:r>
                <a:rPr lang="nb-NO" sz="1400" dirty="0">
                  <a:solidFill>
                    <a:schemeClr val="bg1"/>
                  </a:solidFill>
                </a:rPr>
                <a:t>47 974 22 223</a:t>
              </a:r>
              <a:endParaRPr lang="id-ID" sz="1400" dirty="0">
                <a:solidFill>
                  <a:schemeClr val="bg1"/>
                </a:solidFill>
              </a:endParaRPr>
            </a:p>
          </p:txBody>
        </p:sp>
        <p:grpSp>
          <p:nvGrpSpPr>
            <p:cNvPr id="41" name="Group 40"/>
            <p:cNvGrpSpPr/>
            <p:nvPr/>
          </p:nvGrpSpPr>
          <p:grpSpPr>
            <a:xfrm>
              <a:off x="8333567" y="6088567"/>
              <a:ext cx="198350" cy="288737"/>
              <a:chOff x="2678113" y="3660776"/>
              <a:chExt cx="250825" cy="365125"/>
            </a:xfrm>
            <a:solidFill>
              <a:schemeClr val="bg1"/>
            </a:solidFill>
          </p:grpSpPr>
          <p:sp>
            <p:nvSpPr>
              <p:cNvPr id="42" name="Rectangle 36"/>
              <p:cNvSpPr>
                <a:spLocks noChangeArrowheads="1"/>
              </p:cNvSpPr>
              <p:nvPr/>
            </p:nvSpPr>
            <p:spPr bwMode="auto">
              <a:xfrm>
                <a:off x="2722563" y="3751263"/>
                <a:ext cx="160337" cy="138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Rectangle 37"/>
              <p:cNvSpPr>
                <a:spLocks noChangeArrowheads="1"/>
              </p:cNvSpPr>
              <p:nvPr/>
            </p:nvSpPr>
            <p:spPr bwMode="auto">
              <a:xfrm>
                <a:off x="2768600" y="3706813"/>
                <a:ext cx="6826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38"/>
              <p:cNvSpPr>
                <a:spLocks noEditPoints="1"/>
              </p:cNvSpPr>
              <p:nvPr/>
            </p:nvSpPr>
            <p:spPr bwMode="auto">
              <a:xfrm>
                <a:off x="2678113" y="3660776"/>
                <a:ext cx="250825" cy="365125"/>
              </a:xfrm>
              <a:custGeom>
                <a:avLst/>
                <a:gdLst>
                  <a:gd name="T0" fmla="*/ 36 w 44"/>
                  <a:gd name="T1" fmla="*/ 0 h 64"/>
                  <a:gd name="T2" fmla="*/ 8 w 44"/>
                  <a:gd name="T3" fmla="*/ 0 h 64"/>
                  <a:gd name="T4" fmla="*/ 0 w 44"/>
                  <a:gd name="T5" fmla="*/ 8 h 64"/>
                  <a:gd name="T6" fmla="*/ 0 w 44"/>
                  <a:gd name="T7" fmla="*/ 56 h 64"/>
                  <a:gd name="T8" fmla="*/ 8 w 44"/>
                  <a:gd name="T9" fmla="*/ 64 h 64"/>
                  <a:gd name="T10" fmla="*/ 36 w 44"/>
                  <a:gd name="T11" fmla="*/ 64 h 64"/>
                  <a:gd name="T12" fmla="*/ 44 w 44"/>
                  <a:gd name="T13" fmla="*/ 56 h 64"/>
                  <a:gd name="T14" fmla="*/ 44 w 44"/>
                  <a:gd name="T15" fmla="*/ 8 h 64"/>
                  <a:gd name="T16" fmla="*/ 36 w 44"/>
                  <a:gd name="T17" fmla="*/ 0 h 64"/>
                  <a:gd name="T18" fmla="*/ 40 w 44"/>
                  <a:gd name="T19" fmla="*/ 56 h 64"/>
                  <a:gd name="T20" fmla="*/ 36 w 44"/>
                  <a:gd name="T21" fmla="*/ 60 h 64"/>
                  <a:gd name="T22" fmla="*/ 8 w 44"/>
                  <a:gd name="T23" fmla="*/ 60 h 64"/>
                  <a:gd name="T24" fmla="*/ 4 w 44"/>
                  <a:gd name="T25" fmla="*/ 56 h 64"/>
                  <a:gd name="T26" fmla="*/ 4 w 44"/>
                  <a:gd name="T27" fmla="*/ 8 h 64"/>
                  <a:gd name="T28" fmla="*/ 8 w 44"/>
                  <a:gd name="T29" fmla="*/ 4 h 64"/>
                  <a:gd name="T30" fmla="*/ 36 w 44"/>
                  <a:gd name="T31" fmla="*/ 4 h 64"/>
                  <a:gd name="T32" fmla="*/ 40 w 44"/>
                  <a:gd name="T33" fmla="*/ 8 h 64"/>
                  <a:gd name="T34" fmla="*/ 40 w 44"/>
                  <a:gd name="T3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64">
                    <a:moveTo>
                      <a:pt x="36" y="0"/>
                    </a:moveTo>
                    <a:cubicBezTo>
                      <a:pt x="8" y="0"/>
                      <a:pt x="8" y="0"/>
                      <a:pt x="8" y="0"/>
                    </a:cubicBezTo>
                    <a:cubicBezTo>
                      <a:pt x="4" y="0"/>
                      <a:pt x="0" y="4"/>
                      <a:pt x="0" y="8"/>
                    </a:cubicBezTo>
                    <a:cubicBezTo>
                      <a:pt x="0" y="56"/>
                      <a:pt x="0" y="56"/>
                      <a:pt x="0" y="56"/>
                    </a:cubicBezTo>
                    <a:cubicBezTo>
                      <a:pt x="0" y="60"/>
                      <a:pt x="4" y="64"/>
                      <a:pt x="8" y="64"/>
                    </a:cubicBezTo>
                    <a:cubicBezTo>
                      <a:pt x="36" y="64"/>
                      <a:pt x="36" y="64"/>
                      <a:pt x="36" y="64"/>
                    </a:cubicBezTo>
                    <a:cubicBezTo>
                      <a:pt x="40" y="64"/>
                      <a:pt x="44" y="60"/>
                      <a:pt x="44" y="56"/>
                    </a:cubicBezTo>
                    <a:cubicBezTo>
                      <a:pt x="44" y="8"/>
                      <a:pt x="44" y="8"/>
                      <a:pt x="44" y="8"/>
                    </a:cubicBezTo>
                    <a:cubicBezTo>
                      <a:pt x="44" y="4"/>
                      <a:pt x="40" y="0"/>
                      <a:pt x="36" y="0"/>
                    </a:cubicBezTo>
                    <a:close/>
                    <a:moveTo>
                      <a:pt x="40" y="56"/>
                    </a:moveTo>
                    <a:cubicBezTo>
                      <a:pt x="40" y="58"/>
                      <a:pt x="38" y="60"/>
                      <a:pt x="36" y="60"/>
                    </a:cubicBezTo>
                    <a:cubicBezTo>
                      <a:pt x="8" y="60"/>
                      <a:pt x="8" y="60"/>
                      <a:pt x="8" y="60"/>
                    </a:cubicBezTo>
                    <a:cubicBezTo>
                      <a:pt x="6" y="60"/>
                      <a:pt x="4" y="58"/>
                      <a:pt x="4" y="56"/>
                    </a:cubicBezTo>
                    <a:cubicBezTo>
                      <a:pt x="4" y="8"/>
                      <a:pt x="4" y="8"/>
                      <a:pt x="4" y="8"/>
                    </a:cubicBezTo>
                    <a:cubicBezTo>
                      <a:pt x="4" y="6"/>
                      <a:pt x="6" y="4"/>
                      <a:pt x="8" y="4"/>
                    </a:cubicBezTo>
                    <a:cubicBezTo>
                      <a:pt x="36" y="4"/>
                      <a:pt x="36" y="4"/>
                      <a:pt x="36" y="4"/>
                    </a:cubicBezTo>
                    <a:cubicBezTo>
                      <a:pt x="38" y="4"/>
                      <a:pt x="40" y="6"/>
                      <a:pt x="40" y="8"/>
                    </a:cubicBezTo>
                    <a:lnTo>
                      <a:pt x="4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Rectangle 39"/>
              <p:cNvSpPr>
                <a:spLocks noChangeArrowheads="1"/>
              </p:cNvSpPr>
              <p:nvPr/>
            </p:nvSpPr>
            <p:spPr bwMode="auto">
              <a:xfrm>
                <a:off x="2722563"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Rectangle 40"/>
              <p:cNvSpPr>
                <a:spLocks noChangeArrowheads="1"/>
              </p:cNvSpPr>
              <p:nvPr/>
            </p:nvSpPr>
            <p:spPr bwMode="auto">
              <a:xfrm>
                <a:off x="2768600"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Rectangle 41"/>
              <p:cNvSpPr>
                <a:spLocks noChangeArrowheads="1"/>
              </p:cNvSpPr>
              <p:nvPr/>
            </p:nvSpPr>
            <p:spPr bwMode="auto">
              <a:xfrm>
                <a:off x="2814638"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Rectangle 42"/>
              <p:cNvSpPr>
                <a:spLocks noChangeArrowheads="1"/>
              </p:cNvSpPr>
              <p:nvPr/>
            </p:nvSpPr>
            <p:spPr bwMode="auto">
              <a:xfrm>
                <a:off x="2860675"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Rectangle 43"/>
              <p:cNvSpPr>
                <a:spLocks noChangeArrowheads="1"/>
              </p:cNvSpPr>
              <p:nvPr/>
            </p:nvSpPr>
            <p:spPr bwMode="auto">
              <a:xfrm>
                <a:off x="2722563"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Rectangle 44"/>
              <p:cNvSpPr>
                <a:spLocks noChangeArrowheads="1"/>
              </p:cNvSpPr>
              <p:nvPr/>
            </p:nvSpPr>
            <p:spPr bwMode="auto">
              <a:xfrm>
                <a:off x="2768600"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1" name="Rectangle 45"/>
              <p:cNvSpPr>
                <a:spLocks noChangeArrowheads="1"/>
              </p:cNvSpPr>
              <p:nvPr/>
            </p:nvSpPr>
            <p:spPr bwMode="auto">
              <a:xfrm>
                <a:off x="2814638"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Rectangle 46"/>
              <p:cNvSpPr>
                <a:spLocks noChangeArrowheads="1"/>
              </p:cNvSpPr>
              <p:nvPr/>
            </p:nvSpPr>
            <p:spPr bwMode="auto">
              <a:xfrm>
                <a:off x="2860675"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sp>
        <p:nvSpPr>
          <p:cNvPr id="54" name="TextBox 53"/>
          <p:cNvSpPr txBox="1"/>
          <p:nvPr/>
        </p:nvSpPr>
        <p:spPr>
          <a:xfrm>
            <a:off x="773185" y="5073805"/>
            <a:ext cx="3297698" cy="923330"/>
          </a:xfrm>
          <a:prstGeom prst="rect">
            <a:avLst/>
          </a:prstGeom>
          <a:noFill/>
        </p:spPr>
        <p:txBody>
          <a:bodyPr wrap="none" rtlCol="0">
            <a:spAutoFit/>
          </a:bodyPr>
          <a:lstStyle/>
          <a:p>
            <a:pPr algn="r"/>
            <a:r>
              <a:rPr lang="nb-NO" sz="5400" dirty="0" err="1">
                <a:solidFill>
                  <a:schemeClr val="bg1"/>
                </a:solidFill>
                <a:latin typeface="+mj-lt"/>
              </a:rPr>
              <a:t>Thank</a:t>
            </a:r>
            <a:r>
              <a:rPr lang="nb-NO" sz="5400" dirty="0">
                <a:solidFill>
                  <a:schemeClr val="bg1"/>
                </a:solidFill>
                <a:latin typeface="+mj-lt"/>
              </a:rPr>
              <a:t> </a:t>
            </a:r>
            <a:r>
              <a:rPr lang="nb-NO" sz="5400" dirty="0" err="1">
                <a:solidFill>
                  <a:schemeClr val="bg1"/>
                </a:solidFill>
                <a:latin typeface="+mj-lt"/>
              </a:rPr>
              <a:t>you</a:t>
            </a:r>
            <a:r>
              <a:rPr lang="nb-NO" sz="5400" dirty="0">
                <a:solidFill>
                  <a:schemeClr val="bg1"/>
                </a:solidFill>
                <a:latin typeface="+mj-lt"/>
              </a:rPr>
              <a:t>!</a:t>
            </a:r>
            <a:endParaRPr lang="en-US" sz="5400" dirty="0">
              <a:solidFill>
                <a:schemeClr val="bg1"/>
              </a:solidFill>
              <a:latin typeface="+mj-lt"/>
            </a:endParaRPr>
          </a:p>
        </p:txBody>
      </p:sp>
    </p:spTree>
    <p:extLst>
      <p:ext uri="{BB962C8B-B14F-4D97-AF65-F5344CB8AC3E}">
        <p14:creationId xmlns:p14="http://schemas.microsoft.com/office/powerpoint/2010/main" val="346684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60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par>
                          <p:cTn id="33" fill="hold">
                            <p:stCondLst>
                              <p:cond delay="1100"/>
                            </p:stCondLst>
                            <p:childTnLst>
                              <p:par>
                                <p:cTn id="34" presetID="10" presetClass="entr" presetSubtype="0" fill="hold" grpId="0" nodeType="after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childTnLst>
                          </p:cTn>
                        </p:par>
                        <p:par>
                          <p:cTn id="37" fill="hold">
                            <p:stCondLst>
                              <p:cond delay="1600"/>
                            </p:stCondLst>
                            <p:childTnLst>
                              <p:par>
                                <p:cTn id="38" presetID="10" presetClass="entr" presetSubtype="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par>
                          <p:cTn id="41"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childTnLst>
                          </p:cTn>
                        </p:par>
                        <p:par>
                          <p:cTn id="45" fill="hold">
                            <p:stCondLst>
                              <p:cond delay="2600"/>
                            </p:stCondLst>
                            <p:childTnLst>
                              <p:par>
                                <p:cTn id="46" presetID="10" presetClass="entr" presetSubtype="0" fill="hold" nodeType="after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childTnLst>
                          </p:cTn>
                        </p:par>
                        <p:par>
                          <p:cTn id="49" fill="hold">
                            <p:stCondLst>
                              <p:cond delay="3100"/>
                            </p:stCondLst>
                            <p:childTnLst>
                              <p:par>
                                <p:cTn id="50" presetID="10" presetClass="entr" presetSubtype="0" fill="hold" nodeType="after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fade">
                                      <p:cBhvr>
                                        <p:cTn id="5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1" grpId="0"/>
      <p:bldP spid="54" grpId="0"/>
    </p:bldLst>
  </p:timing>
</p:sld>
</file>

<file path=ppt/theme/theme1.xml><?xml version="1.0" encoding="utf-8"?>
<a:theme xmlns:a="http://schemas.openxmlformats.org/drawingml/2006/main" name="Office Theme">
  <a:themeElements>
    <a:clrScheme name="Ever-Blue">
      <a:dk1>
        <a:sysClr val="windowText" lastClr="000000"/>
      </a:dk1>
      <a:lt1>
        <a:sysClr val="window" lastClr="FFFFFF"/>
      </a:lt1>
      <a:dk2>
        <a:srgbClr val="44546A"/>
      </a:dk2>
      <a:lt2>
        <a:srgbClr val="E7E6E6"/>
      </a:lt2>
      <a:accent1>
        <a:srgbClr val="2980B9"/>
      </a:accent1>
      <a:accent2>
        <a:srgbClr val="2D8AC9"/>
      </a:accent2>
      <a:accent3>
        <a:srgbClr val="3693D2"/>
      </a:accent3>
      <a:accent4>
        <a:srgbClr val="50A1D8"/>
      </a:accent4>
      <a:accent5>
        <a:srgbClr val="65ACDD"/>
      </a:accent5>
      <a:accent6>
        <a:srgbClr val="7EBAE2"/>
      </a:accent6>
      <a:hlink>
        <a:srgbClr val="0563C1"/>
      </a:hlink>
      <a:folHlink>
        <a:srgbClr val="954F72"/>
      </a:folHlink>
    </a:clrScheme>
    <a:fontScheme name="Custom 1">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AB777679557F664BB83D39BD9588098F" ma:contentTypeVersion="2" ma:contentTypeDescription="Opprett et nytt dokument." ma:contentTypeScope="" ma:versionID="448c4c94abf22923a265321da2317376">
  <xsd:schema xmlns:xsd="http://www.w3.org/2001/XMLSchema" xmlns:xs="http://www.w3.org/2001/XMLSchema" xmlns:p="http://schemas.microsoft.com/office/2006/metadata/properties" xmlns:ns3="9538ab6f-ab6b-4618-a05a-4b76f74c8e56" targetNamespace="http://schemas.microsoft.com/office/2006/metadata/properties" ma:root="true" ma:fieldsID="974295aadb69914717c4bd6e5fae1cd7" ns3:_="">
    <xsd:import namespace="9538ab6f-ab6b-4618-a05a-4b76f74c8e56"/>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38ab6f-ab6b-4618-a05a-4b76f74c8e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F6DC54-6182-4D3A-836F-8FF9C6CBF06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77588D4-4D79-4453-8CF6-7FEB428B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38ab6f-ab6b-4618-a05a-4b76f74c8e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433327-21F1-4DF5-8BF2-F979144AEE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806</TotalTime>
  <Words>1871</Words>
  <Application>Microsoft Office PowerPoint</Application>
  <PresentationFormat>Widescreen</PresentationFormat>
  <Paragraphs>176</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Source Sans Pro Light</vt:lpstr>
      <vt:lpstr>Calibri</vt:lpstr>
      <vt:lpstr>Arial</vt:lpstr>
      <vt:lpstr>Office Theme</vt:lpstr>
      <vt:lpstr>PowerPoint Presentation</vt:lpstr>
      <vt:lpstr>PowerPoint Presentation</vt:lpstr>
      <vt:lpstr>PowerPoint Presentation</vt:lpstr>
      <vt:lpstr>PowerPoint Presentation</vt:lpstr>
      <vt:lpstr>PowerPoint Presentation</vt:lpstr>
      <vt:lpstr>What is arbitration?</vt:lpstr>
      <vt:lpstr>Chinese proverb (allegedly)</vt:lpstr>
      <vt:lpstr>What is arbitration?</vt:lpstr>
      <vt:lpstr>PowerPoint Presentation</vt:lpstr>
      <vt:lpstr>Arbitration agreement 1</vt:lpstr>
      <vt:lpstr>Arbitration agreement 2 - invalid</vt:lpstr>
      <vt:lpstr>Litigation vs. arbitration - terms</vt:lpstr>
      <vt:lpstr>Goal of arbitration</vt:lpstr>
      <vt:lpstr>PowerPoint Presentation</vt:lpstr>
      <vt:lpstr>PowerPoint Presentation</vt:lpstr>
      <vt:lpstr>Arbitration agreement</vt:lpstr>
      <vt:lpstr>Arbitration agreement</vt:lpstr>
      <vt:lpstr>Arbitration agreement</vt:lpstr>
      <vt:lpstr>Institutional rules</vt:lpstr>
      <vt:lpstr>Example: ICC rules</vt:lpstr>
      <vt:lpstr>Institutional rules: Oslo Chamber of Commerce</vt:lpstr>
      <vt:lpstr>Institutional rules</vt:lpstr>
      <vt:lpstr>National legislation (lex arbitri)</vt:lpstr>
      <vt:lpstr>National legislation (lex arbitri): validity</vt:lpstr>
      <vt:lpstr>International framework: NYC</vt:lpstr>
      <vt:lpstr>NYC: Grounds for denying recognition</vt:lpstr>
      <vt:lpstr>Litigate or arbitrate?</vt:lpstr>
      <vt:lpstr>Litigate or arbitrate?</vt:lpstr>
      <vt:lpstr>PowerPoint Presentation</vt:lpstr>
      <vt:lpstr>Case 1</vt:lpstr>
      <vt:lpstr>Case 2</vt:lpstr>
      <vt:lpstr>Case 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Milos Novovic</dc:creator>
  <cp:lastModifiedBy>Milos Novovic</cp:lastModifiedBy>
  <cp:revision>6</cp:revision>
  <dcterms:created xsi:type="dcterms:W3CDTF">2020-02-04T16:04:20Z</dcterms:created>
  <dcterms:modified xsi:type="dcterms:W3CDTF">2020-03-10T20:56:32Z</dcterms:modified>
</cp:coreProperties>
</file>